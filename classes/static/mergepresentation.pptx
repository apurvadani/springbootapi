
<file path=[Content_Types].xml><?xml version="1.0" encoding="utf-8"?>
<Types xmlns="http://schemas.openxmlformats.org/package/2006/content-types">
  <Default Extension="rels" ContentType="application/vnd.openxmlformats-package.relationships+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18.1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  <p:sldMasterId id="2147483671" r:id="rId2"/>
    <p:sldMasterId id="2147483684" r:id="rId3"/>
    <p:sldMasterId id="2147483718" r:id="rId4"/>
  </p:sldMasterIdLst>
  <p:notesMasterIdLst>
    <p:notesMasterId r:id="rId5"/>
  </p:notesMasterIdLst>
  <p:sldIdLst>
    <p:sldId id="256" r:id="rId6"/>
    <p:sldId id="259" r:id="rId7"/>
    <p:sldId id="262" r:id="rId8"/>
    <p:sldId id="265" r:id="rId9"/>
    <p:sldId id="268" r:id="rId10"/>
  </p:sldIdLst>
  <p:sldSz cx="9144000" cy="6858000" type="screen4x3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/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5.xml" /><Relationship Id="rId11" Type="http://schemas.openxmlformats.org/officeDocument/2006/relationships/tags" Target="tags/tag1.xml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slideMaster" Target="slideMasters/slideMaster3.xml" /><Relationship Id="rId4" Type="http://schemas.openxmlformats.org/officeDocument/2006/relationships/slideMaster" Target="slideMasters/slideMaster4.xml" /><Relationship Id="rId5" Type="http://schemas.openxmlformats.org/officeDocument/2006/relationships/notesMaster" Target="notesMasters/notes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5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073" name="AutoShape 1">
            <a:extLst>
              <a:ext uri="{FF2B5EF4-FFF2-40B4-BE49-F238E27FC236}">
                <a16:creationId xmlns:a16="http://schemas.microsoft.com/office/drawing/2014/main" id="{2865A826-9E40-4C56-BDB0-2B53DCD56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997700" cy="92694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98FB9390-A2F9-48AF-907F-977156825665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0305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SzPct val="45000"/>
              <a:buFont typeface="Wingdings" panose="05000000000000000000" pitchFamily="2" charset="2"/>
              <a:buNone/>
              <a:tabLst>
                <a:tab pos="723900"/>
                <a:tab pos="1447800"/>
                <a:tab pos="2171700"/>
                <a:tab pos="2895600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6878B23-CA2C-4709-B839-97031410191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3988" y="0"/>
            <a:ext cx="30305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SzPct val="45000"/>
              <a:buFont typeface="Wingdings" panose="05000000000000000000" pitchFamily="2" charset="2"/>
              <a:buNone/>
              <a:tabLst>
                <a:tab pos="723900"/>
                <a:tab pos="1447800"/>
                <a:tab pos="2171700"/>
                <a:tab pos="2895600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F60B727-1F07-413F-AC67-A2A9D8E86BC4}"/>
              </a:ext>
            </a:extLst>
          </p:cNvPr>
          <p:cNvSpPr>
            <a:spLocks noGrp="1" noChangeArrowheads="1"/>
          </p:cNvSpPr>
          <p:nvPr>
            <p:ph type="sldImg" idx="2"/>
          </p:nvPr>
        </p:nvSpPr>
        <p:spPr bwMode="auto">
          <a:xfrm>
            <a:off x="1181100" y="695325"/>
            <a:ext cx="4633913" cy="347503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2AB7AEFE-0283-40B5-8E75-F8CD6BD9A118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xfrm>
            <a:off x="700088" y="4403725"/>
            <a:ext cx="5595937" cy="417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3F6A4C88-DF2F-43E5-9B14-11A4F1C7ED4D}"/>
              </a:ext>
            </a:extLst>
          </p:cNvPr>
          <p:cNvSpPr>
            <a:spLocks noGrp="1" noChangeArrowheads="1"/>
          </p:cNvSpPr>
          <p:nvPr>
            <p:ph type="ftr" idx="4"/>
          </p:nvPr>
        </p:nvSpPr>
        <p:spPr bwMode="auto">
          <a:xfrm>
            <a:off x="0" y="8805863"/>
            <a:ext cx="303053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buSzPct val="45000"/>
              <a:buFont typeface="Wingdings" panose="05000000000000000000" pitchFamily="2" charset="2"/>
              <a:buNone/>
              <a:tabLst>
                <a:tab pos="723900"/>
                <a:tab pos="1447800"/>
                <a:tab pos="2171700"/>
                <a:tab pos="2895600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80DC0983-065D-4BF5-BDF1-BE47B7D58426}"/>
              </a:ext>
            </a:extLst>
          </p:cNvPr>
          <p:cNvSpPr>
            <a:spLocks noGrp="1" noChangeArrowheads="1"/>
          </p:cNvSpPr>
          <p:nvPr>
            <p:ph type="sldNum" idx="5"/>
          </p:nvPr>
        </p:nvSpPr>
        <p:spPr bwMode="auto">
          <a:xfrm>
            <a:off x="3963988" y="8805863"/>
            <a:ext cx="30305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buSzPct val="45000"/>
              <a:buFont typeface="Wingdings" panose="05000000000000000000" pitchFamily="2" charset="2"/>
              <a:buNone/>
              <a:tabLst>
                <a:tab pos="723900"/>
                <a:tab pos="1447800"/>
                <a:tab pos="2171700"/>
                <a:tab pos="2895600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</a:lstStyle>
          <a:p>
            <a:fld id="{1E23EA27-65A9-4954-9594-2D1374517CA6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Tx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Tx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Tx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Tx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Tx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4C66081-F412-4593-A8F3-09334C0E23F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E8597EE7-4FA5-4E94-B085-F983DA336C6E}" type="slidenum">
              <a:rPr lang="en-US" altLang="en-US"/>
              <a:t>3</a:t>
            </a:fld>
            <a:endParaRPr lang="en-US" altLang="en-US"/>
          </a:p>
        </p:txBody>
      </p:sp>
      <p:sp>
        <p:nvSpPr>
          <p:cNvPr id="67585" name="Rectangle 1">
            <a:extLst>
              <a:ext uri="{FF2B5EF4-FFF2-40B4-BE49-F238E27FC236}">
                <a16:creationId xmlns:a16="http://schemas.microsoft.com/office/drawing/2014/main" id="{CEEFCBDD-4149-4F57-88A4-9B21AC02E9D4}"/>
              </a:ext>
            </a:extLst>
          </p:cNvPr>
          <p:cNvSpPr txBox="1">
            <a:spLocks noChangeArrowheads="1"/>
          </p:cNvSpPr>
          <p:nvPr>
            <p:ph type="sldImg" idx="2"/>
          </p:nvPr>
        </p:nvSpPr>
        <p:spPr bwMode="auto">
          <a:xfrm>
            <a:off x="1181100" y="695325"/>
            <a:ext cx="4635500" cy="34766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7586" name="Text Box 2">
            <a:extLst>
              <a:ext uri="{FF2B5EF4-FFF2-40B4-BE49-F238E27FC236}">
                <a16:creationId xmlns:a16="http://schemas.microsoft.com/office/drawing/2014/main" id="{8ACEEA66-107F-4F39-8F17-6911AD83AAA1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 bwMode="auto">
          <a:xfrm>
            <a:off x="700088" y="4403725"/>
            <a:ext cx="5597525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/>
                <a:tab pos="914400"/>
                <a:tab pos="1828800"/>
                <a:tab pos="2743200"/>
                <a:tab pos="3657600"/>
                <a:tab pos="4572000"/>
                <a:tab pos="5486400"/>
                <a:tab pos="6400800"/>
                <a:tab pos="7315200"/>
                <a:tab pos="8229600"/>
                <a:tab pos="9144000"/>
                <a:tab pos="10058400"/>
              </a:tabLst>
            </a:pPr>
            <a:r>
              <a:rPr lang="en-US" altLang="en-US">
                <a:latin typeface="Arial" pitchFamily="34" charset="0"/>
                <a:cs typeface="Arial" pitchFamily="34" charset="0"/>
              </a:rPr>
              <a:t>Life is a multi-variate analysis.  No one single reason accounts for all of the decline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/>
                <a:tab pos="914400"/>
                <a:tab pos="1828800"/>
                <a:tab pos="2743200"/>
                <a:tab pos="3657600"/>
                <a:tab pos="4572000"/>
                <a:tab pos="5486400"/>
                <a:tab pos="6400800"/>
                <a:tab pos="7315200"/>
                <a:tab pos="8229600"/>
                <a:tab pos="9144000"/>
                <a:tab pos="10058400"/>
              </a:tabLst>
            </a:pPr>
            <a:r>
              <a:rPr lang="en-US" altLang="en-US">
                <a:latin typeface="Arial" pitchFamily="34" charset="0"/>
                <a:cs typeface="Arial" pitchFamily="34" charset="0"/>
              </a:rPr>
              <a:t>So, let’s look at some of the possibilities…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1EDCE784-9BDA-402B-B822-1E920FDE74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3200">
                <a:solidFill>
                  <a:schemeClr val="tx1"/>
                </a:solidFill>
                <a:latin typeface="Palatino Linotype" pitchFamily="18" charset="0"/>
              </a:defRPr>
            </a:lvl1pPr>
            <a:lvl2pPr marL="742950" indent="-285750" defTabSz="990600" eaLnBrk="0" hangingPunct="0">
              <a:defRPr sz="3200">
                <a:solidFill>
                  <a:schemeClr val="tx1"/>
                </a:solidFill>
                <a:latin typeface="Palatino Linotype" pitchFamily="18" charset="0"/>
              </a:defRPr>
            </a:lvl2pPr>
            <a:lvl3pPr marL="1143000" indent="-228600" defTabSz="990600" eaLnBrk="0" hangingPunct="0">
              <a:defRPr sz="3200">
                <a:solidFill>
                  <a:schemeClr val="tx1"/>
                </a:solidFill>
                <a:latin typeface="Palatino Linotype" pitchFamily="18" charset="0"/>
              </a:defRPr>
            </a:lvl3pPr>
            <a:lvl4pPr marL="1600200" indent="-228600" defTabSz="990600" eaLnBrk="0" hangingPunct="0">
              <a:defRPr sz="3200">
                <a:solidFill>
                  <a:schemeClr val="tx1"/>
                </a:solidFill>
                <a:latin typeface="Palatino Linotype" pitchFamily="18" charset="0"/>
              </a:defRPr>
            </a:lvl4pPr>
            <a:lvl5pPr marL="2057400" indent="-228600" defTabSz="990600" eaLnBrk="0" hangingPunct="0">
              <a:defRPr sz="3200">
                <a:solidFill>
                  <a:schemeClr val="tx1"/>
                </a:solidFill>
                <a:latin typeface="Palatino Linotype" pitchFamily="18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itchFamily="18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itchFamily="18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itchFamily="18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itchFamily="18" charset="0"/>
              </a:defRPr>
            </a:lvl9pPr>
          </a:lstStyle>
          <a:p>
            <a:pPr eaLnBrk="1" hangingPunct="1"/>
            <a:fld id="{396DEEE4-0413-4E62-8012-19648BB0E2CD}" type="slidenum">
              <a:rPr lang="tr-TR" altLang="en-US" sz="1300">
                <a:latin typeface="Arial" pitchFamily="34" charset="0"/>
              </a:rPr>
              <a:pPr eaLnBrk="1" hangingPunct="1"/>
              <a:t>4</a:t>
            </a:fld>
            <a:endParaRPr lang="tr-TR" altLang="en-US" sz="1300">
              <a:latin typeface="Arial" pitchFamily="34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31FE4786-9E42-40DE-AE19-7E3B5B1B75D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330EF4B9-9154-4E34-9E7E-CEBE265023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F98002F-BF0A-4CBE-BAD1-CD96110EFF8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D84B8F8-9EA5-4F6C-8447-963C5ECCD86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BC003BC-2DCD-4C25-9499-786EF8843D0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A04F41B-7600-45FB-9584-37C2C2C5E4A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CEF84B23-AD57-4E0A-86E5-86082D3AC9D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DC886C2D-202F-4B88-B27A-3075192B26C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4AE549AE-C7F6-450C-A3F8-D30D1FA193E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60311046-813C-412C-B3AE-038961979B5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31EAF082-82F3-4507-8EE6-E9D7C3811CD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FABDAE9-0937-4DCD-AA1F-4244963D985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C9804E8-BE6E-4BE6-AC1D-F9C26E5B7E7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C2BF04A-390A-4F4E-847C-6DE3C08789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33C79F6-C198-49F9-8124-DC49E58860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BİL711  Natural Language Processing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3DAAA7-9212-4532-A16D-FAE772447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8EA410-2D90-49AA-8954-78145908D96B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5561519"/>
      </p:ext>
    </p:extLst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D36024B-4506-41BC-AAC0-1D36883EA3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91DFC5-DBB4-4430-80D6-10ECB3DF7D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BİL711  Natural Language Processing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522275C-D899-45CA-BE22-3825417248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69907C-9AFF-4B74-9242-FCF442F04956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9321803"/>
      </p:ext>
    </p:extLst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6E38EB3-7001-4D61-BCAD-4720B10AAB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7666F2-2864-4871-8F07-35C7D2486D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BİL711  Natural Language Processing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A62C1AF-C6CB-4CD4-B14C-E4B7FE3CDC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D4845D-31AE-4DE5-911C-07047DA541D1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3231993"/>
      </p:ext>
    </p:extLst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425" y="1219200"/>
            <a:ext cx="424815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2975" y="1219200"/>
            <a:ext cx="4249738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0DAEB4-0F8D-41DB-851F-CBE6DFBDE6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986728-211B-4CEF-B79D-6146E0F446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BİL711  Natural Language Processing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EF5996-A9EB-4EE5-9F85-D3A62690C3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975D46-C497-4CAF-A379-9C7B3E8B50E9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1804371"/>
      </p:ext>
    </p:extLst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F02CB92-7AE4-41C4-BD04-1F26D53039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5FE80D2-D0A1-4AE0-8171-8EF86AEC1F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BİL711  Natural Language Processing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F0E9B4D-42C5-4FC9-AB4E-E4E635487B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142169-1184-47B7-AA70-2FFD8E8AC49D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8800226"/>
      </p:ext>
    </p:extLst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5233192-A1A4-47B4-887D-A96A86C8BA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7230182-8D15-4DEC-A3A6-1888AC66FD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BİL711  Natural Language Processing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C656EB0-60E9-4060-B660-73CE6450F8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904482-BC97-4BB5-ABE1-A1ED643EF3D7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3412982"/>
      </p:ext>
    </p:extLst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2FE77C5-289E-42A6-858C-93952E6B35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5D5AC91-0525-4FA0-9E89-EF6E70AF6B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BİL711  Natural Language Processing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1008F71-2CBD-4511-B329-42A5B102AB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1C9172-4DA6-4286-84FD-A56408BA023A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2398376"/>
      </p:ext>
    </p:extLst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7280C6-22F9-49ED-A385-1D97BE4047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2B51A3-93C2-4798-A069-CF48B29955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BİL711  Natural Language Processing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BD56B6-8BAC-4E3B-AD2E-ECCC5B09B4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09FF52-627E-4128-AA52-232E54C86E12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6880059"/>
      </p:ext>
    </p:extLst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15F9D8-AC1F-4A50-BB1F-841CE34602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A4098A-1158-4CE4-81AD-97058F533D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BİL711  Natural Language Processing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09F1B3-80BD-45F0-B6EB-D4D0E809F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7C8EFE-DFD1-46BA-A30C-C559A0808187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6020688"/>
      </p:ext>
    </p:extLst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820AA35-C629-4AD4-A677-12DE2DDE70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182A533-ACB1-48B4-99A2-5DE0146AC4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BİL711  Natural Language Processing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169C598-9331-4301-A837-F92F98FB92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D93745-CE48-46EC-8E9C-0E22514AFF3C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2329763"/>
      </p:ext>
    </p:extLst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0538" y="152400"/>
            <a:ext cx="21621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425" y="152400"/>
            <a:ext cx="6335713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6CC5015-2558-47C7-A892-17979103A3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09C707-D612-4078-B2CA-41BB71134D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BİL711  Natural Language Processing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701043D-15F5-4378-B327-05B96FDA06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F9DF45-DE56-4040-AD77-5B0604DC9ABB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5752912"/>
      </p:ext>
    </p:extLst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DD050-A0E9-4936-8144-3CFAAAC90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DFBB78-FA9B-43D2-BE89-B6AED8685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27B81-9CA8-4500-B0E2-E630DA320B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CD304-3E77-47EF-A454-DB39177E6C2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52455-35B6-4D00-B940-A00A9BAD40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FC659E0-37AD-4125-BBC3-1331C3ECB197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5636781"/>
      </p:ext>
    </p:extLst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032ED-A91A-44C4-B701-1A7F6A7D1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385E6-B5DC-4DA4-BB08-865F403A3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30B8-20D7-49CC-9812-E2CB36C2F5D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C672E-685A-485A-90BB-4074BFE84F6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488A-9AD1-4179-A09E-25E5038C9F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6EA079C-9F47-482D-A530-9966D907AF47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9608515"/>
      </p:ext>
    </p:extLst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E38F9-72E5-4F8B-A5C2-A1A9FDC25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F8A36-072B-4DB5-A0BF-ADD8BF543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72351-F2BF-47CB-80A5-A00B7D87105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14ADE-5D7D-49BB-9F16-EA20D995AFC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EF024-0EBD-4C80-933B-6983115AC1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07AED4B-0773-4860-B275-39A35BC9385A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724076"/>
      </p:ext>
    </p:extLst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2E8F5-C065-48D6-8879-1AC3C58CF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84668-E9D5-45E6-BE3E-B5FD19A175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1295400"/>
            <a:ext cx="3160713" cy="4722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2D4346-A370-440E-9620-6EB277AB6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4713" y="1295400"/>
            <a:ext cx="3162300" cy="4722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6C8A0-A0D6-4995-BCC3-A3C4C68BF5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45B7E-CA36-472A-8138-B6EB9711F27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498F5-8521-4F8C-828F-745E6627E9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A70AEA6-7E03-44BD-8D98-35F230BD5CBC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1188747"/>
      </p:ext>
    </p:extLst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31AFF-0DA5-4A09-A360-83D427D6A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A345F-F8A6-4C78-8EE4-FAA1A3404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36713-DBA9-42E7-921E-DC84B86AB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E1C350-E7F0-4388-AFE6-6AAB8FFFC0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93707F-9B53-4EA0-8D5E-E92C50A87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2DF9EE-5184-4C04-9839-F982A0A7069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254BB2-2AAF-4021-B2C5-5724C8FBDF0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E264FE-DE3E-49E5-92B1-8690F559AC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B9215CF-79B6-4F2B-A922-21D2891F1C83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8460792"/>
      </p:ext>
    </p:extLst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7205-F308-4A24-8E7A-99927B464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DF92E9-C267-473E-A9C2-05463828648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479651-2FD8-46E5-8D75-1980675A740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21621B-C5B7-4C77-9EF7-00A210A971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2507471-0C75-40BE-885F-56A5195CE51E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8864940"/>
      </p:ext>
    </p:extLst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A2B7F7-BE5F-41ED-9B4D-672C085B023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9692F7-F8CA-40AD-8273-52B03087249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6EDD5-FE4E-4AD0-934F-DBF5E71ED1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1296F1D-B04F-4F3B-A63F-2887CC55C3C1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0419272"/>
      </p:ext>
    </p:extLst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76C54-285D-47FF-A93F-F8A6AF66E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E7E9A-8DA4-41A4-BC14-683C89B4D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861E47-5447-429C-870C-2C07D82A8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45803-F406-462C-8480-5CBC841F125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716D4-0CB7-4D91-9F02-ABFE7CACFAC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59EBE-007E-4F66-A568-04CD90125A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C06E57D-915E-4021-9211-27AD439CFCC8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6911060"/>
      </p:ext>
    </p:extLst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1B74-F692-4238-9860-523829C53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AFD2E2-A172-4CEE-A0BF-8880B0395A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2FD67-6787-4F66-8E99-6D1DE7619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5879D-A317-405A-8807-92641CADC51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2C678-34F7-4D95-92B2-79030C7627F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CBF08-A3AA-496A-B697-03376B1F53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029ADDD-5459-4481-B3D5-49E37B410A22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5819703"/>
      </p:ext>
    </p:extLst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21297-3CEA-4D8C-91AE-4F1DBF273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C82E9F-D2AC-44BB-B784-D044FA14D3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5044E-FF70-475D-B183-B5F265A7DD4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E5D6D-7932-4088-9DF2-03921F39EE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88DB4-1751-4BD0-9F50-8C86FD8F36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11C2C7A-B8C9-4F2F-BAD1-F97E6CBEF14D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6538494"/>
      </p:ext>
    </p:extLst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FD1F15-4000-4C30-A84F-0855998405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324600" y="152400"/>
            <a:ext cx="1751013" cy="5865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C87371-1AAF-4CCC-A83A-82A6413B2D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52400"/>
            <a:ext cx="5105400" cy="5865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5179B-4D10-431E-9BB6-4C2A6AAD199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05196-56A3-449B-A9C5-95DBAD323EB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FB08F-E81F-45FF-A54C-1E3CCB6C3B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CAD2561-51D5-4A5F-8C14-431034EC5A0D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0166286"/>
      </p:ext>
    </p:extLst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A1F23-27BF-4C5C-BC63-88C1EA880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2400"/>
            <a:ext cx="7008813" cy="9128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34497097-9748-4FC9-9990-07AD2DC16F60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1371600" y="1295400"/>
            <a:ext cx="6475413" cy="472281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F0375-4FB6-491E-A767-7E351FB4567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248400"/>
            <a:ext cx="2132013" cy="455613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BB2CF-766D-4B69-8A1C-E74EA30EFA1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248400"/>
            <a:ext cx="2894013" cy="455613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1C39E-FD03-48B1-9FE8-7F765032AD1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248400"/>
            <a:ext cx="2132013" cy="455613"/>
          </a:xfrm>
        </p:spPr>
        <p:txBody>
          <a:bodyPr/>
          <a:lstStyle>
            <a:lvl1pPr>
              <a:defRPr/>
            </a:lvl1pPr>
          </a:lstStyle>
          <a:p>
            <a:fld id="{4989AF5C-141A-4FB0-BB74-FF40BD8C20F3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7535725"/>
      </p:ext>
    </p:extLst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2DE9105A-72CE-47BC-8DA1-2E3338AA7A57}"/>
              </a:ext>
            </a:extLst>
          </p:cNvPr>
          <p:cNvGrpSpPr/>
          <p:nvPr/>
        </p:nvGrpSpPr>
        <p:grpSpPr>
          <a:xfrm>
            <a:off x="0" y="0"/>
            <a:ext cx="9144000" cy="685800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B18F9992-14FE-4540-9349-0A19BF795E5D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tr-TR"/>
              </a:defPPr>
            </a:lstStyle>
            <a:p>
              <a:pPr algn="ctr">
                <a:defRPr/>
              </a:pPr>
              <a:endParaRPr lang="en-GB" sz="2400">
                <a:latin typeface="Times New Roman" pitchFamily="18" charset="0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2BE000CC-AC17-41F4-844E-F337BD504530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>
              <a:defPPr>
                <a:defRPr lang="tr-TR"/>
              </a:defPPr>
            </a:lstStyle>
            <a:p>
              <a:pPr>
                <a:defRPr/>
              </a:pPr>
              <a:endParaRPr lang="en-GB" sz="2400">
                <a:latin typeface="Times New Roman" pitchFamily="18" charset="0"/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0677FDBD-EC69-4DE6-A96B-4A1AB6176D8C}"/>
                </a:ext>
              </a:extLst>
            </p:cNvPr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509DCE8C-47B7-4084-9BBF-B02E186A511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>
                <a:defPPr>
                  <a:defRPr lang="tr-TR"/>
                </a:defPPr>
              </a:lstStyle>
              <a:p>
                <a:pPr>
                  <a:defRPr/>
                </a:pPr>
                <a:endParaRPr lang="en-GB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83627253-2D18-4BD7-83BB-CEDCE082312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>
                <a:defPPr>
                  <a:defRPr lang="tr-TR"/>
                </a:defPPr>
              </a:lstStyle>
              <a:p>
                <a:pPr>
                  <a:defRPr/>
                </a:pPr>
                <a:endParaRPr lang="en-GB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D880553E-6A8E-4761-8E0A-1BA0D5A1ABE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>
                <a:defPPr>
                  <a:defRPr lang="tr-TR"/>
                </a:defPPr>
              </a:lstStyle>
              <a:p>
                <a:pPr>
                  <a:defRPr/>
                </a:pPr>
                <a:endParaRPr lang="en-GB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1BC36E12-3C7E-43B4-84FA-83436FFBCD0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>
                <a:defPPr>
                  <a:defRPr lang="tr-TR"/>
                </a:defPPr>
              </a:lstStyle>
              <a:p>
                <a:pPr>
                  <a:defRPr/>
                </a:pPr>
                <a:endParaRPr lang="en-GB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BAED827F-970E-4258-A7DB-035C204033F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>
                <a:defPPr>
                  <a:defRPr lang="tr-TR"/>
                </a:defPPr>
              </a:lstStyle>
              <a:p>
                <a:pPr>
                  <a:defRPr/>
                </a:pPr>
                <a:endParaRPr lang="en-GB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87CEAD4E-489C-4F6E-A4CF-CC9A7486F9F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>
                <a:defPPr>
                  <a:defRPr lang="tr-TR"/>
                </a:defPPr>
              </a:lstStyle>
              <a:p>
                <a:pPr>
                  <a:defRPr/>
                </a:pPr>
                <a:endParaRPr lang="en-GB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B29B0293-BF89-49A5-B60D-C08EC931E2E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>
                <a:defPPr>
                  <a:defRPr lang="tr-TR"/>
                </a:defPPr>
              </a:lstStyle>
              <a:p>
                <a:pPr>
                  <a:defRPr/>
                </a:pPr>
                <a:endParaRPr lang="en-GB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771A7D95-8AF1-4FA9-8D0A-897138F5BC6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>
                <a:defPPr>
                  <a:defRPr lang="tr-TR"/>
                </a:defPPr>
              </a:lstStyle>
              <a:p>
                <a:pPr>
                  <a:defRPr/>
                </a:pPr>
                <a:endParaRPr lang="en-GB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6C31224A-DAE8-4480-AFE9-3CC3E8B72CE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>
                <a:defPPr>
                  <a:defRPr lang="tr-TR"/>
                </a:defPPr>
              </a:lstStyle>
              <a:p>
                <a:pPr>
                  <a:defRPr/>
                </a:pPr>
                <a:endParaRPr lang="en-GB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9FD955B3-E4B7-4A0B-9A0C-C724F9439FD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>
                <a:defPPr>
                  <a:defRPr lang="tr-TR"/>
                </a:defPPr>
              </a:lstStyle>
              <a:p>
                <a:pPr>
                  <a:defRPr/>
                </a:pPr>
                <a:endParaRPr lang="en-GB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3688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4800">
                <a:solidFill>
                  <a:srgbClr val="FFFFFF"/>
                </a:solidFill>
                <a:latin typeface="Palatino Linotype" pitchFamily="18" charset="0"/>
              </a:defRPr>
            </a:lvl1pPr>
          </a:lstStyle>
          <a:p>
            <a:r>
              <a:rPr lang="tr-TR"/>
              <a:t>Click to edit Master title style</a:t>
            </a:r>
          </a:p>
        </p:txBody>
      </p:sp>
      <p:sp>
        <p:nvSpPr>
          <p:cNvPr id="3688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600">
                <a:latin typeface="Palatino Linotype" pitchFamily="18" charset="0"/>
              </a:defRPr>
            </a:lvl1pPr>
          </a:lstStyle>
          <a:p>
            <a:r>
              <a:rPr lang="tr-TR"/>
              <a:t>Click to edit Master subtitle style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5C356288-A310-49BE-BC20-550B7A236C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68313" y="537368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tr-TR"/>
            </a:defPPr>
            <a:lvl1pPr marL="0" algn="l" defTabSz="914400" rtl="0" eaLnBrk="1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id="{FBBC9E0F-E015-4A91-9A25-68E6F0E74A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Ch. Eick: COSC 6342 ML Topic`</a:t>
            </a:r>
            <a:endParaRPr lang="tr-TR"/>
          </a:p>
        </p:txBody>
      </p:sp>
      <p:sp>
        <p:nvSpPr>
          <p:cNvPr id="20" name="Rectangle 22">
            <a:extLst>
              <a:ext uri="{FF2B5EF4-FFF2-40B4-BE49-F238E27FC236}">
                <a16:creationId xmlns:a16="http://schemas.microsoft.com/office/drawing/2014/main" id="{CD76C19F-A03E-4D1A-B4A3-B71B155F4B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99BD73-8BE1-4DAA-863A-1084CD7D32E4}" type="slidenum">
              <a:rPr lang="tr-TR" altLang="en-US"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4090804795"/>
      </p:ext>
    </p:extLst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8C56F4-23F3-4E12-9E61-3B5C1C578F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Alpydin &amp; Ch. Eick: ML Topic1</a:t>
            </a:r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193B0-B608-4E52-855F-AE7AFB980B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9B4F224-1632-4E16-9BC4-48E0D7514A4B}" type="slidenum">
              <a:rPr lang="tr-TR" altLang="en-US"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872649579"/>
      </p:ext>
    </p:extLst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preserve="1" userDrawn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4015D37-E112-4DAF-95DB-8594E7E2F4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CA5BF2B-B1A9-46C0-844C-5E636E22EDD0}" type="slidenum">
              <a:rPr lang="tr-TR" altLang="en-US"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4160882698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theme" Target="../theme/theme2.xml" /><Relationship Id="rId2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_rels/slideMaster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slideLayout" Target="../slideLayouts/slideLayout32.xml" /><Relationship Id="rId11" Type="http://schemas.openxmlformats.org/officeDocument/2006/relationships/slideLayout" Target="../slideLayouts/slideLayout33.xml" /><Relationship Id="rId12" Type="http://schemas.openxmlformats.org/officeDocument/2006/relationships/slideLayout" Target="../slideLayouts/slideLayout34.xml" /><Relationship Id="rId13" Type="http://schemas.openxmlformats.org/officeDocument/2006/relationships/image" Target="../media/image1.png" /><Relationship Id="rId14" Type="http://schemas.openxmlformats.org/officeDocument/2006/relationships/theme" Target="../theme/theme3.xml" /><Relationship Id="rId2" Type="http://schemas.openxmlformats.org/officeDocument/2006/relationships/slideLayout" Target="../slideLayouts/slideLayout24.xml" /><Relationship Id="rId3" Type="http://schemas.openxmlformats.org/officeDocument/2006/relationships/slideLayout" Target="../slideLayouts/slideLayout25.xml" /><Relationship Id="rId4" Type="http://schemas.openxmlformats.org/officeDocument/2006/relationships/slideLayout" Target="../slideLayouts/slideLayout26.xml" /><Relationship Id="rId5" Type="http://schemas.openxmlformats.org/officeDocument/2006/relationships/slideLayout" Target="../slideLayouts/slideLayout27.xml" /><Relationship Id="rId6" Type="http://schemas.openxmlformats.org/officeDocument/2006/relationships/slideLayout" Target="../slideLayouts/slideLayout28.xml" /><Relationship Id="rId7" Type="http://schemas.openxmlformats.org/officeDocument/2006/relationships/slideLayout" Target="../slideLayouts/slideLayout29.xml" /><Relationship Id="rId8" Type="http://schemas.openxmlformats.org/officeDocument/2006/relationships/slideLayout" Target="../slideLayouts/slideLayout30.xml" /><Relationship Id="rId9" Type="http://schemas.openxmlformats.org/officeDocument/2006/relationships/slideLayout" Target="../slideLayouts/slideLayout31.xml" /></Relationships>
</file>

<file path=ppt/slideMasters/_rels/slideMaster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5.xml" /><Relationship Id="rId2" Type="http://schemas.openxmlformats.org/officeDocument/2006/relationships/slideLayout" Target="../slideLayouts/slideLayout36.xml" /><Relationship Id="rId3" Type="http://schemas.openxmlformats.org/officeDocument/2006/relationships/slideLayout" Target="../slideLayouts/slideLayout37.xml" /><Relationship Id="rId4" Type="http://schemas.openxmlformats.org/officeDocument/2006/relationships/theme" Target="../theme/theme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8ACF31C-2AF1-4DD1-BCB6-CAD97FA4A8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7E7978B-222A-48C8-8081-68D3239B5F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52425" y="1219200"/>
            <a:ext cx="8650288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4DE76BE-2AA7-4DC3-BE90-E39F13A0534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0" fontAlgn="base" hangingPunct="0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Times New Roman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256905A-DE00-4AFB-B21B-589BD407F49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0" fontAlgn="base" hangingPunct="0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Times New Roman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BİL711  Natural Language Processing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B572D53-0788-4D0E-BA4D-D902BB0352E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0" fontAlgn="base" hangingPunct="0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</a:lstStyle>
          <a:p>
            <a:fld id="{4A4B1439-6959-4F4D-9637-C72E8B1DC2E0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ransition/>
  <p:timing/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bg>
      <p:bgPr>
        <a:blipFill dpi="0"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25" name="Rectangle 1">
            <a:extLst>
              <a:ext uri="{FF2B5EF4-FFF2-40B4-BE49-F238E27FC236}">
                <a16:creationId xmlns:a16="http://schemas.microsoft.com/office/drawing/2014/main" id="{8CCC6AAB-D019-46DB-9E1A-84979CA9C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9700" y="304800"/>
            <a:ext cx="6324600" cy="609600"/>
          </a:xfrm>
          <a:prstGeom prst="rect">
            <a:avLst/>
          </a:prstGeom>
          <a:solidFill>
            <a:srgbClr val="99CCFF">
              <a:alpha val="50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</a:lstStyle>
          <a:p>
            <a:endParaRPr lang="en-US"/>
          </a:p>
        </p:txBody>
      </p:sp>
      <p:sp>
        <p:nvSpPr>
          <p:cNvPr id="1026" name="Rectangle 2">
            <a:extLst>
              <a:ext uri="{FF2B5EF4-FFF2-40B4-BE49-F238E27FC236}">
                <a16:creationId xmlns:a16="http://schemas.microsoft.com/office/drawing/2014/main" id="{D23B9232-17E1-4920-B64E-3B508ED026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152400"/>
            <a:ext cx="7008813" cy="91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47D3765-C1EE-464A-9803-874BACC162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1600" y="1295400"/>
            <a:ext cx="6475413" cy="472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0BADD8B-2051-49FE-8648-11B143654205}"/>
              </a:ext>
            </a:extLst>
          </p:cNvPr>
          <p:cNvSpPr>
            <a:spLocks noGrp="1" noChangeArrowheads="1"/>
          </p:cNvSpPr>
          <p:nvPr>
            <p:ph type="dt" idx="2"/>
          </p:nvPr>
        </p:nvSpPr>
        <p:spPr bwMode="auto">
          <a:xfrm>
            <a:off x="457200" y="6248400"/>
            <a:ext cx="2132013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l" defTabSz="457200" rtl="0" eaLnBrk="1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/>
                <a:tab pos="914400"/>
                <a:tab pos="1828800"/>
                <a:tab pos="2743200"/>
                <a:tab pos="3657600"/>
                <a:tab pos="4572000"/>
                <a:tab pos="5486400"/>
                <a:tab pos="6400800"/>
                <a:tab pos="7315200"/>
                <a:tab pos="8229600"/>
                <a:tab pos="9144000"/>
                <a:tab pos="10058400"/>
              </a:tabLst>
              <a:defRPr sz="1800" kern="120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EBD6B69-262D-4419-A86B-F32C1C2278B9}"/>
              </a:ext>
            </a:extLst>
          </p:cNvPr>
          <p:cNvSpPr>
            <a:spLocks noGrp="1" noChangeArrowheads="1"/>
          </p:cNvSpPr>
          <p:nvPr>
            <p:ph type="ftr" idx="3"/>
          </p:nvPr>
        </p:nvSpPr>
        <p:spPr bwMode="auto">
          <a:xfrm>
            <a:off x="3124200" y="6248400"/>
            <a:ext cx="2894013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l" defTabSz="457200" rtl="0" eaLnBrk="1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/>
                <a:tab pos="914400"/>
                <a:tab pos="1828800"/>
                <a:tab pos="2743200"/>
                <a:tab pos="3657600"/>
                <a:tab pos="4572000"/>
                <a:tab pos="5486400"/>
                <a:tab pos="6400800"/>
                <a:tab pos="7315200"/>
                <a:tab pos="8229600"/>
                <a:tab pos="9144000"/>
                <a:tab pos="10058400"/>
              </a:tabLst>
              <a:defRPr sz="1800" kern="120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31A9D31-E977-49AF-B54E-815C9C2349CC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6553200" y="6248400"/>
            <a:ext cx="2132013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l" defTabSz="457200" rtl="0" eaLnBrk="1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/>
                <a:tab pos="914400"/>
                <a:tab pos="1828800"/>
                <a:tab pos="2743200"/>
                <a:tab pos="3657600"/>
                <a:tab pos="4572000"/>
                <a:tab pos="5486400"/>
                <a:tab pos="6400800"/>
                <a:tab pos="7315200"/>
                <a:tab pos="8229600"/>
                <a:tab pos="9144000"/>
                <a:tab pos="10058400"/>
              </a:tabLst>
              <a:defRPr sz="1800" kern="120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40E1E861-5612-4403-BD6D-32E83C0035C4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transition/>
  <p:timing/>
  <p:txStyles>
    <p:titleStyle>
      <a:lvl1pPr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Tx/>
        <a:buFont typeface="Times New Roman" panose="02020603050405020304" pitchFamily="18" charset="0"/>
        <a:defRPr sz="2400" kern="1200">
          <a:solidFill>
            <a:srgbClr val="FFFFCC"/>
          </a:solidFill>
          <a:latin typeface="+mj-lt"/>
          <a:ea typeface="+mj-ea"/>
          <a:cs typeface="+mj-cs"/>
        </a:defRPr>
      </a:lvl1pPr>
      <a:lvl2pPr marL="742950" indent="-285750"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Tx/>
        <a:buFont typeface="Times New Roman" panose="02020603050405020304" pitchFamily="18" charset="0"/>
        <a:defRPr sz="2400">
          <a:solidFill>
            <a:srgbClr val="FFFFCC"/>
          </a:solidFill>
          <a:latin typeface="Gill Sans MT" panose="020b0502020104020203" pitchFamily="34" charset="0"/>
          <a:cs typeface="Arial" pitchFamily="34" charset="0"/>
        </a:defRPr>
      </a:lvl2pPr>
      <a:lvl3pPr marL="1143000" indent="-228600"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Tx/>
        <a:buFont typeface="Times New Roman" panose="02020603050405020304" pitchFamily="18" charset="0"/>
        <a:defRPr sz="2400">
          <a:solidFill>
            <a:srgbClr val="FFFFCC"/>
          </a:solidFill>
          <a:latin typeface="Gill Sans MT" panose="020b0502020104020203" pitchFamily="34" charset="0"/>
          <a:cs typeface="Arial" pitchFamily="34" charset="0"/>
        </a:defRPr>
      </a:lvl3pPr>
      <a:lvl4pPr marL="1600200" indent="-228600"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Tx/>
        <a:buFont typeface="Times New Roman" panose="02020603050405020304" pitchFamily="18" charset="0"/>
        <a:defRPr sz="2400">
          <a:solidFill>
            <a:srgbClr val="FFFFCC"/>
          </a:solidFill>
          <a:latin typeface="Gill Sans MT" panose="020b0502020104020203" pitchFamily="34" charset="0"/>
          <a:cs typeface="Arial" pitchFamily="34" charset="0"/>
        </a:defRPr>
      </a:lvl4pPr>
      <a:lvl5pPr marL="2057400" indent="-228600"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Tx/>
        <a:buFont typeface="Times New Roman" panose="02020603050405020304" pitchFamily="18" charset="0"/>
        <a:defRPr sz="2400">
          <a:solidFill>
            <a:srgbClr val="FFFFCC"/>
          </a:solidFill>
          <a:latin typeface="Gill Sans MT" panose="020b0502020104020203" pitchFamily="34" charset="0"/>
          <a:cs typeface="Arial" pitchFamily="34" charset="0"/>
        </a:defRPr>
      </a:lvl5pPr>
      <a:lvl6pPr marL="2514600" indent="-228600"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Tx/>
        <a:buFont typeface="Times New Roman" panose="02020603050405020304" pitchFamily="18" charset="0"/>
        <a:defRPr sz="2400">
          <a:solidFill>
            <a:srgbClr val="FFFFCC"/>
          </a:solidFill>
          <a:latin typeface="Gill Sans MT" panose="020b0502020104020203" pitchFamily="34" charset="0"/>
          <a:cs typeface="Arial" pitchFamily="34" charset="0"/>
        </a:defRPr>
      </a:lvl6pPr>
      <a:lvl7pPr marL="2971800" indent="-228600"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Tx/>
        <a:buFont typeface="Times New Roman" panose="02020603050405020304" pitchFamily="18" charset="0"/>
        <a:defRPr sz="2400">
          <a:solidFill>
            <a:srgbClr val="FFFFCC"/>
          </a:solidFill>
          <a:latin typeface="Gill Sans MT" panose="020b0502020104020203" pitchFamily="34" charset="0"/>
          <a:cs typeface="Arial" pitchFamily="34" charset="0"/>
        </a:defRPr>
      </a:lvl7pPr>
      <a:lvl8pPr marL="3429000" indent="-228600"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Tx/>
        <a:buFont typeface="Times New Roman" panose="02020603050405020304" pitchFamily="18" charset="0"/>
        <a:defRPr sz="2400">
          <a:solidFill>
            <a:srgbClr val="FFFFCC"/>
          </a:solidFill>
          <a:latin typeface="Gill Sans MT" panose="020b0502020104020203" pitchFamily="34" charset="0"/>
          <a:cs typeface="Arial" pitchFamily="34" charset="0"/>
        </a:defRPr>
      </a:lvl8pPr>
      <a:lvl9pPr marL="3886200" indent="-228600"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Tx/>
        <a:buFont typeface="Times New Roman" panose="02020603050405020304" pitchFamily="18" charset="0"/>
        <a:defRPr sz="2400">
          <a:solidFill>
            <a:srgbClr val="FFFFCC"/>
          </a:solidFill>
          <a:latin typeface="Gill Sans MT" panose="020b0502020104020203" pitchFamily="34" charset="0"/>
          <a:cs typeface="Arial" pitchFamily="34" charset="0"/>
        </a:defRPr>
      </a:lvl9pPr>
    </p:titleStyle>
    <p:bodyStyle>
      <a:lvl1pPr marL="342900" indent="-342900" algn="l" defTabSz="457200" rtl="0" fontAlgn="base">
        <a:spcBef>
          <a:spcPts val="600"/>
        </a:spcBef>
        <a:spcAft>
          <a:spcPct val="0"/>
        </a:spcAft>
        <a:buClr>
          <a:srgbClr val="000000"/>
        </a:buClr>
        <a:buSzTx/>
        <a:buFont typeface="Times New Roman" panose="02020603050405020304" pitchFamily="18" charset="0"/>
        <a:defRPr sz="2400" kern="1200">
          <a:solidFill>
            <a:srgbClr val="FFFFFF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Tx/>
        <a:buFont typeface="Times New Roman" panose="02020603050405020304" pitchFamily="18" charset="0"/>
        <a:defRPr sz="2000" kern="1200">
          <a:solidFill>
            <a:srgbClr val="FFFFFF"/>
          </a:solidFill>
          <a:latin typeface="+mn-lt"/>
          <a:ea typeface="+mn-ea"/>
          <a:cs typeface="+mn-cs"/>
        </a:defRPr>
      </a:lvl2pPr>
      <a:lvl3pPr marL="1143000" indent="-228600" algn="l" defTabSz="457200" rtl="0" fontAlgn="base">
        <a:spcBef>
          <a:spcPts val="450"/>
        </a:spcBef>
        <a:spcAft>
          <a:spcPct val="0"/>
        </a:spcAft>
        <a:buClr>
          <a:srgbClr val="000000"/>
        </a:buClr>
        <a:buSzTx/>
        <a:buFont typeface="Times New Roman" panose="02020603050405020304" pitchFamily="18" charset="0"/>
        <a:defRPr kern="1200">
          <a:solidFill>
            <a:srgbClr val="FFFFFF"/>
          </a:solidFill>
          <a:latin typeface="+mn-lt"/>
          <a:ea typeface="+mn-ea"/>
          <a:cs typeface="+mn-cs"/>
        </a:defRPr>
      </a:lvl3pPr>
      <a:lvl4pPr marL="1600200" indent="-228600" algn="l" defTabSz="457200" rtl="0" fontAlgn="base">
        <a:spcBef>
          <a:spcPts val="400"/>
        </a:spcBef>
        <a:spcAft>
          <a:spcPct val="0"/>
        </a:spcAft>
        <a:buClr>
          <a:srgbClr val="000000"/>
        </a:buClr>
        <a:buSzTx/>
        <a:buFont typeface="Times New Roman" panose="02020603050405020304" pitchFamily="18" charset="0"/>
        <a:defRPr sz="1600" kern="1200">
          <a:solidFill>
            <a:srgbClr val="FFFFFF"/>
          </a:solidFill>
          <a:latin typeface="+mn-lt"/>
          <a:ea typeface="+mn-ea"/>
          <a:cs typeface="+mn-cs"/>
        </a:defRPr>
      </a:lvl4pPr>
      <a:lvl5pPr marL="2057400" indent="-228600" algn="l" defTabSz="457200" rtl="0" fontAlgn="base">
        <a:spcBef>
          <a:spcPts val="350"/>
        </a:spcBef>
        <a:spcAft>
          <a:spcPct val="0"/>
        </a:spcAft>
        <a:buClr>
          <a:srgbClr val="000000"/>
        </a:buClr>
        <a:buSzTx/>
        <a:buFont typeface="Times New Roman" panose="02020603050405020304" pitchFamily="18" charset="0"/>
        <a:defRPr sz="14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33A8C4CA-D09D-4442-8F36-40EAF46C3BE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642100"/>
            <a:ext cx="6048375" cy="215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tr-TR"/>
            </a:defPPr>
            <a:lvl1pPr marL="0" algn="l" defTabSz="914400" rtl="0" eaLnBrk="1" fontAlgn="base" hangingPunct="0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Alpaydin &amp; Christoph F. Eick: COSC 6342; Topic1</a:t>
            </a:r>
            <a:endParaRPr lang="tr-TR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A11E8746-9779-44BE-94A5-FFF50F6A921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8125" y="623728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tr-TR"/>
            </a:defPPr>
            <a:lvl1pPr marL="0" algn="r" defTabSz="914400" rtl="0" eaLnBrk="1" fontAlgn="base" hangingPunct="0">
              <a:spcBef>
                <a:spcPct val="0"/>
              </a:spcBef>
              <a:spcAft>
                <a:spcPct val="0"/>
              </a:spcAft>
              <a:defRPr sz="1400" i="1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1pPr>
          </a:lstStyle>
          <a:p>
            <a:fld id="{C91BBE0F-CF44-40E6-9286-2D2F47CC12C3}" type="slidenum">
              <a:rPr lang="tr-TR" altLang="en-US"/>
              <a:t>‹#›</a:t>
            </a:fld>
            <a:endParaRPr lang="tr-TR" altLang="en-US"/>
          </a:p>
        </p:txBody>
      </p:sp>
      <p:grpSp>
        <p:nvGrpSpPr>
          <p:cNvPr id="2052" name="Group 4">
            <a:extLst>
              <a:ext uri="{FF2B5EF4-FFF2-40B4-BE49-F238E27FC236}">
                <a16:creationId xmlns:a16="http://schemas.microsoft.com/office/drawing/2014/main" id="{A9495176-AB1F-4ED4-A53B-705BA82A80A2}"/>
              </a:ext>
            </a:extLst>
          </p:cNvPr>
          <p:cNvGrpSpPr/>
          <p:nvPr/>
        </p:nvGrpSpPr>
        <p:grpSpPr>
          <a:xfrm>
            <a:off x="0" y="0"/>
            <a:ext cx="9144000" cy="546100"/>
            <a:chExt cx="5760" cy="344"/>
          </a:xfrm>
        </p:grpSpPr>
        <p:sp>
          <p:nvSpPr>
            <p:cNvPr id="35845" name="Rectangle 5">
              <a:extLst>
                <a:ext uri="{FF2B5EF4-FFF2-40B4-BE49-F238E27FC236}">
                  <a16:creationId xmlns:a16="http://schemas.microsoft.com/office/drawing/2014/main" id="{75389E84-59EB-4142-8EE0-440EF252C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tr-TR"/>
              </a:defPPr>
            </a:lstStyle>
            <a:p>
              <a:pPr algn="ctr">
                <a:defRPr/>
              </a:pPr>
              <a:endParaRPr lang="en-GB" sz="2400">
                <a:latin typeface="Times New Roman" pitchFamily="18" charset="0"/>
              </a:endParaRPr>
            </a:p>
          </p:txBody>
        </p:sp>
        <p:sp>
          <p:nvSpPr>
            <p:cNvPr id="35846" name="Rectangle 6">
              <a:extLst>
                <a:ext uri="{FF2B5EF4-FFF2-40B4-BE49-F238E27FC236}">
                  <a16:creationId xmlns:a16="http://schemas.microsoft.com/office/drawing/2014/main" id="{A4F93658-5D21-4CEE-A7F7-315C45D09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>
              <a:defPPr>
                <a:defRPr lang="tr-TR"/>
              </a:defPPr>
            </a:lstStyle>
            <a:p>
              <a:pPr>
                <a:defRPr/>
              </a:pPr>
              <a:endParaRPr lang="en-GB" sz="2400">
                <a:latin typeface="Times New Roman" pitchFamily="18" charset="0"/>
              </a:endParaRPr>
            </a:p>
          </p:txBody>
        </p:sp>
        <p:sp>
          <p:nvSpPr>
            <p:cNvPr id="35847" name="Rectangle 7">
              <a:extLst>
                <a:ext uri="{FF2B5EF4-FFF2-40B4-BE49-F238E27FC236}">
                  <a16:creationId xmlns:a16="http://schemas.microsoft.com/office/drawing/2014/main" id="{D90C74FD-0261-4984-AE62-8F8378DAFF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>
              <a:defPPr>
                <a:defRPr lang="tr-TR"/>
              </a:defPPr>
            </a:lstStyle>
            <a:p>
              <a:pPr>
                <a:defRPr/>
              </a:pPr>
              <a:endParaRPr lang="en-GB" sz="1800">
                <a:solidFill>
                  <a:schemeClr val="hlink"/>
                </a:solidFill>
                <a:latin typeface="Arial" pitchFamily="34" charset="0"/>
              </a:endParaRPr>
            </a:p>
          </p:txBody>
        </p:sp>
        <p:sp>
          <p:nvSpPr>
            <p:cNvPr id="35848" name="Rectangle 8">
              <a:extLst>
                <a:ext uri="{FF2B5EF4-FFF2-40B4-BE49-F238E27FC236}">
                  <a16:creationId xmlns:a16="http://schemas.microsoft.com/office/drawing/2014/main" id="{BEFB5647-7D5F-46ED-8FA7-210345879C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>
              <a:defPPr>
                <a:defRPr lang="tr-TR"/>
              </a:defPPr>
            </a:lstStyle>
            <a:p>
              <a:pPr>
                <a:defRPr/>
              </a:pPr>
              <a:endParaRPr lang="en-GB" sz="1800">
                <a:solidFill>
                  <a:schemeClr val="hlink"/>
                </a:solidFill>
                <a:latin typeface="Arial" pitchFamily="34" charset="0"/>
              </a:endParaRPr>
            </a:p>
          </p:txBody>
        </p:sp>
        <p:sp>
          <p:nvSpPr>
            <p:cNvPr id="35849" name="Rectangle 9">
              <a:extLst>
                <a:ext uri="{FF2B5EF4-FFF2-40B4-BE49-F238E27FC236}">
                  <a16:creationId xmlns:a16="http://schemas.microsoft.com/office/drawing/2014/main" id="{5B8C9FD7-D6A4-4332-9DE1-F7DF64EA7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>
              <a:defPPr>
                <a:defRPr lang="tr-TR"/>
              </a:defPPr>
            </a:lstStyle>
            <a:p>
              <a:pPr>
                <a:defRPr/>
              </a:pPr>
              <a:endParaRPr lang="en-GB" sz="1800">
                <a:solidFill>
                  <a:schemeClr val="accent2"/>
                </a:solidFill>
                <a:latin typeface="Arial" pitchFamily="34" charset="0"/>
              </a:endParaRPr>
            </a:p>
          </p:txBody>
        </p:sp>
        <p:sp>
          <p:nvSpPr>
            <p:cNvPr id="35850" name="Rectangle 10">
              <a:extLst>
                <a:ext uri="{FF2B5EF4-FFF2-40B4-BE49-F238E27FC236}">
                  <a16:creationId xmlns:a16="http://schemas.microsoft.com/office/drawing/2014/main" id="{A5D2DDCF-30AD-45CB-B368-793734D61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>
              <a:defPPr>
                <a:defRPr lang="tr-TR"/>
              </a:defPPr>
            </a:lstStyle>
            <a:p>
              <a:pPr>
                <a:defRPr/>
              </a:pPr>
              <a:endParaRPr lang="en-GB" sz="1800">
                <a:solidFill>
                  <a:schemeClr val="hlink"/>
                </a:solidFill>
                <a:latin typeface="Arial" pitchFamily="34" charset="0"/>
              </a:endParaRPr>
            </a:p>
          </p:txBody>
        </p:sp>
        <p:sp>
          <p:nvSpPr>
            <p:cNvPr id="35851" name="Rectangle 11">
              <a:extLst>
                <a:ext uri="{FF2B5EF4-FFF2-40B4-BE49-F238E27FC236}">
                  <a16:creationId xmlns:a16="http://schemas.microsoft.com/office/drawing/2014/main" id="{40F54FC5-2EFC-428D-95AA-8751AAE1E2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>
              <a:defPPr>
                <a:defRPr lang="tr-TR"/>
              </a:defPPr>
            </a:lstStyle>
            <a:p>
              <a:pPr>
                <a:defRPr/>
              </a:pPr>
              <a:endParaRPr lang="en-GB" sz="2400">
                <a:latin typeface="Times New Roman" pitchFamily="18" charset="0"/>
              </a:endParaRPr>
            </a:p>
          </p:txBody>
        </p:sp>
        <p:sp>
          <p:nvSpPr>
            <p:cNvPr id="35852" name="Rectangle 12">
              <a:extLst>
                <a:ext uri="{FF2B5EF4-FFF2-40B4-BE49-F238E27FC236}">
                  <a16:creationId xmlns:a16="http://schemas.microsoft.com/office/drawing/2014/main" id="{96001522-96FC-4168-B243-59FD56945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>
              <a:defPPr>
                <a:defRPr lang="tr-TR"/>
              </a:defPPr>
            </a:lstStyle>
            <a:p>
              <a:pPr>
                <a:defRPr/>
              </a:pPr>
              <a:endParaRPr lang="en-GB" sz="1800">
                <a:solidFill>
                  <a:schemeClr val="accent2"/>
                </a:solidFill>
                <a:latin typeface="Arial" pitchFamily="34" charset="0"/>
              </a:endParaRPr>
            </a:p>
          </p:txBody>
        </p:sp>
        <p:sp>
          <p:nvSpPr>
            <p:cNvPr id="35853" name="Rectangle 13">
              <a:extLst>
                <a:ext uri="{FF2B5EF4-FFF2-40B4-BE49-F238E27FC236}">
                  <a16:creationId xmlns:a16="http://schemas.microsoft.com/office/drawing/2014/main" id="{1F324308-E6F5-4058-9CCE-0B04A3F3E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>
              <a:defPPr>
                <a:defRPr lang="tr-TR"/>
              </a:defPPr>
            </a:lstStyle>
            <a:p>
              <a:pPr>
                <a:defRPr/>
              </a:pPr>
              <a:endParaRPr lang="en-GB" sz="1800">
                <a:solidFill>
                  <a:schemeClr val="accent2"/>
                </a:solidFill>
                <a:latin typeface="Arial" pitchFamily="34" charset="0"/>
              </a:endParaRPr>
            </a:p>
          </p:txBody>
        </p:sp>
      </p:grpSp>
      <p:sp>
        <p:nvSpPr>
          <p:cNvPr id="2053" name="Rectangle 14">
            <a:extLst>
              <a:ext uri="{FF2B5EF4-FFF2-40B4-BE49-F238E27FC236}">
                <a16:creationId xmlns:a16="http://schemas.microsoft.com/office/drawing/2014/main" id="{E753D14B-CA82-40DF-8E9B-0F216B3EF5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en-US"/>
              <a:t>Click to edit Master title style</a:t>
            </a:r>
          </a:p>
        </p:txBody>
      </p:sp>
      <p:sp>
        <p:nvSpPr>
          <p:cNvPr id="2054" name="Rectangle 15">
            <a:extLst>
              <a:ext uri="{FF2B5EF4-FFF2-40B4-BE49-F238E27FC236}">
                <a16:creationId xmlns:a16="http://schemas.microsoft.com/office/drawing/2014/main" id="{A46212AD-C21B-4E07-926A-23EC025077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en-US"/>
              <a:t>Click to edit Master text styles</a:t>
            </a:r>
          </a:p>
          <a:p>
            <a:pPr lvl="1"/>
            <a:r>
              <a:rPr lang="tr-TR" altLang="en-US"/>
              <a:t>Second level</a:t>
            </a:r>
          </a:p>
          <a:p>
            <a:pPr lvl="2"/>
            <a:r>
              <a:rPr lang="tr-TR" altLang="en-US"/>
              <a:t>Third level</a:t>
            </a:r>
          </a:p>
          <a:p>
            <a:pPr lvl="3"/>
            <a:r>
              <a:rPr lang="tr-TR" altLang="en-US"/>
              <a:t>Fourth level</a:t>
            </a:r>
          </a:p>
          <a:p>
            <a:pPr lvl="4"/>
            <a:r>
              <a:rPr lang="tr-TR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16" r:id="rId2"/>
    <p:sldLayoutId id="2147483717" r:id="rId3"/>
  </p:sldLayoutIdLst>
  <p:transition/>
  <p:timing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i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i="1">
          <a:solidFill>
            <a:schemeClr val="bg2"/>
          </a:solidFill>
          <a:latin typeface="Lucida Bright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i="1">
          <a:solidFill>
            <a:schemeClr val="bg2"/>
          </a:solidFill>
          <a:latin typeface="Lucida Bright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i="1">
          <a:solidFill>
            <a:schemeClr val="bg2"/>
          </a:solidFill>
          <a:latin typeface="Lucida Bright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i="1">
          <a:solidFill>
            <a:schemeClr val="bg2"/>
          </a:solidFill>
          <a:latin typeface="Lucida Bright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i="1">
          <a:solidFill>
            <a:schemeClr val="bg2"/>
          </a:solidFill>
          <a:latin typeface="Lucida Bright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i="1">
          <a:solidFill>
            <a:schemeClr val="bg2"/>
          </a:solidFill>
          <a:latin typeface="Lucida Bright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i="1">
          <a:solidFill>
            <a:schemeClr val="bg2"/>
          </a:solidFill>
          <a:latin typeface="Lucida Bright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i="1">
          <a:solidFill>
            <a:schemeClr val="bg2"/>
          </a:solidFill>
          <a:latin typeface="Lucida Bright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 /><Relationship Id="rId2" Type="http://schemas.openxmlformats.org/officeDocument/2006/relationships/notesSlide" Target="../notesSlides/notesSlide1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6.xml" /><Relationship Id="rId2" Type="http://schemas.openxmlformats.org/officeDocument/2006/relationships/notesSlide" Target="../notesSlides/notesSlide2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6.xml" /></Relationships>
</file>

<file path=ppt/slides/slide1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Java 18.1.</a:t>
            </a:r>
          </a:p>
          <a:p>
            <a:pPr algn="ctr"/>
            <a:r>
              <a:t>Copyright 2004-2018 Aspose Pty Ltd.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7170" name="Footer Placeholder 4">
            <a:extLst>
              <a:ext uri="{FF2B5EF4-FFF2-40B4-BE49-F238E27FC236}">
                <a16:creationId xmlns:a16="http://schemas.microsoft.com/office/drawing/2014/main" id="{91AE289A-FF7E-49C3-82E5-C8493E4AB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algn="ctr" defTabSz="914400" fontAlgn="base">
              <a:spcBef>
                <a:spcPct val="0"/>
              </a:spcBef>
              <a:spcAft>
                <a:spcPct val="0"/>
              </a:spcAft>
              <a:buNone/>
              <a:defRPr kumimoji="0" sz="2400" b="0" i="0" kern="1200" normalizeH="0" noProof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defRPr>
            </a:pPr>
            <a:r>
              <a:rPr kumimoji="0" lang="en-US" altLang="en-US" sz="800" b="0" i="0" kern="1200" normalizeH="0" noProof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BİL711  Natural Language Processing</a:t>
            </a:r>
          </a:p>
        </p:txBody>
      </p:sp>
      <p:sp>
        <p:nvSpPr>
          <p:cNvPr id="7171" name="Slide Number Placeholder 5">
            <a:extLst>
              <a:ext uri="{FF2B5EF4-FFF2-40B4-BE49-F238E27FC236}">
                <a16:creationId xmlns:a16="http://schemas.microsoft.com/office/drawing/2014/main" id="{C82E1BE9-9073-4713-840F-ED3CFBFE1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algn="r" defTabSz="914400" fontAlgn="base">
              <a:spcBef>
                <a:spcPct val="0"/>
              </a:spcBef>
              <a:spcAft>
                <a:spcPct val="0"/>
              </a:spcAft>
              <a:buNone/>
              <a:defRPr kumimoji="0" sz="2400" b="0" i="0" kern="1200" normalizeH="0" noProof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defRPr>
            </a:pPr>
            <a:fld id="{027B9079-8241-4B5E-AC52-9758D9311F8C}" type="slidenum">
              <a:rPr kumimoji="0" lang="en-US" altLang="en-US" sz="800" b="0" i="0" kern="1200" normalizeH="0" noProof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</a:t>
            </a:fld>
            <a:endParaRPr lang="en-US" altLang="en-US" sz="800"/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76494C9F-F4F2-42C3-8A64-1FDF009A18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ctr"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 kumimoji="0" sz="3200" b="1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j-lt"/>
                <a:ea typeface="+mj-ea"/>
                <a:cs typeface="+mj-cs"/>
                <a:sym typeface="Wingdings"/>
              </a:defRPr>
            </a:pPr>
            <a:r>
              <a:rPr kumimoji="0" lang="en-US" altLang="en-US" sz="3200" b="1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j-lt"/>
                <a:ea typeface="+mj-ea"/>
                <a:cs typeface="+mj-cs"/>
                <a:sym typeface="Wingdings"/>
              </a:rPr>
              <a:t>Knowledge of Language (cont.)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A89315C0-578E-43E1-9598-A3E883492B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algn="l" defTabSz="914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Char char="•"/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r>
              <a:rPr kumimoji="0" lang="en-US" altLang="en-US" sz="2400" b="1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Pragmatics</a:t>
            </a:r>
            <a:r>
              <a:rPr kumimoji="0" lang="en-US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 – concerns how sentences are used in different situations and how use affects the interpretation of the sentence.</a:t>
            </a:r>
          </a:p>
          <a:p>
            <a:pPr marL="342900" marR="0" lvl="0" indent="-342900" algn="l" defTabSz="914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Char char="•"/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endParaRPr lang="en-US" altLang="en-US"/>
          </a:p>
          <a:p>
            <a:pPr marL="342900" marR="0" lvl="0" indent="-342900" algn="l" defTabSz="914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Char char="•"/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r>
              <a:rPr kumimoji="0" lang="en-US" altLang="en-US" sz="2400" b="1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Discourse</a:t>
            </a:r>
            <a:r>
              <a:rPr kumimoji="0" lang="en-US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 – concerns how the immediately preceding sentences     affect the interpretation of the next sentence.</a:t>
            </a:r>
            <a:r>
              <a:rPr kumimoji="0" lang="tr-TR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kumimoji="0" lang="en-US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For example, interpreting pronouns and interpreting the temporal aspects of the information.</a:t>
            </a:r>
          </a:p>
          <a:p>
            <a:pPr marL="342900" marR="0" lvl="0" indent="-342900" algn="l" defTabSz="914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Char char="•"/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endParaRPr lang="en-US" altLang="en-US"/>
          </a:p>
          <a:p>
            <a:pPr marL="342900" marR="0" lvl="0" indent="-342900" algn="l" defTabSz="914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Char char="•"/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r>
              <a:rPr kumimoji="0" lang="en-US" altLang="en-US" sz="2400" b="1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World Knowledge</a:t>
            </a:r>
            <a:r>
              <a:rPr kumimoji="0" lang="en-US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 – includes general knowledge about the world. What each language user must know about the other’s beliefs and goals.</a:t>
            </a:r>
          </a:p>
        </p:txBody>
      </p:sp>
      <p:sp>
        <p:nvSpPr>
          <p:cNvPr id="717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914400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</a:lstStyle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 kumimoji="0" lang="en-US" sz="3200" b="1" i="0" normalizeH="0" noProof="1">
                <a:solidFill>
                  <a:srgbClr val="FF9999">
                    <a:alpha val="40000"/>
                  </a:srgbClr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Calibri" pitchFamily="34" charset="0"/>
                <a:ea typeface="+mn-ea"/>
                <a:cs typeface="+mn-cs"/>
              </a:defRPr>
            </a:pPr>
            <a:r>
              <a:rPr kumimoji="0" lang="en-US" sz="3200" b="1" i="0" normalizeH="0" noProof="1">
                <a:solidFill>
                  <a:srgbClr val="FF9999">
                    <a:alpha val="40000"/>
                  </a:srgbClr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Calibri" pitchFamily="34" charset="0"/>
                <a:ea typeface="+mn-ea"/>
                <a:cs typeface="+mn-cs"/>
              </a:rPr>
              <a:t>Evaluation only.</a:t>
            </a: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 kumimoji="0" lang="en-US" sz="3200" b="1" i="0" normalizeH="0" noProof="1">
                <a:solidFill>
                  <a:srgbClr val="FF9999">
                    <a:alpha val="40000"/>
                  </a:srgbClr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Calibri" pitchFamily="34" charset="0"/>
                <a:ea typeface="+mn-ea"/>
                <a:cs typeface="+mn-cs"/>
              </a:defRPr>
            </a:pPr>
            <a:r>
              <a:rPr kumimoji="0" lang="en-US" sz="3200" b="1" i="0" normalizeH="0" noProof="1">
                <a:solidFill>
                  <a:srgbClr val="FF9999">
                    <a:alpha val="40000"/>
                  </a:srgbClr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Calibri" pitchFamily="34" charset="0"/>
                <a:ea typeface="+mn-ea"/>
                <a:cs typeface="+mn-cs"/>
              </a:rPr>
              <a:t>Created with Aspose.Slides for Java 18.1.</a:t>
            </a: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 kumimoji="0" lang="en-US" sz="3200" b="1" i="0" normalizeH="0" noProof="1">
                <a:solidFill>
                  <a:srgbClr val="FF9999">
                    <a:alpha val="40000"/>
                  </a:srgbClr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Calibri" pitchFamily="34" charset="0"/>
                <a:ea typeface="+mn-ea"/>
                <a:cs typeface="+mn-cs"/>
              </a:defRPr>
            </a:pPr>
            <a:r>
              <a:rPr kumimoji="0" lang="en-US" sz="3200" b="1" i="0" normalizeH="0" noProof="1">
                <a:solidFill>
                  <a:srgbClr val="FF9999">
                    <a:alpha val="40000"/>
                  </a:srgbClr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Calibri" pitchFamily="34" charset="0"/>
                <a:ea typeface="+mn-ea"/>
                <a:cs typeface="+mn-cs"/>
              </a:rPr>
              <a:t>Copyright 2004-2018 Aspose Pty Ltd.</a:t>
            </a:r>
          </a:p>
        </p:txBody>
      </p:sp>
      <p:sp>
        <p:nvSpPr>
          <p:cNvPr id="7175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Java 18.1.</a:t>
            </a:r>
          </a:p>
          <a:p>
            <a:pPr algn="ctr"/>
            <a:r>
              <a:t>Copyright 2004-2018 Aspose Pty Ltd.</a:t>
            </a: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B094536-0EF7-4243-987E-A8ACB3BC18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algn="l" defTabSz="457200" fontAlgn="base">
              <a:spcBef>
                <a:spcPct val="0"/>
              </a:spcBef>
              <a:spcAft>
                <a:spcPct val="0"/>
              </a:spcAft>
              <a:buSzTx/>
              <a:buNone/>
              <a:defRPr kumimoji="0" sz="1800" b="0" i="0" kern="1200" normalizeH="0" noProof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pPr>
            <a:fld id="{F542CD51-854B-4E76-9584-2F57E41FCBE7}" type="slidenum">
              <a:rPr kumimoji="0" lang="en-US" altLang="en-US" sz="1800" b="0" i="0" kern="1200" normalizeH="0" noProof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3</a:t>
            </a:fld>
            <a:endParaRPr lang="en-US" altLang="en-US"/>
          </a:p>
        </p:txBody>
      </p:sp>
      <p:sp>
        <p:nvSpPr>
          <p:cNvPr id="8193" name="Rectangle 1">
            <a:extLst>
              <a:ext uri="{FF2B5EF4-FFF2-40B4-BE49-F238E27FC236}">
                <a16:creationId xmlns:a16="http://schemas.microsoft.com/office/drawing/2014/main" id="{E3B62E5C-5E12-4515-919F-5C6F33D005C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66800" y="152400"/>
            <a:ext cx="7010400" cy="914400"/>
          </a:xfrm>
        </p:spPr>
        <p:txBody>
          <a:bodyPr/>
          <a:lstStyle/>
          <a:p>
            <a:pPr marL="0" marR="0" lvl="0" indent="0" algn="ctr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/>
                <a:tab pos="914400"/>
                <a:tab pos="1828800"/>
                <a:tab pos="2743200"/>
                <a:tab pos="3657600"/>
                <a:tab pos="4572000"/>
                <a:tab pos="5486400"/>
                <a:tab pos="6400800"/>
                <a:tab pos="7315200"/>
                <a:tab pos="8229600"/>
                <a:tab pos="9144000"/>
                <a:tab pos="10058400"/>
              </a:tabLst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CC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j-lt"/>
                <a:ea typeface="+mj-ea"/>
                <a:cs typeface="+mj-cs"/>
                <a:sym typeface="Wingdings"/>
              </a:defRPr>
            </a:pPr>
            <a:r>
              <a:rPr kumimoji="0" lang="en-US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CC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j-lt"/>
                <a:ea typeface="+mj-ea"/>
                <a:cs typeface="+mj-cs"/>
                <a:sym typeface="Wingdings"/>
              </a:rPr>
              <a:t>MULTIPLE REASONS</a:t>
            </a: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761C7AB8-A744-4F17-975D-61064AAE06D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371600" y="1295400"/>
            <a:ext cx="5257800" cy="5199063"/>
          </a:xfrm>
        </p:spPr>
        <p:txBody>
          <a:bodyPr/>
          <a:lstStyle/>
          <a:p>
            <a:pPr marL="341313" marR="0" lvl="0" indent="-341313" algn="l" defTabSz="457200" fontAlgn="base">
              <a:lnSpc>
                <a:spcPct val="80000"/>
              </a:lnSpc>
              <a:spcBef>
                <a:spcPts val="500"/>
              </a:spcBef>
              <a:spcAft>
                <a:spcPct val="0"/>
              </a:spcAft>
              <a:buClr>
                <a:srgbClr val="FFFFCC"/>
              </a:buClr>
              <a:buSzPct val="80000"/>
              <a:buFont typeface="Gill Sans MT" panose="020b0502020104020203" pitchFamily="34" charset="0"/>
              <a:buChar char="•"/>
              <a:tabLst>
                <a:tab pos="911225"/>
                <a:tab pos="1825625"/>
                <a:tab pos="2740025"/>
                <a:tab pos="3654425"/>
                <a:tab pos="4568825"/>
                <a:tab pos="5483225"/>
                <a:tab pos="6397625"/>
                <a:tab pos="7312025"/>
                <a:tab pos="8226425"/>
                <a:tab pos="9140825"/>
                <a:tab pos="10055225"/>
              </a:tabLst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r>
              <a:rPr kumimoji="0" lang="en-US" altLang="en-US" sz="20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Increase in Non-Resident Tuition (NRT)</a:t>
            </a:r>
          </a:p>
          <a:p>
            <a:pPr marL="341313" marR="0" lvl="0" indent="-341313" algn="l" defTabSz="457200" fontAlgn="base">
              <a:lnSpc>
                <a:spcPct val="80000"/>
              </a:lnSpc>
              <a:spcBef>
                <a:spcPts val="500"/>
              </a:spcBef>
              <a:spcAft>
                <a:spcPct val="0"/>
              </a:spcAft>
              <a:buClr>
                <a:srgbClr val="FFFFCC"/>
              </a:buClr>
              <a:buSzPct val="80000"/>
              <a:buFont typeface="Gill Sans MT" panose="020b0502020104020203" pitchFamily="34" charset="0"/>
              <a:buNone/>
              <a:tabLst>
                <a:tab pos="911225"/>
                <a:tab pos="1825625"/>
                <a:tab pos="2740025"/>
                <a:tab pos="3654425"/>
                <a:tab pos="4568825"/>
                <a:tab pos="5483225"/>
                <a:tab pos="6397625"/>
                <a:tab pos="7312025"/>
                <a:tab pos="8226425"/>
                <a:tab pos="9140825"/>
                <a:tab pos="10055225"/>
              </a:tabLst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endParaRPr lang="en-US" altLang="en-US" sz="2000"/>
          </a:p>
          <a:p>
            <a:pPr marL="341313" marR="0" lvl="0" indent="-341313" algn="l" defTabSz="457200" fontAlgn="base">
              <a:lnSpc>
                <a:spcPct val="80000"/>
              </a:lnSpc>
              <a:spcBef>
                <a:spcPts val="500"/>
              </a:spcBef>
              <a:spcAft>
                <a:spcPct val="0"/>
              </a:spcAft>
              <a:buClr>
                <a:srgbClr val="FFFFCC"/>
              </a:buClr>
              <a:buSzPct val="80000"/>
              <a:buFont typeface="Gill Sans MT" panose="020b0502020104020203" pitchFamily="34" charset="0"/>
              <a:buChar char="•"/>
              <a:tabLst>
                <a:tab pos="911225"/>
                <a:tab pos="1825625"/>
                <a:tab pos="2740025"/>
                <a:tab pos="3654425"/>
                <a:tab pos="4568825"/>
                <a:tab pos="5483225"/>
                <a:tab pos="6397625"/>
                <a:tab pos="7312025"/>
                <a:tab pos="8226425"/>
                <a:tab pos="9140825"/>
                <a:tab pos="10055225"/>
              </a:tabLst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r>
              <a:rPr kumimoji="0" lang="en-US" altLang="en-US" sz="20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EU’s Higher Education Zone (2010)</a:t>
            </a:r>
          </a:p>
          <a:p>
            <a:pPr marL="341313" marR="0" lvl="0" indent="-341313" algn="l" defTabSz="457200" fontAlgn="base">
              <a:lnSpc>
                <a:spcPct val="80000"/>
              </a:lnSpc>
              <a:spcBef>
                <a:spcPts val="500"/>
              </a:spcBef>
              <a:spcAft>
                <a:spcPct val="0"/>
              </a:spcAft>
              <a:buClr>
                <a:srgbClr val="FFFFCC"/>
              </a:buClr>
              <a:buSzPct val="80000"/>
              <a:buFont typeface="Gill Sans MT" panose="020b0502020104020203" pitchFamily="34" charset="0"/>
              <a:buNone/>
              <a:tabLst>
                <a:tab pos="911225"/>
                <a:tab pos="1825625"/>
                <a:tab pos="2740025"/>
                <a:tab pos="3654425"/>
                <a:tab pos="4568825"/>
                <a:tab pos="5483225"/>
                <a:tab pos="6397625"/>
                <a:tab pos="7312025"/>
                <a:tab pos="8226425"/>
                <a:tab pos="9140825"/>
                <a:tab pos="10055225"/>
              </a:tabLst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endParaRPr lang="en-US" altLang="en-US" sz="2000"/>
          </a:p>
          <a:p>
            <a:pPr marL="341313" marR="0" lvl="0" indent="-341313" algn="l" defTabSz="457200" fontAlgn="base">
              <a:lnSpc>
                <a:spcPct val="80000"/>
              </a:lnSpc>
              <a:spcBef>
                <a:spcPts val="500"/>
              </a:spcBef>
              <a:spcAft>
                <a:spcPct val="0"/>
              </a:spcAft>
              <a:buClr>
                <a:srgbClr val="FFFFCC"/>
              </a:buClr>
              <a:buSzPct val="80000"/>
              <a:buFont typeface="Gill Sans MT" panose="020b0502020104020203" pitchFamily="34" charset="0"/>
              <a:buChar char="•"/>
              <a:tabLst>
                <a:tab pos="911225"/>
                <a:tab pos="1825625"/>
                <a:tab pos="2740025"/>
                <a:tab pos="3654425"/>
                <a:tab pos="4568825"/>
                <a:tab pos="5483225"/>
                <a:tab pos="6397625"/>
                <a:tab pos="7312025"/>
                <a:tab pos="8226425"/>
                <a:tab pos="9140825"/>
                <a:tab pos="10055225"/>
              </a:tabLst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r>
              <a:rPr kumimoji="0" lang="en-US" altLang="en-US" sz="20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English instruction in Hong Kong, Singapore, Australia and New Zealand</a:t>
            </a:r>
          </a:p>
          <a:p>
            <a:pPr marL="341313" marR="0" lvl="0" indent="-341313" algn="l" defTabSz="457200" fontAlgn="base">
              <a:lnSpc>
                <a:spcPct val="80000"/>
              </a:lnSpc>
              <a:spcBef>
                <a:spcPts val="500"/>
              </a:spcBef>
              <a:spcAft>
                <a:spcPct val="0"/>
              </a:spcAft>
              <a:buClr>
                <a:srgbClr val="FFFFCC"/>
              </a:buClr>
              <a:buSzPct val="80000"/>
              <a:buFont typeface="Gill Sans MT" panose="020b0502020104020203" pitchFamily="34" charset="0"/>
              <a:buNone/>
              <a:tabLst>
                <a:tab pos="911225"/>
                <a:tab pos="1825625"/>
                <a:tab pos="2740025"/>
                <a:tab pos="3654425"/>
                <a:tab pos="4568825"/>
                <a:tab pos="5483225"/>
                <a:tab pos="6397625"/>
                <a:tab pos="7312025"/>
                <a:tab pos="8226425"/>
                <a:tab pos="9140825"/>
                <a:tab pos="10055225"/>
              </a:tabLst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endParaRPr lang="en-US" altLang="en-US" sz="2000"/>
          </a:p>
          <a:p>
            <a:pPr marL="341313" marR="0" lvl="0" indent="-341313" algn="l" defTabSz="457200" fontAlgn="base">
              <a:lnSpc>
                <a:spcPct val="80000"/>
              </a:lnSpc>
              <a:spcBef>
                <a:spcPts val="500"/>
              </a:spcBef>
              <a:spcAft>
                <a:spcPct val="0"/>
              </a:spcAft>
              <a:buClr>
                <a:srgbClr val="FFFFCC"/>
              </a:buClr>
              <a:buSzPct val="80000"/>
              <a:buFont typeface="Gill Sans MT" panose="020b0502020104020203" pitchFamily="34" charset="0"/>
              <a:buChar char="•"/>
              <a:tabLst>
                <a:tab pos="911225"/>
                <a:tab pos="1825625"/>
                <a:tab pos="2740025"/>
                <a:tab pos="3654425"/>
                <a:tab pos="4568825"/>
                <a:tab pos="5483225"/>
                <a:tab pos="6397625"/>
                <a:tab pos="7312025"/>
                <a:tab pos="8226425"/>
                <a:tab pos="9140825"/>
                <a:tab pos="10055225"/>
              </a:tabLst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r>
              <a:rPr kumimoji="0" lang="en-US" altLang="en-US" sz="20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Growing educational infrastructure in China, India, and elsewhere</a:t>
            </a:r>
          </a:p>
          <a:p>
            <a:pPr marL="341313" marR="0" lvl="0" indent="-341313" algn="l" defTabSz="457200" fontAlgn="base">
              <a:lnSpc>
                <a:spcPct val="80000"/>
              </a:lnSpc>
              <a:spcBef>
                <a:spcPts val="500"/>
              </a:spcBef>
              <a:spcAft>
                <a:spcPct val="0"/>
              </a:spcAft>
              <a:buClr>
                <a:srgbClr val="FFFFCC"/>
              </a:buClr>
              <a:buSzPct val="80000"/>
              <a:buFont typeface="Gill Sans MT" panose="020b0502020104020203" pitchFamily="34" charset="0"/>
              <a:buNone/>
              <a:tabLst>
                <a:tab pos="911225"/>
                <a:tab pos="1825625"/>
                <a:tab pos="2740025"/>
                <a:tab pos="3654425"/>
                <a:tab pos="4568825"/>
                <a:tab pos="5483225"/>
                <a:tab pos="6397625"/>
                <a:tab pos="7312025"/>
                <a:tab pos="8226425"/>
                <a:tab pos="9140825"/>
                <a:tab pos="10055225"/>
              </a:tabLst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endParaRPr lang="en-US" altLang="en-US" sz="2000"/>
          </a:p>
          <a:p>
            <a:pPr marL="341313" marR="0" lvl="0" indent="-341313" algn="l" defTabSz="457200" fontAlgn="base">
              <a:lnSpc>
                <a:spcPct val="80000"/>
              </a:lnSpc>
              <a:spcBef>
                <a:spcPts val="500"/>
              </a:spcBef>
              <a:spcAft>
                <a:spcPct val="0"/>
              </a:spcAft>
              <a:buClr>
                <a:srgbClr val="FFFFCC"/>
              </a:buClr>
              <a:buSzPct val="80000"/>
              <a:buFont typeface="Gill Sans MT" panose="020b0502020104020203" pitchFamily="34" charset="0"/>
              <a:buChar char="•"/>
              <a:tabLst>
                <a:tab pos="911225"/>
                <a:tab pos="1825625"/>
                <a:tab pos="2740025"/>
                <a:tab pos="3654425"/>
                <a:tab pos="4568825"/>
                <a:tab pos="5483225"/>
                <a:tab pos="6397625"/>
                <a:tab pos="7312025"/>
                <a:tab pos="8226425"/>
                <a:tab pos="9140825"/>
                <a:tab pos="10055225"/>
              </a:tabLst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r>
              <a:rPr kumimoji="0" lang="en-US" altLang="en-US" sz="20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GRE suspensions</a:t>
            </a:r>
          </a:p>
          <a:p>
            <a:pPr marL="341313" marR="0" lvl="0" indent="-341313" algn="l" defTabSz="457200" fontAlgn="base">
              <a:lnSpc>
                <a:spcPct val="80000"/>
              </a:lnSpc>
              <a:spcBef>
                <a:spcPts val="500"/>
              </a:spcBef>
              <a:spcAft>
                <a:spcPct val="0"/>
              </a:spcAft>
              <a:buClr>
                <a:srgbClr val="FFFFCC"/>
              </a:buClr>
              <a:buSzPct val="80000"/>
              <a:buFont typeface="Gill Sans MT" panose="020b0502020104020203" pitchFamily="34" charset="0"/>
              <a:buNone/>
              <a:tabLst>
                <a:tab pos="911225"/>
                <a:tab pos="1825625"/>
                <a:tab pos="2740025"/>
                <a:tab pos="3654425"/>
                <a:tab pos="4568825"/>
                <a:tab pos="5483225"/>
                <a:tab pos="6397625"/>
                <a:tab pos="7312025"/>
                <a:tab pos="8226425"/>
                <a:tab pos="9140825"/>
                <a:tab pos="10055225"/>
              </a:tabLst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endParaRPr lang="en-US" altLang="en-US" sz="2000"/>
          </a:p>
          <a:p>
            <a:pPr marL="341313" marR="0" lvl="0" indent="-341313" algn="l" defTabSz="457200" fontAlgn="base">
              <a:lnSpc>
                <a:spcPct val="80000"/>
              </a:lnSpc>
              <a:spcBef>
                <a:spcPts val="500"/>
              </a:spcBef>
              <a:spcAft>
                <a:spcPct val="0"/>
              </a:spcAft>
              <a:buClr>
                <a:srgbClr val="FFFFCC"/>
              </a:buClr>
              <a:buSzPct val="80000"/>
              <a:buFont typeface="Gill Sans MT" panose="020b0502020104020203" pitchFamily="34" charset="0"/>
              <a:buChar char="•"/>
              <a:tabLst>
                <a:tab pos="911225"/>
                <a:tab pos="1825625"/>
                <a:tab pos="2740025"/>
                <a:tab pos="3654425"/>
                <a:tab pos="4568825"/>
                <a:tab pos="5483225"/>
                <a:tab pos="6397625"/>
                <a:tab pos="7312025"/>
                <a:tab pos="8226425"/>
                <a:tab pos="9140825"/>
                <a:tab pos="10055225"/>
              </a:tabLst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r>
              <a:rPr kumimoji="0" lang="en-US" altLang="en-US" sz="20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Attitudes and perceptions of visa process</a:t>
            </a:r>
          </a:p>
          <a:p>
            <a:pPr marL="341313" marR="0" lvl="0" indent="-341313" algn="l" defTabSz="457200" fontAlgn="base">
              <a:lnSpc>
                <a:spcPct val="80000"/>
              </a:lnSpc>
              <a:spcBef>
                <a:spcPts val="500"/>
              </a:spcBef>
              <a:spcAft>
                <a:spcPct val="0"/>
              </a:spcAft>
              <a:buClr>
                <a:srgbClr val="FFFFCC"/>
              </a:buClr>
              <a:buSzPct val="80000"/>
              <a:buFont typeface="Gill Sans MT" panose="020b0502020104020203" pitchFamily="34" charset="0"/>
              <a:buNone/>
              <a:tabLst>
                <a:tab pos="911225"/>
                <a:tab pos="1825625"/>
                <a:tab pos="2740025"/>
                <a:tab pos="3654425"/>
                <a:tab pos="4568825"/>
                <a:tab pos="5483225"/>
                <a:tab pos="6397625"/>
                <a:tab pos="7312025"/>
                <a:tab pos="8226425"/>
                <a:tab pos="9140825"/>
                <a:tab pos="10055225"/>
              </a:tabLst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endParaRPr lang="en-US" altLang="en-US" sz="2000"/>
          </a:p>
          <a:p>
            <a:pPr marL="341313" marR="0" lvl="0" indent="-341313" algn="l" defTabSz="457200" fontAlgn="base">
              <a:lnSpc>
                <a:spcPct val="80000"/>
              </a:lnSpc>
              <a:spcBef>
                <a:spcPts val="500"/>
              </a:spcBef>
              <a:spcAft>
                <a:spcPct val="0"/>
              </a:spcAft>
              <a:buClr>
                <a:srgbClr val="FFFFCC"/>
              </a:buClr>
              <a:buSzPct val="80000"/>
              <a:buFont typeface="Gill Sans MT" panose="020b0502020104020203" pitchFamily="34" charset="0"/>
              <a:buChar char="•"/>
              <a:tabLst>
                <a:tab pos="911225"/>
                <a:tab pos="1825625"/>
                <a:tab pos="2740025"/>
                <a:tab pos="3654425"/>
                <a:tab pos="4568825"/>
                <a:tab pos="5483225"/>
                <a:tab pos="6397625"/>
                <a:tab pos="7312025"/>
                <a:tab pos="8226425"/>
                <a:tab pos="9140825"/>
                <a:tab pos="10055225"/>
              </a:tabLst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r>
              <a:rPr kumimoji="0" lang="en-US" altLang="en-US" sz="20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Visa denials</a:t>
            </a:r>
          </a:p>
          <a:p>
            <a:pPr marL="341313" marR="0" lvl="0" indent="-341313" algn="l" defTabSz="457200" fontAlgn="base">
              <a:lnSpc>
                <a:spcPct val="80000"/>
              </a:lnSpc>
              <a:spcBef>
                <a:spcPts val="500"/>
              </a:spcBef>
              <a:spcAft>
                <a:spcPct val="0"/>
              </a:spcAft>
              <a:buClr>
                <a:srgbClr val="FFFFCC"/>
              </a:buClr>
              <a:buSzPct val="80000"/>
              <a:buFont typeface="Gill Sans MT" panose="020b0502020104020203" pitchFamily="34" charset="0"/>
              <a:buNone/>
              <a:tabLst>
                <a:tab pos="911225"/>
                <a:tab pos="1825625"/>
                <a:tab pos="2740025"/>
                <a:tab pos="3654425"/>
                <a:tab pos="4568825"/>
                <a:tab pos="5483225"/>
                <a:tab pos="6397625"/>
                <a:tab pos="7312025"/>
                <a:tab pos="8226425"/>
                <a:tab pos="9140825"/>
                <a:tab pos="10055225"/>
              </a:tabLst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endParaRPr lang="en-US" altLang="en-US" sz="2000"/>
          </a:p>
          <a:p>
            <a:pPr marL="341313" marR="0" lvl="0" indent="-341313" algn="l" defTabSz="457200" fontAlgn="base">
              <a:lnSpc>
                <a:spcPct val="80000"/>
              </a:lnSpc>
              <a:spcBef>
                <a:spcPts val="500"/>
              </a:spcBef>
              <a:spcAft>
                <a:spcPct val="0"/>
              </a:spcAft>
              <a:buClr>
                <a:srgbClr val="FFFFCC"/>
              </a:buClr>
              <a:buSzPct val="80000"/>
              <a:buFont typeface="Gill Sans MT" panose="020b0502020104020203" pitchFamily="34" charset="0"/>
              <a:buNone/>
              <a:tabLst>
                <a:tab pos="911225"/>
                <a:tab pos="1825625"/>
                <a:tab pos="2740025"/>
                <a:tab pos="3654425"/>
                <a:tab pos="4568825"/>
                <a:tab pos="5483225"/>
                <a:tab pos="6397625"/>
                <a:tab pos="7312025"/>
                <a:tab pos="8226425"/>
                <a:tab pos="9140825"/>
                <a:tab pos="10055225"/>
              </a:tabLst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endParaRPr lang="en-US" altLang="en-US" sz="2000"/>
          </a:p>
        </p:txBody>
      </p:sp>
      <p:sp>
        <p:nvSpPr>
          <p:cNvPr id="8195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GB"/>
            </a:defPPr>
            <a:lvl1pPr marL="0" algn="l" defTabSz="457200" rtl="0" eaLnBrk="1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Arial" pitchFamily="34" charset="0"/>
              </a:defRPr>
            </a:lvl1pPr>
          </a:lstStyle>
          <a:p>
            <a:pPr algn="ctr" defTabSz="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 kumimoji="0" lang="en-US" sz="3200" b="1" i="0" normalizeH="0" noProof="1">
                <a:solidFill>
                  <a:srgbClr val="FF9999">
                    <a:alpha val="40000"/>
                  </a:srgbClr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Calibri" pitchFamily="34" charset="0"/>
                <a:ea typeface="+mn-ea"/>
                <a:cs typeface="Arial" pitchFamily="34" charset="0"/>
              </a:defRPr>
            </a:pPr>
            <a:r>
              <a:rPr kumimoji="0" lang="en-US" sz="3200" b="1" i="0" normalizeH="0" noProof="1">
                <a:solidFill>
                  <a:srgbClr val="FF9999">
                    <a:alpha val="40000"/>
                  </a:srgbClr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Calibri" pitchFamily="34" charset="0"/>
                <a:ea typeface="+mn-ea"/>
                <a:cs typeface="Arial" pitchFamily="34" charset="0"/>
              </a:rPr>
              <a:t>Evaluation only.</a:t>
            </a:r>
          </a:p>
          <a:p>
            <a:pPr algn="ctr" defTabSz="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 kumimoji="0" lang="en-US" sz="3200" b="1" i="0" normalizeH="0" noProof="1">
                <a:solidFill>
                  <a:srgbClr val="FF9999">
                    <a:alpha val="40000"/>
                  </a:srgbClr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Calibri" pitchFamily="34" charset="0"/>
                <a:ea typeface="+mn-ea"/>
                <a:cs typeface="Arial" pitchFamily="34" charset="0"/>
              </a:defRPr>
            </a:pPr>
            <a:r>
              <a:rPr kumimoji="0" lang="en-US" sz="3200" b="1" i="0" normalizeH="0" noProof="1">
                <a:solidFill>
                  <a:srgbClr val="FF9999">
                    <a:alpha val="40000"/>
                  </a:srgbClr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Calibri" pitchFamily="34" charset="0"/>
                <a:ea typeface="+mn-ea"/>
                <a:cs typeface="Arial" pitchFamily="34" charset="0"/>
              </a:rPr>
              <a:t>Created with Aspose.Slides for Java 18.1.</a:t>
            </a:r>
          </a:p>
          <a:p>
            <a:pPr algn="ctr" defTabSz="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 kumimoji="0" lang="en-US" sz="3200" b="1" i="0" normalizeH="0" noProof="1">
                <a:solidFill>
                  <a:srgbClr val="FF9999">
                    <a:alpha val="40000"/>
                  </a:srgbClr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Calibri" pitchFamily="34" charset="0"/>
                <a:ea typeface="+mn-ea"/>
                <a:cs typeface="Arial" pitchFamily="34" charset="0"/>
              </a:defRPr>
            </a:pPr>
            <a:r>
              <a:rPr kumimoji="0" lang="en-US" sz="3200" b="1" i="0" normalizeH="0" noProof="1">
                <a:solidFill>
                  <a:srgbClr val="FF9999">
                    <a:alpha val="40000"/>
                  </a:srgbClr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Calibri" pitchFamily="34" charset="0"/>
                <a:ea typeface="+mn-ea"/>
                <a:cs typeface="Arial" pitchFamily="34" charset="0"/>
              </a:rPr>
              <a:t>Copyright 2004-2018 Aspose Pty Ltd.</a:t>
            </a:r>
          </a:p>
        </p:txBody>
      </p:sp>
      <p:sp>
        <p:nvSpPr>
          <p:cNvPr id="8196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Java 18.1.</a:t>
            </a:r>
          </a:p>
          <a:p>
            <a:pPr algn="ctr"/>
            <a:r>
              <a:t>Copyright 2004-2018 Aspose Pty Ltd.</a:t>
            </a:r>
          </a:p>
        </p:txBody>
      </p:sp>
    </p:spTree>
  </p:cSld>
  <p:clrMapOvr>
    <a:masterClrMapping/>
  </p:clrMapOvr>
  <p:transition spd="med"/>
  <p:timing/>
</p:sld>
</file>

<file path=ppt/slides/slide4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8194" name="Slide Number Placeholder 4">
            <a:extLst>
              <a:ext uri="{FF2B5EF4-FFF2-40B4-BE49-F238E27FC236}">
                <a16:creationId xmlns:a16="http://schemas.microsoft.com/office/drawing/2014/main" id="{8A2B8BE4-B628-4556-B683-E82A169CE9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itchFamily="18" charset="0"/>
              </a:defRPr>
            </a:lvl9pPr>
          </a:lstStyle>
          <a:p>
            <a:pPr marL="0" algn="r" defTabSz="914400" eaLnBrk="1" fontAlgn="base" hangingPunct="1">
              <a:spcBef>
                <a:spcPct val="0"/>
              </a:spcBef>
              <a:spcAft>
                <a:spcPct val="0"/>
              </a:spcAft>
              <a:buNone/>
              <a:defRPr kumimoji="0" sz="3200" b="0" i="1" kern="1200" normalizeH="0" noProof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Palatino Linotype" pitchFamily="18" charset="0"/>
                <a:ea typeface="+mn-ea"/>
                <a:cs typeface="+mn-cs"/>
              </a:defRPr>
            </a:pPr>
            <a:fld id="{DFE5250E-FC4D-4BC2-9B49-841FD3133B29}" type="slidenum">
              <a:rPr kumimoji="0" lang="tr-TR" altLang="en-US" sz="1400" b="0" i="1" kern="1200" normalizeH="0" noProof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Palatino Linotype" pitchFamily="18" charset="0"/>
                <a:ea typeface="+mn-ea"/>
                <a:cs typeface="+mn-cs"/>
              </a:rPr>
              <a:pPr eaLnBrk="1" hangingPunct="1"/>
              <a:t>4</a:t>
            </a:fld>
            <a:endParaRPr lang="tr-TR" altLang="en-US" sz="1400"/>
          </a:p>
        </p:txBody>
      </p:sp>
      <p:sp>
        <p:nvSpPr>
          <p:cNvPr id="8195" name="Rectangle 4">
            <a:extLst>
              <a:ext uri="{FF2B5EF4-FFF2-40B4-BE49-F238E27FC236}">
                <a16:creationId xmlns:a16="http://schemas.microsoft.com/office/drawing/2014/main" id="{AEF5C40F-00B3-4D2B-96A4-B421B93863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l" defTabSz="91440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 kumimoji="0" sz="4000" b="0" i="1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99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j-lt"/>
                <a:ea typeface="+mj-ea"/>
                <a:cs typeface="+mj-cs"/>
                <a:sym typeface="Wingdings"/>
              </a:defRPr>
            </a:pPr>
            <a:r>
              <a:rPr kumimoji="0" lang="tr-TR" altLang="en-US" sz="4000" b="0" i="1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99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j-lt"/>
                <a:ea typeface="+mj-ea"/>
                <a:cs typeface="+mj-cs"/>
                <a:sym typeface="Wingdings"/>
              </a:rPr>
              <a:t>What We Talk About When We  Talk About“Learning”</a:t>
            </a:r>
          </a:p>
        </p:txBody>
      </p:sp>
      <p:sp>
        <p:nvSpPr>
          <p:cNvPr id="8196" name="Rectangle 6">
            <a:extLst>
              <a:ext uri="{FF2B5EF4-FFF2-40B4-BE49-F238E27FC236}">
                <a16:creationId xmlns:a16="http://schemas.microsoft.com/office/drawing/2014/main" id="{91C2FE38-D4F6-4640-85FB-F933574352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algn="l" defTabSz="91440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Char char="n"/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r>
              <a:rPr kumimoji="0" lang="tr-TR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Learning general models from a data of particular examples </a:t>
            </a:r>
          </a:p>
          <a:p>
            <a:pPr marL="342900" marR="0" lvl="0" indent="-342900" algn="l" defTabSz="91440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Char char="n"/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r>
              <a:rPr kumimoji="0" lang="tr-TR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Data is cheap and abundant (data warehouses, data marts); knowledge is expensive and scarce. </a:t>
            </a:r>
          </a:p>
          <a:p>
            <a:pPr marL="342900" marR="0" lvl="0" indent="-342900" algn="l" defTabSz="91440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Char char="n"/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r>
              <a:rPr kumimoji="0" lang="tr-TR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Example in retail: Customer transactions to consumer behavior: </a:t>
            </a:r>
          </a:p>
          <a:p>
            <a:pPr marL="742950" marR="0" lvl="1" indent="-285750" algn="l" defTabSz="91440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None/>
              <a:defRPr kumimoji="0" sz="20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Arial" pitchFamily="34" charset="0"/>
                <a:cs typeface="Arial" pitchFamily="34" charset="0"/>
                <a:sym typeface="Wingdings"/>
              </a:defRPr>
            </a:pPr>
            <a:r>
              <a:rPr kumimoji="0" lang="tr-TR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Arial" pitchFamily="34" charset="0"/>
                <a:cs typeface="Arial" pitchFamily="34" charset="0"/>
                <a:sym typeface="Wingdings"/>
              </a:rPr>
              <a:t>	</a:t>
            </a:r>
            <a:r>
              <a:rPr kumimoji="0" lang="tr-TR" altLang="en-US" sz="2000" b="0" i="1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Arial" pitchFamily="34" charset="0"/>
                <a:cs typeface="Arial" pitchFamily="34" charset="0"/>
                <a:sym typeface="Wingdings"/>
              </a:rPr>
              <a:t>People who bought “Da Vinci Code” also bought “The Five People You Meet in Heaven”  (www.amazon.com)</a:t>
            </a:r>
          </a:p>
          <a:p>
            <a:pPr marL="342900" marR="0" lvl="0" indent="-342900" algn="l" defTabSz="91440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Char char="n"/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r>
              <a:rPr kumimoji="0" lang="tr-TR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Build a model that is </a:t>
            </a:r>
            <a:r>
              <a:rPr kumimoji="0" lang="tr-TR" altLang="en-US" sz="2400" b="0" i="1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2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a good and useful approximation</a:t>
            </a:r>
            <a:r>
              <a:rPr kumimoji="0" lang="tr-TR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 to the data.</a:t>
            </a:r>
            <a:r>
              <a:rPr kumimoji="0" lang="tr-TR" altLang="en-US" sz="2400" b="0" i="1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kumimoji="0" lang="tr-TR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 </a:t>
            </a:r>
          </a:p>
        </p:txBody>
      </p:sp>
      <p:sp>
        <p:nvSpPr>
          <p:cNvPr id="8197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tr-TR"/>
            </a:defPPr>
            <a:lvl1pPr marL="0" algn="l" defTabSz="914400" rtl="0" eaLnBrk="1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</a:lstStyle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 kumimoji="0" lang="en-US" sz="3200" b="1" i="0" normalizeH="0" noProof="1">
                <a:solidFill>
                  <a:srgbClr val="FF9999">
                    <a:alpha val="40000"/>
                  </a:srgbClr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Calibri" pitchFamily="34" charset="0"/>
                <a:ea typeface="+mn-ea"/>
                <a:cs typeface="+mn-cs"/>
              </a:defRPr>
            </a:pPr>
            <a:r>
              <a:rPr kumimoji="0" lang="en-US" sz="3200" b="1" i="0" normalizeH="0" noProof="1">
                <a:solidFill>
                  <a:srgbClr val="FF9999">
                    <a:alpha val="40000"/>
                  </a:srgbClr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Calibri" pitchFamily="34" charset="0"/>
                <a:ea typeface="+mn-ea"/>
                <a:cs typeface="+mn-cs"/>
              </a:rPr>
              <a:t>Evaluation only.</a:t>
            </a: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 kumimoji="0" lang="en-US" sz="3200" b="1" i="0" normalizeH="0" noProof="1">
                <a:solidFill>
                  <a:srgbClr val="FF9999">
                    <a:alpha val="40000"/>
                  </a:srgbClr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Calibri" pitchFamily="34" charset="0"/>
                <a:ea typeface="+mn-ea"/>
                <a:cs typeface="+mn-cs"/>
              </a:defRPr>
            </a:pPr>
            <a:r>
              <a:rPr kumimoji="0" lang="en-US" sz="3200" b="1" i="0" normalizeH="0" noProof="1">
                <a:solidFill>
                  <a:srgbClr val="FF9999">
                    <a:alpha val="40000"/>
                  </a:srgbClr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Calibri" pitchFamily="34" charset="0"/>
                <a:ea typeface="+mn-ea"/>
                <a:cs typeface="+mn-cs"/>
              </a:rPr>
              <a:t>Created with Aspose.Slides for Java 18.1.</a:t>
            </a: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 kumimoji="0" lang="en-US" sz="3200" b="1" i="0" normalizeH="0" noProof="1">
                <a:solidFill>
                  <a:srgbClr val="FF9999">
                    <a:alpha val="40000"/>
                  </a:srgbClr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Calibri" pitchFamily="34" charset="0"/>
                <a:ea typeface="+mn-ea"/>
                <a:cs typeface="+mn-cs"/>
              </a:defRPr>
            </a:pPr>
            <a:r>
              <a:rPr kumimoji="0" lang="en-US" sz="3200" b="1" i="0" normalizeH="0" noProof="1">
                <a:solidFill>
                  <a:srgbClr val="FF9999">
                    <a:alpha val="40000"/>
                  </a:srgbClr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Calibri" pitchFamily="34" charset="0"/>
                <a:ea typeface="+mn-ea"/>
                <a:cs typeface="+mn-cs"/>
              </a:rPr>
              <a:t>Copyright 2004-2018 Aspose Pty Ltd.</a:t>
            </a:r>
          </a:p>
        </p:txBody>
      </p:sp>
      <p:sp>
        <p:nvSpPr>
          <p:cNvPr id="8198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Java 18.1.</a:t>
            </a:r>
          </a:p>
          <a:p>
            <a:pPr algn="ctr"/>
            <a:r>
              <a:t>Copyright 2004-2018 Aspose Pty Ltd.</a:t>
            </a: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9218" name="Slide Number Placeholder 4">
            <a:extLst>
              <a:ext uri="{FF2B5EF4-FFF2-40B4-BE49-F238E27FC236}">
                <a16:creationId xmlns:a16="http://schemas.microsoft.com/office/drawing/2014/main" id="{79F75100-ED15-494C-9B72-DF9C9FA575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itchFamily="18" charset="0"/>
              </a:defRPr>
            </a:lvl9pPr>
          </a:lstStyle>
          <a:p>
            <a:pPr marL="0" algn="r" defTabSz="914400" eaLnBrk="1" fontAlgn="base" hangingPunct="1">
              <a:spcBef>
                <a:spcPct val="0"/>
              </a:spcBef>
              <a:spcAft>
                <a:spcPct val="0"/>
              </a:spcAft>
              <a:buNone/>
              <a:defRPr kumimoji="0" sz="3200" b="0" i="1" kern="1200" normalizeH="0" noProof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Palatino Linotype" pitchFamily="18" charset="0"/>
                <a:ea typeface="+mn-ea"/>
                <a:cs typeface="+mn-cs"/>
              </a:defRPr>
            </a:pPr>
            <a:fld id="{E2D8FD92-59B2-4D66-AC22-9D082B1422BF}" type="slidenum">
              <a:rPr kumimoji="0" lang="tr-TR" altLang="en-US" sz="1400" b="0" i="1" kern="1200" normalizeH="0" noProof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Palatino Linotype" pitchFamily="18" charset="0"/>
                <a:ea typeface="+mn-ea"/>
                <a:cs typeface="+mn-cs"/>
              </a:rPr>
              <a:pPr eaLnBrk="1" hangingPunct="1"/>
              <a:t>5</a:t>
            </a:fld>
            <a:endParaRPr lang="tr-TR" altLang="en-US" sz="14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1D88841D-1F30-45DB-B213-C8885F852B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357313"/>
          </a:xfrm>
        </p:spPr>
        <p:txBody>
          <a:bodyPr/>
          <a:lstStyle/>
          <a:p>
            <a:pPr marL="0" marR="0" lvl="0" indent="0" algn="l" defTabSz="91440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 kumimoji="0" sz="4000" b="0" i="1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99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j-lt"/>
                <a:ea typeface="+mj-ea"/>
                <a:cs typeface="+mj-cs"/>
                <a:sym typeface="Wingdings"/>
              </a:defRPr>
            </a:pPr>
            <a:r>
              <a:rPr kumimoji="0" lang="tr-TR" altLang="en-US" sz="4000" b="0" i="1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99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j-lt"/>
                <a:ea typeface="+mj-ea"/>
                <a:cs typeface="+mj-cs"/>
                <a:sym typeface="Wingdings"/>
              </a:rPr>
              <a:t>Data Mining</a:t>
            </a:r>
            <a:r>
              <a:rPr kumimoji="0" lang="en-US" altLang="en-US" sz="4000" b="0" i="1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99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j-lt"/>
                <a:ea typeface="+mj-ea"/>
                <a:cs typeface="+mj-cs"/>
                <a:sym typeface="Wingdings"/>
              </a:rPr>
              <a:t>/KDD</a:t>
            </a:r>
            <a:endParaRPr lang="tr-TR" altLang="en-US"/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D7D1C68E-D9C5-420D-9A0D-B915EAAD06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928938"/>
            <a:ext cx="8229600" cy="2938462"/>
          </a:xfrm>
        </p:spPr>
        <p:txBody>
          <a:bodyPr/>
          <a:lstStyle/>
          <a:p>
            <a:pPr marL="342900" marR="0" lvl="0" indent="-342900" algn="l" defTabSz="9144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75000"/>
              <a:buChar char="n"/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r>
              <a:rPr kumimoji="0" lang="tr-TR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2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Retail:</a:t>
            </a:r>
            <a:r>
              <a:rPr kumimoji="0" lang="tr-TR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 Market basket analysis, Customer relationship management (CRM)</a:t>
            </a:r>
          </a:p>
          <a:p>
            <a:pPr marL="342900" marR="0" lvl="0" indent="-342900" algn="l" defTabSz="9144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75000"/>
              <a:buChar char="n"/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r>
              <a:rPr kumimoji="0" lang="tr-TR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2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Finance:</a:t>
            </a:r>
            <a:r>
              <a:rPr kumimoji="0" lang="tr-TR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 Credit scoring, fraud detection</a:t>
            </a:r>
          </a:p>
          <a:p>
            <a:pPr marL="342900" marR="0" lvl="0" indent="-342900" algn="l" defTabSz="9144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75000"/>
              <a:buChar char="n"/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r>
              <a:rPr kumimoji="0" lang="tr-TR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2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Manufacturing:</a:t>
            </a:r>
            <a:r>
              <a:rPr kumimoji="0" lang="tr-TR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 Optimization, troubleshooting</a:t>
            </a:r>
          </a:p>
          <a:p>
            <a:pPr marL="342900" marR="0" lvl="0" indent="-342900" algn="l" defTabSz="9144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75000"/>
              <a:buChar char="n"/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r>
              <a:rPr kumimoji="0" lang="tr-TR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2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Medicine:</a:t>
            </a:r>
            <a:r>
              <a:rPr kumimoji="0" lang="tr-TR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 Medical diagnosis</a:t>
            </a:r>
          </a:p>
          <a:p>
            <a:pPr marL="342900" marR="0" lvl="0" indent="-342900" algn="l" defTabSz="9144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75000"/>
              <a:buChar char="n"/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r>
              <a:rPr kumimoji="0" lang="tr-TR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2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Telecommunications:</a:t>
            </a:r>
            <a:r>
              <a:rPr kumimoji="0" lang="tr-TR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 Quality of service optimization</a:t>
            </a:r>
          </a:p>
          <a:p>
            <a:pPr marL="342900" marR="0" lvl="0" indent="-342900" algn="l" defTabSz="9144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75000"/>
              <a:buChar char="n"/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r>
              <a:rPr kumimoji="0" lang="tr-TR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2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Bioinformatics:</a:t>
            </a:r>
            <a:r>
              <a:rPr kumimoji="0" lang="tr-TR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 Motifs, alignment</a:t>
            </a:r>
          </a:p>
          <a:p>
            <a:pPr marL="342900" marR="0" lvl="0" indent="-342900" algn="l" defTabSz="9144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75000"/>
              <a:buChar char="n"/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r>
              <a:rPr kumimoji="0" lang="tr-TR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2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Web mining:</a:t>
            </a:r>
            <a:r>
              <a:rPr kumimoji="0" lang="tr-TR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 Search engines</a:t>
            </a:r>
          </a:p>
          <a:p>
            <a:pPr marL="342900" marR="0" lvl="0" indent="-342900" algn="l" defTabSz="91440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75000"/>
              <a:buChar char="n"/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defRPr>
            </a:pPr>
            <a:r>
              <a:rPr kumimoji="0" lang="tr-TR" altLang="en-US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+mn-lt"/>
                <a:ea typeface="+mn-ea"/>
                <a:cs typeface="+mn-cs"/>
                <a:sym typeface="Wingdings"/>
              </a:rPr>
              <a:t>...</a:t>
            </a:r>
          </a:p>
        </p:txBody>
      </p:sp>
      <p:sp>
        <p:nvSpPr>
          <p:cNvPr id="9221" name="TextBox 5">
            <a:extLst>
              <a:ext uri="{FF2B5EF4-FFF2-40B4-BE49-F238E27FC236}">
                <a16:creationId xmlns:a16="http://schemas.microsoft.com/office/drawing/2014/main" id="{B97D06B8-CE39-4611-A3A8-264F0C1B6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1143000"/>
            <a:ext cx="69627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tr-TR"/>
            </a:defPPr>
            <a:lvl1pPr marL="0" algn="l" defTabSz="914400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itchFamily="18" charset="0"/>
              </a:defRPr>
            </a:lvl9pPr>
          </a:lstStyle>
          <a:p>
            <a:pPr algn="l" eaLnBrk="1" fontAlgn="base" hangingPunct="1">
              <a:spcBef>
                <a:spcPct val="0"/>
              </a:spcBef>
              <a:spcAft>
                <a:spcPct val="0"/>
              </a:spcAft>
              <a:buNone/>
              <a:defRPr kumimoji="0" sz="3200" b="0" i="0" normalizeH="0" noProof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Palatino Linotype" pitchFamily="18" charset="0"/>
                <a:ea typeface="+mn-ea"/>
                <a:cs typeface="+mn-cs"/>
              </a:defRPr>
            </a:pPr>
            <a:r>
              <a:rPr kumimoji="0" lang="en-US" altLang="en-US" sz="2400" b="0" i="0" u="sng" normalizeH="0" noProof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Palatino Linotype" pitchFamily="18" charset="0"/>
                <a:ea typeface="+mn-ea"/>
                <a:cs typeface="+mn-cs"/>
              </a:rPr>
              <a:t>Definition</a:t>
            </a:r>
            <a:r>
              <a:rPr kumimoji="0" lang="en-US" altLang="en-US" sz="2400" b="0" i="0" normalizeH="0" noProof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Palatino Linotype" pitchFamily="18" charset="0"/>
                <a:ea typeface="+mn-ea"/>
                <a:cs typeface="+mn-cs"/>
              </a:rPr>
              <a:t> := </a:t>
            </a:r>
            <a:r>
              <a:rPr kumimoji="0" lang="en-US" altLang="en-US" sz="2400" b="0" i="1" normalizeH="0" noProof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Palatino Linotype" pitchFamily="18" charset="0"/>
                <a:ea typeface="+mn-ea"/>
                <a:cs typeface="+mn-cs"/>
              </a:rPr>
              <a:t>“KDD is the non-trivial process of </a:t>
            </a:r>
          </a:p>
          <a:p>
            <a:pPr algn="l" eaLnBrk="1" fontAlgn="base" hangingPunct="1">
              <a:spcBef>
                <a:spcPct val="0"/>
              </a:spcBef>
              <a:spcAft>
                <a:spcPct val="0"/>
              </a:spcAft>
              <a:buNone/>
              <a:defRPr kumimoji="0" sz="3200" b="0" i="0" normalizeH="0" noProof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Palatino Linotype" pitchFamily="18" charset="0"/>
                <a:ea typeface="+mn-ea"/>
                <a:cs typeface="+mn-cs"/>
              </a:defRPr>
            </a:pPr>
            <a:r>
              <a:rPr kumimoji="0" lang="en-US" altLang="en-US" sz="2400" b="0" i="1" normalizeH="0" noProof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Palatino Linotype" pitchFamily="18" charset="0"/>
                <a:ea typeface="+mn-ea"/>
                <a:cs typeface="+mn-cs"/>
              </a:rPr>
              <a:t>identifying valid, novel, potentially useful, and </a:t>
            </a:r>
          </a:p>
          <a:p>
            <a:pPr algn="l" eaLnBrk="1" fontAlgn="base" hangingPunct="1">
              <a:spcBef>
                <a:spcPct val="0"/>
              </a:spcBef>
              <a:spcAft>
                <a:spcPct val="0"/>
              </a:spcAft>
              <a:buNone/>
              <a:defRPr kumimoji="0" sz="3200" b="0" i="0" normalizeH="0" noProof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Palatino Linotype" pitchFamily="18" charset="0"/>
                <a:ea typeface="+mn-ea"/>
                <a:cs typeface="+mn-cs"/>
              </a:defRPr>
            </a:pPr>
            <a:r>
              <a:rPr kumimoji="0" lang="en-US" altLang="en-US" sz="2400" b="0" i="1" normalizeH="0" noProof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Palatino Linotype" pitchFamily="18" charset="0"/>
                <a:ea typeface="+mn-ea"/>
                <a:cs typeface="+mn-cs"/>
              </a:rPr>
              <a:t>ultimately understandable patterns in data” </a:t>
            </a:r>
            <a:r>
              <a:rPr kumimoji="0" lang="en-US" altLang="en-US" sz="2400" b="0" i="0" normalizeH="0" noProof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Palatino Linotype" pitchFamily="18" charset="0"/>
                <a:ea typeface="+mn-ea"/>
                <a:cs typeface="+mn-cs"/>
              </a:rPr>
              <a:t>(Fayyad</a:t>
            </a:r>
            <a:r>
              <a:rPr kumimoji="0" lang="en-US" altLang="en-US" sz="3200" b="0" i="0" normalizeH="0" noProof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Palatino Linotype" pitchFamily="18" charset="0"/>
                <a:ea typeface="+mn-ea"/>
                <a:cs typeface="+mn-cs"/>
              </a:rPr>
              <a:t>)</a:t>
            </a:r>
          </a:p>
        </p:txBody>
      </p:sp>
      <p:sp>
        <p:nvSpPr>
          <p:cNvPr id="9222" name="TextBox 6">
            <a:extLst>
              <a:ext uri="{FF2B5EF4-FFF2-40B4-BE49-F238E27FC236}">
                <a16:creationId xmlns:a16="http://schemas.microsoft.com/office/drawing/2014/main" id="{B2CE8DE6-39C0-4BAD-A017-62A4007DD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2428875"/>
            <a:ext cx="224631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tr-TR"/>
            </a:defPPr>
            <a:lvl1pPr marL="0" algn="l" defTabSz="914400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itchFamily="18" charset="0"/>
              </a:defRPr>
            </a:lvl9pPr>
          </a:lstStyle>
          <a:p>
            <a:pPr algn="l" eaLnBrk="1" fontAlgn="base" hangingPunct="1">
              <a:spcBef>
                <a:spcPct val="0"/>
              </a:spcBef>
              <a:spcAft>
                <a:spcPct val="0"/>
              </a:spcAft>
              <a:buNone/>
              <a:defRPr kumimoji="0" sz="3200" b="0" i="0" normalizeH="0" noProof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Palatino Linotype" pitchFamily="18" charset="0"/>
                <a:ea typeface="+mn-ea"/>
                <a:cs typeface="+mn-cs"/>
              </a:defRPr>
            </a:pPr>
            <a:r>
              <a:rPr kumimoji="0" lang="en-US" altLang="en-US" sz="2600" b="0" i="0" normalizeH="0" noProof="0">
                <a:solidFill>
                  <a:srgbClr val="FF6600"/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Palatino Linotype" pitchFamily="18" charset="0"/>
                <a:ea typeface="+mn-ea"/>
                <a:cs typeface="+mn-cs"/>
              </a:rPr>
              <a:t>Applications: </a:t>
            </a:r>
          </a:p>
        </p:txBody>
      </p:sp>
      <p:sp>
        <p:nvSpPr>
          <p:cNvPr id="9223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tr-TR"/>
            </a:defPPr>
            <a:lvl1pPr marL="0" algn="l" defTabSz="914400" rtl="0" eaLnBrk="1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</a:lstStyle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 kumimoji="0" lang="en-US" sz="3200" b="1" i="0" normalizeH="0" noProof="1">
                <a:solidFill>
                  <a:srgbClr val="FF9999">
                    <a:alpha val="40000"/>
                  </a:srgbClr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Calibri" pitchFamily="34" charset="0"/>
                <a:ea typeface="+mn-ea"/>
                <a:cs typeface="+mn-cs"/>
              </a:defRPr>
            </a:pPr>
            <a:r>
              <a:rPr kumimoji="0" lang="en-US" sz="3200" b="1" i="0" normalizeH="0" noProof="1">
                <a:solidFill>
                  <a:srgbClr val="FF9999">
                    <a:alpha val="40000"/>
                  </a:srgbClr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Calibri" pitchFamily="34" charset="0"/>
                <a:ea typeface="+mn-ea"/>
                <a:cs typeface="+mn-cs"/>
              </a:rPr>
              <a:t>Evaluation only.</a:t>
            </a: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 kumimoji="0" lang="en-US" sz="3200" b="1" i="0" normalizeH="0" noProof="1">
                <a:solidFill>
                  <a:srgbClr val="FF9999">
                    <a:alpha val="40000"/>
                  </a:srgbClr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Calibri" pitchFamily="34" charset="0"/>
                <a:ea typeface="+mn-ea"/>
                <a:cs typeface="+mn-cs"/>
              </a:defRPr>
            </a:pPr>
            <a:r>
              <a:rPr kumimoji="0" lang="en-US" sz="3200" b="1" i="0" normalizeH="0" noProof="1">
                <a:solidFill>
                  <a:srgbClr val="FF9999">
                    <a:alpha val="40000"/>
                  </a:srgbClr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Calibri" pitchFamily="34" charset="0"/>
                <a:ea typeface="+mn-ea"/>
                <a:cs typeface="+mn-cs"/>
              </a:rPr>
              <a:t>Created with Aspose.Slides for Java 18.1.</a:t>
            </a: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 kumimoji="0" lang="en-US" sz="3200" b="1" i="0" normalizeH="0" noProof="1">
                <a:solidFill>
                  <a:srgbClr val="FF9999">
                    <a:alpha val="40000"/>
                  </a:srgbClr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Calibri" pitchFamily="34" charset="0"/>
                <a:ea typeface="+mn-ea"/>
                <a:cs typeface="+mn-cs"/>
              </a:defRPr>
            </a:pPr>
            <a:r>
              <a:rPr kumimoji="0" lang="en-US" sz="3200" b="1" i="0" normalizeH="0" noProof="1">
                <a:solidFill>
                  <a:srgbClr val="FF9999">
                    <a:alpha val="40000"/>
                  </a:srgbClr>
                </a:solidFill>
                <a:highlight>
                  <a:srgbClr val="000000">
                    <a:alpha val="0"/>
                  </a:srgbClr>
                </a:highlight>
                <a:uLnTx/>
                <a:uFillTx/>
                <a:latin typeface="Calibri" pitchFamily="34" charset="0"/>
                <a:ea typeface="+mn-ea"/>
                <a:cs typeface="+mn-cs"/>
              </a:rPr>
              <a:t>Copyright 2004-2018 Aspose Pty Ltd.</a:t>
            </a:r>
          </a:p>
        </p:txBody>
      </p:sp>
      <p:sp>
        <p:nvSpPr>
          <p:cNvPr id="922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Java 18.1.</a:t>
            </a:r>
          </a:p>
          <a:p>
            <a:pPr algn="ctr"/>
            <a:r>
              <a:t>Copyright 2004-2018 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18.01.30"/>
  <p:tag name="AS_TITLE" val="Aspose.Slides for Java"/>
  <p:tag name="AS_VERSION" val="18.1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E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 pitchFamily="34" charset="0"/>
        <a:cs typeface="Arial" pitchFamily="34" charset="0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 pitchFamily="34" charset="0"/>
        <a:cs typeface="Arial" pitchFamily="34" charset="0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Arial" pitchFamily="34" charset="0"/>
        <a:cs typeface="Arial" pitchFamily="34" charset="0"/>
      </a:majorFont>
      <a:minorFont>
        <a:latin typeface="Times New Roman"/>
        <a:ea typeface="Arial" pitchFamily="34" charset="0"/>
        <a:cs typeface="Arial" pitchFamily="34" charset="0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r="http://schemas.openxmlformats.org/officeDocument/2006/relationships"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Gill Sans MT"/>
        <a:ea typeface="Arial" pitchFamily="34" charset="0"/>
        <a:cs typeface="Arial" pitchFamily="34" charset="0"/>
      </a:majorFont>
      <a:minorFont>
        <a:latin typeface="Gill Sans MT"/>
        <a:ea typeface="Arial" pitchFamily="34" charset="0"/>
        <a:cs typeface="Arial" pitchFamily="34" charset="0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r="http://schemas.openxmlformats.org/officeDocument/2006/relationships" xmlns:a="http://schemas.openxmlformats.org/drawingml/2006/main" name="Pixel">
  <a:themeElements>
    <a:clrScheme name="Pixel 10">
      <a:dk1>
        <a:srgbClr val="000000"/>
      </a:dk1>
      <a:lt1>
        <a:srgbClr val="FFFFFF"/>
      </a:lt1>
      <a:dk2>
        <a:srgbClr val="000000"/>
      </a:dk2>
      <a:lt2>
        <a:srgbClr val="FF9900"/>
      </a:lt2>
      <a:accent1>
        <a:srgbClr val="FFCC99"/>
      </a:accent1>
      <a:accent2>
        <a:srgbClr val="FBA313"/>
      </a:accent2>
      <a:accent3>
        <a:srgbClr val="FFFFFF"/>
      </a:accent3>
      <a:accent4>
        <a:srgbClr val="000000"/>
      </a:accent4>
      <a:accent5>
        <a:srgbClr val="FFE2CA"/>
      </a:accent5>
      <a:accent6>
        <a:srgbClr val="E39310"/>
      </a:accent6>
      <a:hlink>
        <a:srgbClr val="CC3300"/>
      </a:hlink>
      <a:folHlink>
        <a:srgbClr val="FCC66E"/>
      </a:folHlink>
    </a:clrScheme>
    <a:fontScheme name="Pixel">
      <a:majorFont>
        <a:latin typeface="Lucida Bright"/>
        <a:ea typeface="Arial" pitchFamily="34" charset="0"/>
        <a:cs typeface="Arial" pitchFamily="34" charset="0"/>
      </a:majorFont>
      <a:minorFont>
        <a:latin typeface="Lucida Bright"/>
        <a:ea typeface="Arial" pitchFamily="34" charset="0"/>
        <a:cs typeface="Arial" pitchFamily="34" charset="0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r="http://schemas.openxmlformats.org/officeDocument/2006/relationships"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Arial" pitchFamily="34" charset="0"/>
        <a:cs typeface="Arial" pitchFamily="34" charset="0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Arial" pitchFamily="34" charset="0"/>
        <a:cs typeface="Arial" pitchFamily="34" charset="0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48</Paragraphs>
  <Slides>5</Slides>
  <Notes>2</Notes>
  <TotalTime>1</TotalTime>
  <HiddenSlides>0</HiddenSlides>
  <MMClips>0</MMClips>
  <ScaleCrop>0</ScaleCrop>
  <HeadingPairs>
    <vt:vector baseType="variant" size="4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6">
      <vt:lpstr>Office Theme</vt:lpstr>
      <vt:lpstr>Slide 1</vt:lpstr>
      <vt:lpstr>Knowledge of Language (cont.)</vt:lpstr>
      <vt:lpstr>MULTIPLE REASONS</vt:lpstr>
      <vt:lpstr>What We Talk About When We  Talk About“Learning”</vt:lpstr>
      <vt:lpstr>Data Mining/KDD</vt:lpstr>
    </vt:vector>
  </TitlesOfParts>
  <LinksUpToDate>0</LinksUpToDate>
  <SharedDoc>0</SharedDoc>
  <HyperlinksChanged>0</HyperlinksChanged>
  <Application>Aspose.Slides for Java</Application>
  <AppVersion>18.0100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2021-02-25T18:50:53.728</cp:lastPrinted>
  <dcterms:created xsi:type="dcterms:W3CDTF">2021-02-25T13:20:53Z</dcterms:created>
  <dcterms:modified xsi:type="dcterms:W3CDTF">2021-02-25T13:21:38Z</dcterms:modified>
</cp:coreProperties>
</file>
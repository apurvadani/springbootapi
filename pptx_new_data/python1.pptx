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85"/>
  </p:notesMasterIdLst>
  <p:handoutMasterIdLst>
    <p:handoutMasterId r:id="rId86"/>
  </p:handoutMasterIdLst>
  <p:sldIdLst>
    <p:sldId id="256" r:id="rId3"/>
    <p:sldId id="446" r:id="rId4"/>
    <p:sldId id="447" r:id="rId5"/>
    <p:sldId id="388" r:id="rId6"/>
    <p:sldId id="464" r:id="rId7"/>
    <p:sldId id="421" r:id="rId8"/>
    <p:sldId id="422" r:id="rId9"/>
    <p:sldId id="389" r:id="rId10"/>
    <p:sldId id="390" r:id="rId11"/>
    <p:sldId id="391" r:id="rId12"/>
    <p:sldId id="424" r:id="rId13"/>
    <p:sldId id="426" r:id="rId14"/>
    <p:sldId id="493" r:id="rId15"/>
    <p:sldId id="465" r:id="rId16"/>
    <p:sldId id="466" r:id="rId17"/>
    <p:sldId id="495" r:id="rId18"/>
    <p:sldId id="497" r:id="rId19"/>
    <p:sldId id="496" r:id="rId20"/>
    <p:sldId id="489" r:id="rId21"/>
    <p:sldId id="490" r:id="rId22"/>
    <p:sldId id="494" r:id="rId23"/>
    <p:sldId id="392" r:id="rId24"/>
    <p:sldId id="394" r:id="rId25"/>
    <p:sldId id="427" r:id="rId26"/>
    <p:sldId id="488" r:id="rId27"/>
    <p:sldId id="461" r:id="rId28"/>
    <p:sldId id="462" r:id="rId29"/>
    <p:sldId id="395" r:id="rId30"/>
    <p:sldId id="428" r:id="rId31"/>
    <p:sldId id="484" r:id="rId32"/>
    <p:sldId id="448" r:id="rId33"/>
    <p:sldId id="396" r:id="rId34"/>
    <p:sldId id="429" r:id="rId35"/>
    <p:sldId id="430" r:id="rId36"/>
    <p:sldId id="449" r:id="rId37"/>
    <p:sldId id="455" r:id="rId38"/>
    <p:sldId id="397" r:id="rId39"/>
    <p:sldId id="451" r:id="rId40"/>
    <p:sldId id="433" r:id="rId41"/>
    <p:sldId id="452" r:id="rId42"/>
    <p:sldId id="453" r:id="rId43"/>
    <p:sldId id="454" r:id="rId44"/>
    <p:sldId id="480" r:id="rId45"/>
    <p:sldId id="479" r:id="rId46"/>
    <p:sldId id="481" r:id="rId47"/>
    <p:sldId id="491" r:id="rId48"/>
    <p:sldId id="482" r:id="rId49"/>
    <p:sldId id="483" r:id="rId50"/>
    <p:sldId id="485" r:id="rId51"/>
    <p:sldId id="456" r:id="rId52"/>
    <p:sldId id="399" r:id="rId53"/>
    <p:sldId id="457" r:id="rId54"/>
    <p:sldId id="458" r:id="rId55"/>
    <p:sldId id="459" r:id="rId56"/>
    <p:sldId id="460" r:id="rId57"/>
    <p:sldId id="400" r:id="rId58"/>
    <p:sldId id="402" r:id="rId59"/>
    <p:sldId id="403" r:id="rId60"/>
    <p:sldId id="404" r:id="rId61"/>
    <p:sldId id="405" r:id="rId62"/>
    <p:sldId id="408" r:id="rId63"/>
    <p:sldId id="409" r:id="rId64"/>
    <p:sldId id="410" r:id="rId65"/>
    <p:sldId id="477" r:id="rId66"/>
    <p:sldId id="478" r:id="rId67"/>
    <p:sldId id="415" r:id="rId68"/>
    <p:sldId id="416" r:id="rId69"/>
    <p:sldId id="476" r:id="rId70"/>
    <p:sldId id="469" r:id="rId71"/>
    <p:sldId id="470" r:id="rId72"/>
    <p:sldId id="472" r:id="rId73"/>
    <p:sldId id="473" r:id="rId74"/>
    <p:sldId id="474" r:id="rId75"/>
    <p:sldId id="475" r:id="rId76"/>
    <p:sldId id="419" r:id="rId77"/>
    <p:sldId id="436" r:id="rId78"/>
    <p:sldId id="437" r:id="rId79"/>
    <p:sldId id="438" r:id="rId80"/>
    <p:sldId id="492" r:id="rId81"/>
    <p:sldId id="439" r:id="rId82"/>
    <p:sldId id="258" r:id="rId83"/>
    <p:sldId id="387" r:id="rId8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0066FF"/>
    <a:srgbClr val="FF9933"/>
    <a:srgbClr val="EFEFE7"/>
    <a:srgbClr val="003366"/>
    <a:srgbClr val="FFFF66"/>
    <a:srgbClr val="33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2" autoAdjust="0"/>
    <p:restoredTop sz="93677" autoAdjust="0"/>
  </p:normalViewPr>
  <p:slideViewPr>
    <p:cSldViewPr snapToGrid="0">
      <p:cViewPr varScale="1">
        <p:scale>
          <a:sx n="64" d="100"/>
          <a:sy n="64" d="100"/>
        </p:scale>
        <p:origin x="157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6" d="100"/>
          <a:sy n="56" d="100"/>
        </p:scale>
        <p:origin x="-185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tableStyles" Target="tableStyle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FC0891BA-AAD0-41C9-BB1B-2BC5CA402FC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cs typeface="Arial" charset="0"/>
              </a:defRPr>
            </a:lvl1pPr>
          </a:lstStyle>
          <a:p>
            <a:pPr>
              <a:defRPr/>
            </a:pPr>
            <a:r>
              <a:rPr lang="en-US"/>
              <a:t>Shell ScriptingShellScripting</a:t>
            </a:r>
          </a:p>
        </p:txBody>
      </p:sp>
      <p:sp>
        <p:nvSpPr>
          <p:cNvPr id="194563" name="Rectangle 3">
            <a:extLst>
              <a:ext uri="{FF2B5EF4-FFF2-40B4-BE49-F238E27FC236}">
                <a16:creationId xmlns:a16="http://schemas.microsoft.com/office/drawing/2014/main" id="{1F8CBFC2-BDE8-4B26-8956-A7A50C957FE2}"/>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cs typeface="Arial" charset="0"/>
              </a:defRPr>
            </a:lvl1pPr>
          </a:lstStyle>
          <a:p>
            <a:pPr>
              <a:defRPr/>
            </a:pPr>
            <a:r>
              <a:rPr lang="en-US"/>
              <a:t>10/30/2008</a:t>
            </a:r>
          </a:p>
        </p:txBody>
      </p:sp>
      <p:sp>
        <p:nvSpPr>
          <p:cNvPr id="194564" name="Rectangle 4">
            <a:extLst>
              <a:ext uri="{FF2B5EF4-FFF2-40B4-BE49-F238E27FC236}">
                <a16:creationId xmlns:a16="http://schemas.microsoft.com/office/drawing/2014/main" id="{0D3015BD-F8A8-4EE8-8AE3-90BE5936C546}"/>
              </a:ext>
            </a:extLst>
          </p:cNvPr>
          <p:cNvSpPr>
            <a:spLocks noGrp="1" noChangeArrowheads="1"/>
          </p:cNvSpPr>
          <p:nvPr>
            <p:ph type="ftr" sz="quarter" idx="2"/>
          </p:nvPr>
        </p:nvSpPr>
        <p:spPr bwMode="auto">
          <a:xfrm>
            <a:off x="0" y="8685213"/>
            <a:ext cx="3819525"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cs typeface="Arial" charset="0"/>
              </a:defRPr>
            </a:lvl1pPr>
          </a:lstStyle>
          <a:p>
            <a:pPr>
              <a:defRPr/>
            </a:pPr>
            <a:r>
              <a:rPr lang="en-US"/>
              <a:t>Research Computing, ITS, UNC-CHResearch Computing Center, UNC-CH</a:t>
            </a:r>
          </a:p>
        </p:txBody>
      </p:sp>
      <p:sp>
        <p:nvSpPr>
          <p:cNvPr id="194565" name="Rectangle 5">
            <a:extLst>
              <a:ext uri="{FF2B5EF4-FFF2-40B4-BE49-F238E27FC236}">
                <a16:creationId xmlns:a16="http://schemas.microsoft.com/office/drawing/2014/main" id="{09D179D0-CB59-49D5-A9E9-493C4BBFC42D}"/>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F4114885-6E55-46EE-BF6B-68FDAC6CC02D}"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217D6D3-5C0A-47ED-9078-0EDCCED6FD0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r>
              <a:rPr lang="en-US"/>
              <a:t>Shell ScriptingITS Research ComputingShell Scripting</a:t>
            </a:r>
          </a:p>
        </p:txBody>
      </p:sp>
      <p:sp>
        <p:nvSpPr>
          <p:cNvPr id="3075" name="Rectangle 3">
            <a:extLst>
              <a:ext uri="{FF2B5EF4-FFF2-40B4-BE49-F238E27FC236}">
                <a16:creationId xmlns:a16="http://schemas.microsoft.com/office/drawing/2014/main" id="{EB6BBFA8-217B-48ED-96FF-C49B785B99A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r>
              <a:rPr lang="en-US"/>
              <a:t>10/30/20089/25/20089/11/2008</a:t>
            </a:r>
          </a:p>
        </p:txBody>
      </p:sp>
      <p:sp>
        <p:nvSpPr>
          <p:cNvPr id="110596" name="Rectangle 4">
            <a:extLst>
              <a:ext uri="{FF2B5EF4-FFF2-40B4-BE49-F238E27FC236}">
                <a16:creationId xmlns:a16="http://schemas.microsoft.com/office/drawing/2014/main" id="{0749AAC2-409D-40E1-A75E-B919A6207189}"/>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5297CAED-7ED3-4524-B5CF-AAB80E965B3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BD38F3FB-A1CD-4610-B533-63833C6677A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r>
              <a:rPr lang="en-US"/>
              <a:t>Research Computing, ITS, UNC-CHShell ScriptingResearch Computing Center, UNC-CH</a:t>
            </a:r>
          </a:p>
        </p:txBody>
      </p:sp>
      <p:sp>
        <p:nvSpPr>
          <p:cNvPr id="3079" name="Rectangle 7">
            <a:extLst>
              <a:ext uri="{FF2B5EF4-FFF2-40B4-BE49-F238E27FC236}">
                <a16:creationId xmlns:a16="http://schemas.microsoft.com/office/drawing/2014/main" id="{1BE4A6A4-7B1B-448C-BF7D-15D5A962816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ACFD842-55D8-4828-9B18-58A88CC0F53D}" type="slidenum">
              <a:rPr lang="en-US" altLang="en-US"/>
              <a:pPr/>
              <a:t>‹#›</a:t>
            </a:fld>
            <a:endParaRPr lang="en-US"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a:extLst>
              <a:ext uri="{FF2B5EF4-FFF2-40B4-BE49-F238E27FC236}">
                <a16:creationId xmlns:a16="http://schemas.microsoft.com/office/drawing/2014/main" id="{BB933ED3-BE56-4700-B928-12217C00334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10/30/20089/25/20089/11/2008</a:t>
            </a:r>
          </a:p>
        </p:txBody>
      </p:sp>
      <p:sp>
        <p:nvSpPr>
          <p:cNvPr id="111619" name="Rectangle 7">
            <a:extLst>
              <a:ext uri="{FF2B5EF4-FFF2-40B4-BE49-F238E27FC236}">
                <a16:creationId xmlns:a16="http://schemas.microsoft.com/office/drawing/2014/main" id="{CB648477-61E6-4FF9-990E-729453025B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7C0E87-F778-4580-B0E2-F8E8D332BBA2}" type="slidenum">
              <a:rPr lang="en-US" altLang="en-US"/>
              <a:pPr eaLnBrk="1" hangingPunct="1"/>
              <a:t>1</a:t>
            </a:fld>
            <a:endParaRPr lang="en-US" altLang="en-US"/>
          </a:p>
        </p:txBody>
      </p:sp>
      <p:sp>
        <p:nvSpPr>
          <p:cNvPr id="111620" name="Rectangle 3">
            <a:extLst>
              <a:ext uri="{FF2B5EF4-FFF2-40B4-BE49-F238E27FC236}">
                <a16:creationId xmlns:a16="http://schemas.microsoft.com/office/drawing/2014/main" id="{3C03CFAD-46F5-4B40-AB4B-A79F600BF401}"/>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200"/>
              <a:t>9/25/20089/11/2008</a:t>
            </a:r>
          </a:p>
        </p:txBody>
      </p:sp>
      <p:sp>
        <p:nvSpPr>
          <p:cNvPr id="111621" name="Rectangle 7">
            <a:extLst>
              <a:ext uri="{FF2B5EF4-FFF2-40B4-BE49-F238E27FC236}">
                <a16:creationId xmlns:a16="http://schemas.microsoft.com/office/drawing/2014/main" id="{47218CB4-B35B-4793-98D1-77BDDE95E40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D26B0E6D-D161-41F5-9597-B1D9491F39DE}" type="slidenum">
              <a:rPr lang="en-US" altLang="en-US" sz="1200"/>
              <a:pPr algn="r" eaLnBrk="1" hangingPunct="1"/>
              <a:t>1</a:t>
            </a:fld>
            <a:endParaRPr lang="en-US" altLang="en-US" sz="1200"/>
          </a:p>
        </p:txBody>
      </p:sp>
      <p:sp>
        <p:nvSpPr>
          <p:cNvPr id="111622" name="Rectangle 2">
            <a:extLst>
              <a:ext uri="{FF2B5EF4-FFF2-40B4-BE49-F238E27FC236}">
                <a16:creationId xmlns:a16="http://schemas.microsoft.com/office/drawing/2014/main" id="{E960C67E-AB15-4DAB-8C46-3FCE10738E1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Shell Scripting</a:t>
            </a:r>
          </a:p>
        </p:txBody>
      </p:sp>
      <p:sp>
        <p:nvSpPr>
          <p:cNvPr id="111623" name="Rectangle 3">
            <a:extLst>
              <a:ext uri="{FF2B5EF4-FFF2-40B4-BE49-F238E27FC236}">
                <a16:creationId xmlns:a16="http://schemas.microsoft.com/office/drawing/2014/main" id="{CAED5FED-B219-4754-83AF-E43177D64874}"/>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200"/>
              <a:t>9/11/2008</a:t>
            </a:r>
          </a:p>
        </p:txBody>
      </p:sp>
      <p:sp>
        <p:nvSpPr>
          <p:cNvPr id="111624" name="Rectangle 6">
            <a:extLst>
              <a:ext uri="{FF2B5EF4-FFF2-40B4-BE49-F238E27FC236}">
                <a16:creationId xmlns:a16="http://schemas.microsoft.com/office/drawing/2014/main" id="{A16B350B-944C-4E62-8182-09001006ACF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Research Computing Center, UNC-CH</a:t>
            </a:r>
          </a:p>
        </p:txBody>
      </p:sp>
      <p:sp>
        <p:nvSpPr>
          <p:cNvPr id="111625" name="Rectangle 7">
            <a:extLst>
              <a:ext uri="{FF2B5EF4-FFF2-40B4-BE49-F238E27FC236}">
                <a16:creationId xmlns:a16="http://schemas.microsoft.com/office/drawing/2014/main" id="{46603FA8-EEA3-434F-B5FD-F0CD1C5C5FC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AFE954DD-D728-4825-86BC-1DE53840E885}" type="slidenum">
              <a:rPr lang="en-US" altLang="en-US" sz="1200"/>
              <a:pPr algn="r" eaLnBrk="1" hangingPunct="1"/>
              <a:t>1</a:t>
            </a:fld>
            <a:endParaRPr lang="en-US" altLang="en-US" sz="1200"/>
          </a:p>
        </p:txBody>
      </p:sp>
      <p:sp>
        <p:nvSpPr>
          <p:cNvPr id="111626" name="Rectangle 7">
            <a:extLst>
              <a:ext uri="{FF2B5EF4-FFF2-40B4-BE49-F238E27FC236}">
                <a16:creationId xmlns:a16="http://schemas.microsoft.com/office/drawing/2014/main" id="{68AD20D4-1A7A-4B3B-ABFA-E056ECE0CAA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C826ACE8-6857-4DE7-A4F4-66020572C12C}" type="slidenum">
              <a:rPr lang="en-US" altLang="en-US" sz="1200"/>
              <a:pPr algn="r" eaLnBrk="1" hangingPunct="1"/>
              <a:t>1</a:t>
            </a:fld>
            <a:endParaRPr lang="en-US" altLang="en-US" sz="1200"/>
          </a:p>
        </p:txBody>
      </p:sp>
      <p:sp>
        <p:nvSpPr>
          <p:cNvPr id="111627" name="Rectangle 2">
            <a:extLst>
              <a:ext uri="{FF2B5EF4-FFF2-40B4-BE49-F238E27FC236}">
                <a16:creationId xmlns:a16="http://schemas.microsoft.com/office/drawing/2014/main" id="{FAAC15EE-96A7-4BB0-B43D-2755987CF7ED}"/>
              </a:ext>
            </a:extLst>
          </p:cNvPr>
          <p:cNvSpPr>
            <a:spLocks noRot="1" noChangeArrowheads="1" noTextEdit="1"/>
          </p:cNvSpPr>
          <p:nvPr>
            <p:ph type="sldImg"/>
          </p:nvPr>
        </p:nvSpPr>
        <p:spPr>
          <a:ln/>
        </p:spPr>
      </p:sp>
      <p:sp>
        <p:nvSpPr>
          <p:cNvPr id="111628" name="Rectangle 3">
            <a:extLst>
              <a:ext uri="{FF2B5EF4-FFF2-40B4-BE49-F238E27FC236}">
                <a16:creationId xmlns:a16="http://schemas.microsoft.com/office/drawing/2014/main" id="{25491329-D0DC-4BB7-979E-33D4734017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Title Slide: Add the name of the presentation, the appropriate division or presenter and date of the presentation.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34DDFD4C-B62E-42C9-A0D9-0FF32B9F40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6AEEE4C-3349-4D84-8285-369A0A47D34F}" type="slidenum">
              <a:rPr lang="ko-KR" altLang="en-US"/>
              <a:pPr eaLnBrk="1" hangingPunct="1"/>
              <a:t>4</a:t>
            </a:fld>
            <a:endParaRPr lang="en-US" altLang="ko-KR"/>
          </a:p>
        </p:txBody>
      </p:sp>
      <p:sp>
        <p:nvSpPr>
          <p:cNvPr id="112643" name="Rectangle 2">
            <a:extLst>
              <a:ext uri="{FF2B5EF4-FFF2-40B4-BE49-F238E27FC236}">
                <a16:creationId xmlns:a16="http://schemas.microsoft.com/office/drawing/2014/main" id="{BD6DE8B1-786F-4327-9103-A7D5C36A7EDD}"/>
              </a:ext>
            </a:extLst>
          </p:cNvPr>
          <p:cNvSpPr>
            <a:spLocks noRot="1" noChangeArrowheads="1" noTextEdit="1"/>
          </p:cNvSpPr>
          <p:nvPr>
            <p:ph type="sldImg"/>
          </p:nvPr>
        </p:nvSpPr>
        <p:spPr>
          <a:ln/>
        </p:spPr>
      </p:sp>
      <p:sp>
        <p:nvSpPr>
          <p:cNvPr id="112644" name="Rectangle 3">
            <a:extLst>
              <a:ext uri="{FF2B5EF4-FFF2-40B4-BE49-F238E27FC236}">
                <a16:creationId xmlns:a16="http://schemas.microsoft.com/office/drawing/2014/main" id="{6A566BDE-C165-4602-A3A1-A18EB2E164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5A40869C-F2E2-4B21-BAAA-6DD904E82E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1ADE45-16CB-429D-BB8B-2F614A24FBD2}" type="slidenum">
              <a:rPr lang="en-US" altLang="en-US"/>
              <a:pPr eaLnBrk="1" hangingPunct="1"/>
              <a:t>5</a:t>
            </a:fld>
            <a:endParaRPr lang="en-US" altLang="en-US"/>
          </a:p>
        </p:txBody>
      </p:sp>
      <p:sp>
        <p:nvSpPr>
          <p:cNvPr id="113667" name="Rectangle 2">
            <a:extLst>
              <a:ext uri="{FF2B5EF4-FFF2-40B4-BE49-F238E27FC236}">
                <a16:creationId xmlns:a16="http://schemas.microsoft.com/office/drawing/2014/main" id="{8BD3460D-8C9A-4ACB-A263-F3ACEB47A225}"/>
              </a:ext>
            </a:extLst>
          </p:cNvPr>
          <p:cNvSpPr>
            <a:spLocks noRot="1" noChangeArrowheads="1" noTextEdit="1"/>
          </p:cNvSpPr>
          <p:nvPr>
            <p:ph type="sldImg"/>
          </p:nvPr>
        </p:nvSpPr>
        <p:spPr>
          <a:ln/>
        </p:spPr>
      </p:sp>
      <p:sp>
        <p:nvSpPr>
          <p:cNvPr id="113668" name="Rectangle 3">
            <a:extLst>
              <a:ext uri="{FF2B5EF4-FFF2-40B4-BE49-F238E27FC236}">
                <a16:creationId xmlns:a16="http://schemas.microsoft.com/office/drawing/2014/main" id="{5D95AFB0-3FB6-4BBF-8ECC-618AF5314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082BB813-71CA-4FFD-B41E-8AD14FAA97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9C2DB9-97BE-4ECA-B3B9-85847E39765C}" type="slidenum">
              <a:rPr lang="ko-KR" altLang="en-US"/>
              <a:pPr eaLnBrk="1" hangingPunct="1"/>
              <a:t>8</a:t>
            </a:fld>
            <a:endParaRPr lang="en-US" altLang="ko-KR"/>
          </a:p>
        </p:txBody>
      </p:sp>
      <p:sp>
        <p:nvSpPr>
          <p:cNvPr id="114691" name="Rectangle 2">
            <a:extLst>
              <a:ext uri="{FF2B5EF4-FFF2-40B4-BE49-F238E27FC236}">
                <a16:creationId xmlns:a16="http://schemas.microsoft.com/office/drawing/2014/main" id="{72C44EA0-1EC9-479E-8B58-0E215BB33F3C}"/>
              </a:ext>
            </a:extLst>
          </p:cNvPr>
          <p:cNvSpPr>
            <a:spLocks noRot="1" noChangeArrowheads="1" noTextEdit="1"/>
          </p:cNvSpPr>
          <p:nvPr>
            <p:ph type="sldImg"/>
          </p:nvPr>
        </p:nvSpPr>
        <p:spPr>
          <a:ln/>
        </p:spPr>
      </p:sp>
      <p:sp>
        <p:nvSpPr>
          <p:cNvPr id="114692" name="Rectangle 3">
            <a:extLst>
              <a:ext uri="{FF2B5EF4-FFF2-40B4-BE49-F238E27FC236}">
                <a16:creationId xmlns:a16="http://schemas.microsoft.com/office/drawing/2014/main" id="{A815DA02-13D1-4C46-9D65-5EFBF07EE1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618F569C-52B3-4185-BD3D-DDDDF22EEB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55D190-BF31-47D1-B61D-1D907A19D1EB}" type="slidenum">
              <a:rPr lang="ko-KR" altLang="en-US"/>
              <a:pPr eaLnBrk="1" hangingPunct="1"/>
              <a:t>9</a:t>
            </a:fld>
            <a:endParaRPr lang="en-US" altLang="ko-KR"/>
          </a:p>
        </p:txBody>
      </p:sp>
      <p:sp>
        <p:nvSpPr>
          <p:cNvPr id="115715" name="Rectangle 2">
            <a:extLst>
              <a:ext uri="{FF2B5EF4-FFF2-40B4-BE49-F238E27FC236}">
                <a16:creationId xmlns:a16="http://schemas.microsoft.com/office/drawing/2014/main" id="{C003D714-FEE0-4CD1-B927-36CB72FC60B6}"/>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8FCDFE95-103C-4C21-95A5-D0B7DD23C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DFF1F9EB-4B0A-47A7-A14C-587B85FCC4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AF3C65-47F3-43D7-A5E3-F2238549CCD6}" type="slidenum">
              <a:rPr lang="ko-KR" altLang="en-US"/>
              <a:pPr eaLnBrk="1" hangingPunct="1"/>
              <a:t>10</a:t>
            </a:fld>
            <a:endParaRPr lang="en-US" altLang="ko-KR"/>
          </a:p>
        </p:txBody>
      </p:sp>
      <p:sp>
        <p:nvSpPr>
          <p:cNvPr id="116739" name="Rectangle 2">
            <a:extLst>
              <a:ext uri="{FF2B5EF4-FFF2-40B4-BE49-F238E27FC236}">
                <a16:creationId xmlns:a16="http://schemas.microsoft.com/office/drawing/2014/main" id="{B1484AE2-F48B-4E52-A661-F26204901637}"/>
              </a:ext>
            </a:extLst>
          </p:cNvPr>
          <p:cNvSpPr>
            <a:spLocks noRot="1" noChangeArrowheads="1" noTextEdit="1"/>
          </p:cNvSpPr>
          <p:nvPr>
            <p:ph type="sldImg"/>
          </p:nvPr>
        </p:nvSpPr>
        <p:spPr>
          <a:ln/>
        </p:spPr>
      </p:sp>
      <p:sp>
        <p:nvSpPr>
          <p:cNvPr id="116740" name="Rectangle 3">
            <a:extLst>
              <a:ext uri="{FF2B5EF4-FFF2-40B4-BE49-F238E27FC236}">
                <a16:creationId xmlns:a16="http://schemas.microsoft.com/office/drawing/2014/main" id="{4A07A27D-68C7-457F-B05F-30F5F54292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D7CF049F-1E8C-4F30-B676-BE0079C4B9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0945F1-EFD3-4C15-A96D-0E1AEFB5316B}" type="slidenum">
              <a:rPr lang="ko-KR" altLang="en-US"/>
              <a:pPr eaLnBrk="1" hangingPunct="1"/>
              <a:t>19</a:t>
            </a:fld>
            <a:endParaRPr lang="en-US" altLang="ko-KR"/>
          </a:p>
        </p:txBody>
      </p:sp>
      <p:sp>
        <p:nvSpPr>
          <p:cNvPr id="117763" name="Rectangle 2">
            <a:extLst>
              <a:ext uri="{FF2B5EF4-FFF2-40B4-BE49-F238E27FC236}">
                <a16:creationId xmlns:a16="http://schemas.microsoft.com/office/drawing/2014/main" id="{B87333A7-9AEB-4DA4-AA62-47082D90DC9B}"/>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91235548-9E10-46BB-94D0-3E175A8EAD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B933A97E-E6C1-47CF-B0D8-C0C2189BC5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072F89B-E9C3-4807-8468-B18911C195FF}" type="slidenum">
              <a:rPr lang="ko-KR" altLang="en-US"/>
              <a:pPr eaLnBrk="1" hangingPunct="1"/>
              <a:t>20</a:t>
            </a:fld>
            <a:endParaRPr lang="en-US" altLang="ko-KR"/>
          </a:p>
        </p:txBody>
      </p:sp>
      <p:sp>
        <p:nvSpPr>
          <p:cNvPr id="118787" name="Rectangle 2">
            <a:extLst>
              <a:ext uri="{FF2B5EF4-FFF2-40B4-BE49-F238E27FC236}">
                <a16:creationId xmlns:a16="http://schemas.microsoft.com/office/drawing/2014/main" id="{59AB7D82-CF1C-4434-86E0-90E4C92DE40D}"/>
              </a:ext>
            </a:extLst>
          </p:cNvPr>
          <p:cNvSpPr>
            <a:spLocks noRot="1" noChangeArrowheads="1" noTextEdit="1"/>
          </p:cNvSpPr>
          <p:nvPr>
            <p:ph type="sldImg"/>
          </p:nvPr>
        </p:nvSpPr>
        <p:spPr>
          <a:ln/>
        </p:spPr>
      </p:sp>
      <p:sp>
        <p:nvSpPr>
          <p:cNvPr id="118788" name="Rectangle 3">
            <a:extLst>
              <a:ext uri="{FF2B5EF4-FFF2-40B4-BE49-F238E27FC236}">
                <a16:creationId xmlns:a16="http://schemas.microsoft.com/office/drawing/2014/main" id="{B11CA249-1644-48C5-B471-0C688B5ADC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F3B3A7CF-CAEC-4892-9997-0138A76B54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7CA609-0EF7-4306-B0FF-D14ED7FE90E5}" type="slidenum">
              <a:rPr lang="ko-KR" altLang="en-US"/>
              <a:pPr eaLnBrk="1" hangingPunct="1"/>
              <a:t>22</a:t>
            </a:fld>
            <a:endParaRPr lang="en-US" altLang="ko-KR"/>
          </a:p>
        </p:txBody>
      </p:sp>
      <p:sp>
        <p:nvSpPr>
          <p:cNvPr id="119811" name="Rectangle 2">
            <a:extLst>
              <a:ext uri="{FF2B5EF4-FFF2-40B4-BE49-F238E27FC236}">
                <a16:creationId xmlns:a16="http://schemas.microsoft.com/office/drawing/2014/main" id="{3FFD2809-7D00-43F7-8F6F-7644548A19F4}"/>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A1F396F9-D649-4E49-AA39-0165B08847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CE8C6233-EBBC-4D56-B0BD-51DD7DC140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3DC1CB-F379-4FE0-9CA5-3B93BD4A8314}" type="slidenum">
              <a:rPr lang="ko-KR" altLang="en-US"/>
              <a:pPr eaLnBrk="1" hangingPunct="1"/>
              <a:t>23</a:t>
            </a:fld>
            <a:endParaRPr lang="en-US" altLang="ko-KR"/>
          </a:p>
        </p:txBody>
      </p:sp>
      <p:sp>
        <p:nvSpPr>
          <p:cNvPr id="120835" name="Rectangle 2">
            <a:extLst>
              <a:ext uri="{FF2B5EF4-FFF2-40B4-BE49-F238E27FC236}">
                <a16:creationId xmlns:a16="http://schemas.microsoft.com/office/drawing/2014/main" id="{F921DF24-F0AA-4582-BC01-BF5D9F9D7AB9}"/>
              </a:ext>
            </a:extLst>
          </p:cNvPr>
          <p:cNvSpPr>
            <a:spLocks noRot="1" noChangeArrowheads="1" noTextEdit="1"/>
          </p:cNvSpPr>
          <p:nvPr>
            <p:ph type="sldImg"/>
          </p:nvPr>
        </p:nvSpPr>
        <p:spPr>
          <a:ln/>
        </p:spPr>
      </p:sp>
      <p:sp>
        <p:nvSpPr>
          <p:cNvPr id="120836" name="Rectangle 3">
            <a:extLst>
              <a:ext uri="{FF2B5EF4-FFF2-40B4-BE49-F238E27FC236}">
                <a16:creationId xmlns:a16="http://schemas.microsoft.com/office/drawing/2014/main" id="{98C4F276-64AE-478D-9CBB-56D0258F50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7AA67823-85EF-423F-8E02-E955B9ACDC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C5A492-1130-4CED-8BF1-2E025D9AE54C}" type="slidenum">
              <a:rPr lang="ko-KR" altLang="en-US"/>
              <a:pPr eaLnBrk="1" hangingPunct="1"/>
              <a:t>25</a:t>
            </a:fld>
            <a:endParaRPr lang="en-US" altLang="ko-KR"/>
          </a:p>
        </p:txBody>
      </p:sp>
      <p:sp>
        <p:nvSpPr>
          <p:cNvPr id="121859" name="Rectangle 2">
            <a:extLst>
              <a:ext uri="{FF2B5EF4-FFF2-40B4-BE49-F238E27FC236}">
                <a16:creationId xmlns:a16="http://schemas.microsoft.com/office/drawing/2014/main" id="{D30E45A1-A1CD-4F34-BE59-A7A625CAF012}"/>
              </a:ext>
            </a:extLst>
          </p:cNvPr>
          <p:cNvSpPr>
            <a:spLocks noRot="1" noChangeArrowheads="1" noTextEdit="1"/>
          </p:cNvSpPr>
          <p:nvPr>
            <p:ph type="sldImg"/>
          </p:nvPr>
        </p:nvSpPr>
        <p:spPr>
          <a:ln/>
        </p:spPr>
      </p:sp>
      <p:sp>
        <p:nvSpPr>
          <p:cNvPr id="121860" name="Rectangle 3">
            <a:extLst>
              <a:ext uri="{FF2B5EF4-FFF2-40B4-BE49-F238E27FC236}">
                <a16:creationId xmlns:a16="http://schemas.microsoft.com/office/drawing/2014/main" id="{7EB6FC32-28D4-4A9B-8284-DD886D4408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B4574749-D953-4915-A596-E32811E7F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34FA6A-7E26-4823-BFB8-7F405953628A}" type="slidenum">
              <a:rPr lang="ko-KR" altLang="en-US"/>
              <a:pPr eaLnBrk="1" hangingPunct="1"/>
              <a:t>28</a:t>
            </a:fld>
            <a:endParaRPr lang="en-US" altLang="ko-KR"/>
          </a:p>
        </p:txBody>
      </p:sp>
      <p:sp>
        <p:nvSpPr>
          <p:cNvPr id="122883" name="Rectangle 2">
            <a:extLst>
              <a:ext uri="{FF2B5EF4-FFF2-40B4-BE49-F238E27FC236}">
                <a16:creationId xmlns:a16="http://schemas.microsoft.com/office/drawing/2014/main" id="{01F9DD95-5000-43C1-A865-1DB01CE1802E}"/>
              </a:ext>
            </a:extLst>
          </p:cNvPr>
          <p:cNvSpPr>
            <a:spLocks noRot="1" noChangeArrowheads="1" noTextEdit="1"/>
          </p:cNvSpPr>
          <p:nvPr>
            <p:ph type="sldImg"/>
          </p:nvPr>
        </p:nvSpPr>
        <p:spPr>
          <a:ln/>
        </p:spPr>
      </p:sp>
      <p:sp>
        <p:nvSpPr>
          <p:cNvPr id="122884" name="Rectangle 3">
            <a:extLst>
              <a:ext uri="{FF2B5EF4-FFF2-40B4-BE49-F238E27FC236}">
                <a16:creationId xmlns:a16="http://schemas.microsoft.com/office/drawing/2014/main" id="{20277854-F941-4AC0-9838-5343D62AFD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FA9B8CE-3FB3-49C8-8D8A-E61274859B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B76B13-C9BC-4BD8-B513-004455AC9D02}" type="slidenum">
              <a:rPr lang="ko-KR" altLang="en-US">
                <a:ea typeface="굴림" panose="020B0503020000020004" pitchFamily="34" charset="-127"/>
              </a:rPr>
              <a:pPr eaLnBrk="1" hangingPunct="1"/>
              <a:t>31</a:t>
            </a:fld>
            <a:endParaRPr lang="en-US" altLang="ko-KR">
              <a:ea typeface="굴림" panose="020B0503020000020004" pitchFamily="34" charset="-127"/>
            </a:endParaRPr>
          </a:p>
        </p:txBody>
      </p:sp>
      <p:sp>
        <p:nvSpPr>
          <p:cNvPr id="123907" name="Rectangle 2">
            <a:extLst>
              <a:ext uri="{FF2B5EF4-FFF2-40B4-BE49-F238E27FC236}">
                <a16:creationId xmlns:a16="http://schemas.microsoft.com/office/drawing/2014/main" id="{AA6F5002-C4AD-46EA-A1E3-A939B600DDC5}"/>
              </a:ext>
            </a:extLst>
          </p:cNvPr>
          <p:cNvSpPr>
            <a:spLocks noRot="1" noChangeArrowheads="1" noTextEdit="1"/>
          </p:cNvSpPr>
          <p:nvPr>
            <p:ph type="sldImg"/>
          </p:nvPr>
        </p:nvSpPr>
        <p:spPr>
          <a:ln/>
        </p:spPr>
      </p:sp>
      <p:sp>
        <p:nvSpPr>
          <p:cNvPr id="123908" name="Rectangle 3">
            <a:extLst>
              <a:ext uri="{FF2B5EF4-FFF2-40B4-BE49-F238E27FC236}">
                <a16:creationId xmlns:a16="http://schemas.microsoft.com/office/drawing/2014/main" id="{B588A1FD-F221-4479-9F98-3EEDD15797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0B92324E-A2B0-40DD-8CBF-CA635D963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D8ED0D-6591-4FCB-9A67-9111F533D857}" type="slidenum">
              <a:rPr lang="ko-KR" altLang="en-US"/>
              <a:pPr eaLnBrk="1" hangingPunct="1"/>
              <a:t>32</a:t>
            </a:fld>
            <a:endParaRPr lang="en-US" altLang="ko-KR"/>
          </a:p>
        </p:txBody>
      </p:sp>
      <p:sp>
        <p:nvSpPr>
          <p:cNvPr id="124931" name="Rectangle 2">
            <a:extLst>
              <a:ext uri="{FF2B5EF4-FFF2-40B4-BE49-F238E27FC236}">
                <a16:creationId xmlns:a16="http://schemas.microsoft.com/office/drawing/2014/main" id="{59975FBF-B7D7-4018-B1A9-326D1D23F8C5}"/>
              </a:ext>
            </a:extLst>
          </p:cNvPr>
          <p:cNvSpPr>
            <a:spLocks noRot="1" noChangeArrowheads="1" noTextEdit="1"/>
          </p:cNvSpPr>
          <p:nvPr>
            <p:ph type="sldImg"/>
          </p:nvPr>
        </p:nvSpPr>
        <p:spPr>
          <a:ln/>
        </p:spPr>
      </p:sp>
      <p:sp>
        <p:nvSpPr>
          <p:cNvPr id="124932" name="Rectangle 3">
            <a:extLst>
              <a:ext uri="{FF2B5EF4-FFF2-40B4-BE49-F238E27FC236}">
                <a16:creationId xmlns:a16="http://schemas.microsoft.com/office/drawing/2014/main" id="{B611262D-CB09-4DB3-B20A-3B039A2FE4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D14C253-5CE7-48A4-8815-3B7D9094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D2CE38-5E94-46B4-A8F6-C38C0A75A003}" type="slidenum">
              <a:rPr lang="ko-KR" altLang="en-US">
                <a:ea typeface="굴림" panose="020B0503020000020004" pitchFamily="34" charset="-127"/>
              </a:rPr>
              <a:pPr eaLnBrk="1" hangingPunct="1"/>
              <a:t>35</a:t>
            </a:fld>
            <a:endParaRPr lang="en-US" altLang="ko-KR">
              <a:ea typeface="굴림" panose="020B0503020000020004" pitchFamily="34" charset="-127"/>
            </a:endParaRPr>
          </a:p>
        </p:txBody>
      </p:sp>
      <p:sp>
        <p:nvSpPr>
          <p:cNvPr id="125955" name="Rectangle 2">
            <a:extLst>
              <a:ext uri="{FF2B5EF4-FFF2-40B4-BE49-F238E27FC236}">
                <a16:creationId xmlns:a16="http://schemas.microsoft.com/office/drawing/2014/main" id="{06663A05-6445-4043-9B1E-568892B96A73}"/>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A46B572D-5EE4-4E7A-94F1-EE0ACCB88E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53194480-E8ED-429D-B518-A847E3101F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3C87AC-0619-4CD5-8ECC-F5331EBA3176}" type="slidenum">
              <a:rPr lang="ko-KR" altLang="en-US">
                <a:ea typeface="굴림" panose="020B0503020000020004" pitchFamily="34" charset="-127"/>
              </a:rPr>
              <a:pPr eaLnBrk="1" hangingPunct="1"/>
              <a:t>36</a:t>
            </a:fld>
            <a:endParaRPr lang="en-US" altLang="ko-KR">
              <a:ea typeface="굴림" panose="020B0503020000020004" pitchFamily="34" charset="-127"/>
            </a:endParaRPr>
          </a:p>
        </p:txBody>
      </p:sp>
      <p:sp>
        <p:nvSpPr>
          <p:cNvPr id="126979" name="Rectangle 2">
            <a:extLst>
              <a:ext uri="{FF2B5EF4-FFF2-40B4-BE49-F238E27FC236}">
                <a16:creationId xmlns:a16="http://schemas.microsoft.com/office/drawing/2014/main" id="{8EB512C8-61BC-4732-962B-AAD5A28DD1CF}"/>
              </a:ext>
            </a:extLst>
          </p:cNvPr>
          <p:cNvSpPr>
            <a:spLocks noRot="1" noChangeArrowheads="1" noTextEdit="1"/>
          </p:cNvSpPr>
          <p:nvPr>
            <p:ph type="sldImg"/>
          </p:nvPr>
        </p:nvSpPr>
        <p:spPr>
          <a:ln/>
        </p:spPr>
      </p:sp>
      <p:sp>
        <p:nvSpPr>
          <p:cNvPr id="126980" name="Rectangle 3">
            <a:extLst>
              <a:ext uri="{FF2B5EF4-FFF2-40B4-BE49-F238E27FC236}">
                <a16:creationId xmlns:a16="http://schemas.microsoft.com/office/drawing/2014/main" id="{7C82BF78-7EA4-4EA8-B7DF-A6C9FA191E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5B66D06B-FBAA-4B05-8EB2-C50EFB36B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F586E3-B139-4DDA-B610-4202E0AFC5AD}" type="slidenum">
              <a:rPr lang="ko-KR" altLang="en-US"/>
              <a:pPr eaLnBrk="1" hangingPunct="1"/>
              <a:t>37</a:t>
            </a:fld>
            <a:endParaRPr lang="en-US" altLang="ko-KR"/>
          </a:p>
        </p:txBody>
      </p:sp>
      <p:sp>
        <p:nvSpPr>
          <p:cNvPr id="128003" name="Rectangle 2">
            <a:extLst>
              <a:ext uri="{FF2B5EF4-FFF2-40B4-BE49-F238E27FC236}">
                <a16:creationId xmlns:a16="http://schemas.microsoft.com/office/drawing/2014/main" id="{1452759D-8240-4C52-8D2E-DF86D26E346E}"/>
              </a:ext>
            </a:extLst>
          </p:cNvPr>
          <p:cNvSpPr>
            <a:spLocks noRot="1" noChangeArrowheads="1" noTextEdit="1"/>
          </p:cNvSpPr>
          <p:nvPr>
            <p:ph type="sldImg"/>
          </p:nvPr>
        </p:nvSpPr>
        <p:spPr>
          <a:ln/>
        </p:spPr>
      </p:sp>
      <p:sp>
        <p:nvSpPr>
          <p:cNvPr id="128004" name="Rectangle 3">
            <a:extLst>
              <a:ext uri="{FF2B5EF4-FFF2-40B4-BE49-F238E27FC236}">
                <a16:creationId xmlns:a16="http://schemas.microsoft.com/office/drawing/2014/main" id="{E2DA1EE4-2EF2-4ECC-B9E4-E3448FF408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4FC7DDE9-21A2-484F-9252-8E1C57C100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D81A4F-B502-4D8C-B440-8061829FF695}" type="slidenum">
              <a:rPr lang="ko-KR" altLang="en-US">
                <a:ea typeface="굴림" panose="020B0503020000020004" pitchFamily="34" charset="-127"/>
              </a:rPr>
              <a:pPr eaLnBrk="1" hangingPunct="1"/>
              <a:t>38</a:t>
            </a:fld>
            <a:endParaRPr lang="en-US" altLang="ko-KR">
              <a:ea typeface="굴림" panose="020B0503020000020004" pitchFamily="34" charset="-127"/>
            </a:endParaRPr>
          </a:p>
        </p:txBody>
      </p:sp>
      <p:sp>
        <p:nvSpPr>
          <p:cNvPr id="129027" name="Rectangle 2">
            <a:extLst>
              <a:ext uri="{FF2B5EF4-FFF2-40B4-BE49-F238E27FC236}">
                <a16:creationId xmlns:a16="http://schemas.microsoft.com/office/drawing/2014/main" id="{EFFD255A-9EDB-42CD-BAEF-0D2B0E41D5AC}"/>
              </a:ext>
            </a:extLst>
          </p:cNvPr>
          <p:cNvSpPr>
            <a:spLocks noRot="1" noChangeArrowheads="1" noTextEdit="1"/>
          </p:cNvSpPr>
          <p:nvPr>
            <p:ph type="sldImg"/>
          </p:nvPr>
        </p:nvSpPr>
        <p:spPr>
          <a:ln/>
        </p:spPr>
      </p:sp>
      <p:sp>
        <p:nvSpPr>
          <p:cNvPr id="129028" name="Rectangle 3">
            <a:extLst>
              <a:ext uri="{FF2B5EF4-FFF2-40B4-BE49-F238E27FC236}">
                <a16:creationId xmlns:a16="http://schemas.microsoft.com/office/drawing/2014/main" id="{561A54D4-8D25-4FBA-A272-8F7A857857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BE47794F-C572-42BD-B35F-E3AFE851B2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C2402A-219D-4A66-95E7-0831138E5FA5}" type="slidenum">
              <a:rPr lang="ko-KR" altLang="en-US">
                <a:ea typeface="굴림" panose="020B0503020000020004" pitchFamily="34" charset="-127"/>
              </a:rPr>
              <a:pPr eaLnBrk="1" hangingPunct="1"/>
              <a:t>40</a:t>
            </a:fld>
            <a:endParaRPr lang="en-US" altLang="ko-KR">
              <a:ea typeface="굴림" panose="020B0503020000020004" pitchFamily="34" charset="-127"/>
            </a:endParaRPr>
          </a:p>
        </p:txBody>
      </p:sp>
      <p:sp>
        <p:nvSpPr>
          <p:cNvPr id="130051" name="Rectangle 2">
            <a:extLst>
              <a:ext uri="{FF2B5EF4-FFF2-40B4-BE49-F238E27FC236}">
                <a16:creationId xmlns:a16="http://schemas.microsoft.com/office/drawing/2014/main" id="{810B670F-68B4-4F12-8D1B-832C01AC75B5}"/>
              </a:ext>
            </a:extLst>
          </p:cNvPr>
          <p:cNvSpPr>
            <a:spLocks noRot="1" noChangeArrowheads="1" noTextEdit="1"/>
          </p:cNvSpPr>
          <p:nvPr>
            <p:ph type="sldImg"/>
          </p:nvPr>
        </p:nvSpPr>
        <p:spPr>
          <a:ln/>
        </p:spPr>
      </p:sp>
      <p:sp>
        <p:nvSpPr>
          <p:cNvPr id="130052" name="Rectangle 3">
            <a:extLst>
              <a:ext uri="{FF2B5EF4-FFF2-40B4-BE49-F238E27FC236}">
                <a16:creationId xmlns:a16="http://schemas.microsoft.com/office/drawing/2014/main" id="{19ED17C2-845E-4F3E-9C0F-B8344361F6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3039458E-7EC5-4807-ACAD-AD572C1BB6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CF84712-1F1E-4C34-946F-49E781903ACA}" type="slidenum">
              <a:rPr lang="ko-KR" altLang="en-US">
                <a:ea typeface="굴림" panose="020B0503020000020004" pitchFamily="34" charset="-127"/>
              </a:rPr>
              <a:pPr eaLnBrk="1" hangingPunct="1"/>
              <a:t>41</a:t>
            </a:fld>
            <a:endParaRPr lang="en-US" altLang="ko-KR">
              <a:ea typeface="굴림" panose="020B0503020000020004" pitchFamily="34" charset="-127"/>
            </a:endParaRPr>
          </a:p>
        </p:txBody>
      </p:sp>
      <p:sp>
        <p:nvSpPr>
          <p:cNvPr id="131075" name="Rectangle 2">
            <a:extLst>
              <a:ext uri="{FF2B5EF4-FFF2-40B4-BE49-F238E27FC236}">
                <a16:creationId xmlns:a16="http://schemas.microsoft.com/office/drawing/2014/main" id="{0D34CE6E-F61B-432D-9466-23E8357E3B70}"/>
              </a:ext>
            </a:extLst>
          </p:cNvPr>
          <p:cNvSpPr>
            <a:spLocks noRot="1" noChangeArrowheads="1" noTextEdit="1"/>
          </p:cNvSpPr>
          <p:nvPr>
            <p:ph type="sldImg"/>
          </p:nvPr>
        </p:nvSpPr>
        <p:spPr>
          <a:ln/>
        </p:spPr>
      </p:sp>
      <p:sp>
        <p:nvSpPr>
          <p:cNvPr id="131076" name="Rectangle 3">
            <a:extLst>
              <a:ext uri="{FF2B5EF4-FFF2-40B4-BE49-F238E27FC236}">
                <a16:creationId xmlns:a16="http://schemas.microsoft.com/office/drawing/2014/main" id="{C7678626-8463-4715-86D2-962190A33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C97C3025-988D-4245-A422-2B2B6D5A03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A93E69-3CB2-4E84-B56D-56EB5AC279BE}" type="slidenum">
              <a:rPr lang="ko-KR" altLang="en-US">
                <a:ea typeface="굴림" panose="020B0503020000020004" pitchFamily="34" charset="-127"/>
              </a:rPr>
              <a:pPr eaLnBrk="1" hangingPunct="1"/>
              <a:t>42</a:t>
            </a:fld>
            <a:endParaRPr lang="en-US" altLang="ko-KR">
              <a:ea typeface="굴림" panose="020B0503020000020004" pitchFamily="34" charset="-127"/>
            </a:endParaRPr>
          </a:p>
        </p:txBody>
      </p:sp>
      <p:sp>
        <p:nvSpPr>
          <p:cNvPr id="132099" name="Rectangle 2">
            <a:extLst>
              <a:ext uri="{FF2B5EF4-FFF2-40B4-BE49-F238E27FC236}">
                <a16:creationId xmlns:a16="http://schemas.microsoft.com/office/drawing/2014/main" id="{31B865EA-4639-44D8-BC86-32F601DE81D2}"/>
              </a:ext>
            </a:extLst>
          </p:cNvPr>
          <p:cNvSpPr>
            <a:spLocks noRot="1" noChangeArrowheads="1" noTextEdit="1"/>
          </p:cNvSpPr>
          <p:nvPr>
            <p:ph type="sldImg"/>
          </p:nvPr>
        </p:nvSpPr>
        <p:spPr>
          <a:ln/>
        </p:spPr>
      </p:sp>
      <p:sp>
        <p:nvSpPr>
          <p:cNvPr id="132100" name="Rectangle 3">
            <a:extLst>
              <a:ext uri="{FF2B5EF4-FFF2-40B4-BE49-F238E27FC236}">
                <a16:creationId xmlns:a16="http://schemas.microsoft.com/office/drawing/2014/main" id="{061F5976-BD3D-4E9D-833D-B65EF6E8A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B1FE8C22-61F1-4C05-9694-73E6D668D6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F55654B-857C-4ECF-AD95-C33E3AA68E58}" type="slidenum">
              <a:rPr lang="ko-KR" altLang="en-US"/>
              <a:pPr eaLnBrk="1" hangingPunct="1"/>
              <a:t>46</a:t>
            </a:fld>
            <a:endParaRPr lang="en-US" altLang="ko-KR"/>
          </a:p>
        </p:txBody>
      </p:sp>
      <p:sp>
        <p:nvSpPr>
          <p:cNvPr id="133123" name="Rectangle 2">
            <a:extLst>
              <a:ext uri="{FF2B5EF4-FFF2-40B4-BE49-F238E27FC236}">
                <a16:creationId xmlns:a16="http://schemas.microsoft.com/office/drawing/2014/main" id="{F49D15EA-AC6A-422A-84F0-64DA6CBB2DC8}"/>
              </a:ext>
            </a:extLst>
          </p:cNvPr>
          <p:cNvSpPr>
            <a:spLocks noRot="1" noChangeArrowheads="1" noTextEdit="1"/>
          </p:cNvSpPr>
          <p:nvPr>
            <p:ph type="sldImg"/>
          </p:nvPr>
        </p:nvSpPr>
        <p:spPr>
          <a:ln/>
        </p:spPr>
      </p:sp>
      <p:sp>
        <p:nvSpPr>
          <p:cNvPr id="133124" name="Rectangle 3">
            <a:extLst>
              <a:ext uri="{FF2B5EF4-FFF2-40B4-BE49-F238E27FC236}">
                <a16:creationId xmlns:a16="http://schemas.microsoft.com/office/drawing/2014/main" id="{C347ED48-DD99-4425-A7AD-F810B4EA8E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06A081F5-2208-4F40-9CBF-C788CFA85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090C969-F65C-4638-AA5D-ABD297AB4284}" type="slidenum">
              <a:rPr lang="ko-KR" altLang="en-US"/>
              <a:pPr eaLnBrk="1" hangingPunct="1"/>
              <a:t>49</a:t>
            </a:fld>
            <a:endParaRPr lang="en-US" altLang="ko-KR"/>
          </a:p>
        </p:txBody>
      </p:sp>
      <p:sp>
        <p:nvSpPr>
          <p:cNvPr id="134147" name="Rectangle 2">
            <a:extLst>
              <a:ext uri="{FF2B5EF4-FFF2-40B4-BE49-F238E27FC236}">
                <a16:creationId xmlns:a16="http://schemas.microsoft.com/office/drawing/2014/main" id="{B8BCE5CF-2A45-47A0-BD54-ED4324487891}"/>
              </a:ext>
            </a:extLst>
          </p:cNvPr>
          <p:cNvSpPr>
            <a:spLocks noRot="1" noChangeArrowheads="1" noTextEdit="1"/>
          </p:cNvSpPr>
          <p:nvPr>
            <p:ph type="sldImg"/>
          </p:nvPr>
        </p:nvSpPr>
        <p:spPr>
          <a:ln/>
        </p:spPr>
      </p:sp>
      <p:sp>
        <p:nvSpPr>
          <p:cNvPr id="134148" name="Rectangle 3">
            <a:extLst>
              <a:ext uri="{FF2B5EF4-FFF2-40B4-BE49-F238E27FC236}">
                <a16:creationId xmlns:a16="http://schemas.microsoft.com/office/drawing/2014/main" id="{15054F9A-DF67-40AF-8402-4DE937F1EB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0F20AF70-DD30-4F13-9244-BAF7FCD601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925866-0E04-42ED-891F-30D2236D8FDF}" type="slidenum">
              <a:rPr lang="ko-KR" altLang="en-US"/>
              <a:pPr eaLnBrk="1" hangingPunct="1"/>
              <a:t>50</a:t>
            </a:fld>
            <a:endParaRPr lang="en-US" altLang="ko-KR"/>
          </a:p>
        </p:txBody>
      </p:sp>
      <p:sp>
        <p:nvSpPr>
          <p:cNvPr id="135171" name="Rectangle 2">
            <a:extLst>
              <a:ext uri="{FF2B5EF4-FFF2-40B4-BE49-F238E27FC236}">
                <a16:creationId xmlns:a16="http://schemas.microsoft.com/office/drawing/2014/main" id="{B8E2C694-21BE-4BBA-A93B-60D4738F19E5}"/>
              </a:ext>
            </a:extLst>
          </p:cNvPr>
          <p:cNvSpPr>
            <a:spLocks noRot="1" noChangeArrowheads="1" noTextEdit="1"/>
          </p:cNvSpPr>
          <p:nvPr>
            <p:ph type="sldImg"/>
          </p:nvPr>
        </p:nvSpPr>
        <p:spPr>
          <a:ln/>
        </p:spPr>
      </p:sp>
      <p:sp>
        <p:nvSpPr>
          <p:cNvPr id="135172" name="Rectangle 3">
            <a:extLst>
              <a:ext uri="{FF2B5EF4-FFF2-40B4-BE49-F238E27FC236}">
                <a16:creationId xmlns:a16="http://schemas.microsoft.com/office/drawing/2014/main" id="{E3941846-0780-416D-A2C4-4D0268DB7F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F6111D1F-B263-437A-A4F2-B6719DD601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7416A5-D463-40A4-8AA5-8F39722026BF}" type="slidenum">
              <a:rPr lang="ko-KR" altLang="en-US"/>
              <a:pPr eaLnBrk="1" hangingPunct="1"/>
              <a:t>51</a:t>
            </a:fld>
            <a:endParaRPr lang="en-US" altLang="ko-KR"/>
          </a:p>
        </p:txBody>
      </p:sp>
      <p:sp>
        <p:nvSpPr>
          <p:cNvPr id="136195" name="Rectangle 2">
            <a:extLst>
              <a:ext uri="{FF2B5EF4-FFF2-40B4-BE49-F238E27FC236}">
                <a16:creationId xmlns:a16="http://schemas.microsoft.com/office/drawing/2014/main" id="{91EBEF76-133D-4082-8176-E1E40F3708FE}"/>
              </a:ext>
            </a:extLst>
          </p:cNvPr>
          <p:cNvSpPr>
            <a:spLocks noRot="1" noChangeArrowheads="1" noTextEdit="1"/>
          </p:cNvSpPr>
          <p:nvPr>
            <p:ph type="sldImg"/>
          </p:nvPr>
        </p:nvSpPr>
        <p:spPr>
          <a:ln/>
        </p:spPr>
      </p:sp>
      <p:sp>
        <p:nvSpPr>
          <p:cNvPr id="136196" name="Rectangle 3">
            <a:extLst>
              <a:ext uri="{FF2B5EF4-FFF2-40B4-BE49-F238E27FC236}">
                <a16:creationId xmlns:a16="http://schemas.microsoft.com/office/drawing/2014/main" id="{D18D76CA-7653-418A-8DD8-14C6DC3321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07CC3F1B-0400-42B9-9FDF-A8FEB74994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4B8040-5F86-4C21-99F7-80A93884A718}" type="slidenum">
              <a:rPr lang="ko-KR" altLang="en-US"/>
              <a:pPr eaLnBrk="1" hangingPunct="1"/>
              <a:t>52</a:t>
            </a:fld>
            <a:endParaRPr lang="en-US" altLang="ko-KR"/>
          </a:p>
        </p:txBody>
      </p:sp>
      <p:sp>
        <p:nvSpPr>
          <p:cNvPr id="137219" name="Rectangle 2">
            <a:extLst>
              <a:ext uri="{FF2B5EF4-FFF2-40B4-BE49-F238E27FC236}">
                <a16:creationId xmlns:a16="http://schemas.microsoft.com/office/drawing/2014/main" id="{37D449EB-4370-4B89-A467-0112091E06BA}"/>
              </a:ext>
            </a:extLst>
          </p:cNvPr>
          <p:cNvSpPr>
            <a:spLocks noRot="1" noChangeArrowheads="1" noTextEdit="1"/>
          </p:cNvSpPr>
          <p:nvPr>
            <p:ph type="sldImg"/>
          </p:nvPr>
        </p:nvSpPr>
        <p:spPr>
          <a:ln/>
        </p:spPr>
      </p:sp>
      <p:sp>
        <p:nvSpPr>
          <p:cNvPr id="137220" name="Rectangle 3">
            <a:extLst>
              <a:ext uri="{FF2B5EF4-FFF2-40B4-BE49-F238E27FC236}">
                <a16:creationId xmlns:a16="http://schemas.microsoft.com/office/drawing/2014/main" id="{D3D79AF0-5CC5-41E2-BE1A-457F56F76F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949E02F9-2AB7-4F5D-B857-02C6233321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27E153-6703-42F1-9604-E4F189C45B31}" type="slidenum">
              <a:rPr lang="ko-KR" altLang="en-US"/>
              <a:pPr eaLnBrk="1" hangingPunct="1"/>
              <a:t>53</a:t>
            </a:fld>
            <a:endParaRPr lang="en-US" altLang="ko-KR"/>
          </a:p>
        </p:txBody>
      </p:sp>
      <p:sp>
        <p:nvSpPr>
          <p:cNvPr id="138243" name="Rectangle 2">
            <a:extLst>
              <a:ext uri="{FF2B5EF4-FFF2-40B4-BE49-F238E27FC236}">
                <a16:creationId xmlns:a16="http://schemas.microsoft.com/office/drawing/2014/main" id="{AF12A335-5000-4B9F-9A3F-6405D6F0B25D}"/>
              </a:ext>
            </a:extLst>
          </p:cNvPr>
          <p:cNvSpPr>
            <a:spLocks noRot="1" noChangeArrowheads="1" noTextEdit="1"/>
          </p:cNvSpPr>
          <p:nvPr>
            <p:ph type="sldImg"/>
          </p:nvPr>
        </p:nvSpPr>
        <p:spPr>
          <a:ln/>
        </p:spPr>
      </p:sp>
      <p:sp>
        <p:nvSpPr>
          <p:cNvPr id="138244" name="Rectangle 3">
            <a:extLst>
              <a:ext uri="{FF2B5EF4-FFF2-40B4-BE49-F238E27FC236}">
                <a16:creationId xmlns:a16="http://schemas.microsoft.com/office/drawing/2014/main" id="{C481B5C5-6227-4039-A46A-D088302C85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75D17FD1-14A3-4325-8537-4B1DAB5D99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B79B01-D298-46C2-B14C-517D7DA23E67}" type="slidenum">
              <a:rPr lang="ko-KR" altLang="en-US"/>
              <a:pPr eaLnBrk="1" hangingPunct="1"/>
              <a:t>54</a:t>
            </a:fld>
            <a:endParaRPr lang="en-US" altLang="ko-KR"/>
          </a:p>
        </p:txBody>
      </p:sp>
      <p:sp>
        <p:nvSpPr>
          <p:cNvPr id="139267" name="Rectangle 2">
            <a:extLst>
              <a:ext uri="{FF2B5EF4-FFF2-40B4-BE49-F238E27FC236}">
                <a16:creationId xmlns:a16="http://schemas.microsoft.com/office/drawing/2014/main" id="{62F55052-473A-491A-A780-60CDB4A466D5}"/>
              </a:ext>
            </a:extLst>
          </p:cNvPr>
          <p:cNvSpPr>
            <a:spLocks noRot="1" noChangeArrowheads="1" noTextEdit="1"/>
          </p:cNvSpPr>
          <p:nvPr>
            <p:ph type="sldImg"/>
          </p:nvPr>
        </p:nvSpPr>
        <p:spPr>
          <a:ln/>
        </p:spPr>
      </p:sp>
      <p:sp>
        <p:nvSpPr>
          <p:cNvPr id="139268" name="Rectangle 3">
            <a:extLst>
              <a:ext uri="{FF2B5EF4-FFF2-40B4-BE49-F238E27FC236}">
                <a16:creationId xmlns:a16="http://schemas.microsoft.com/office/drawing/2014/main" id="{96D210E6-E4BF-40C2-B561-590C6C69A4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F73DCAD1-CAD1-43F2-B87F-4A5B749930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5B8E92-C1AB-487F-AD0C-0C51A931B468}" type="slidenum">
              <a:rPr lang="ko-KR" altLang="en-US"/>
              <a:pPr eaLnBrk="1" hangingPunct="1"/>
              <a:t>55</a:t>
            </a:fld>
            <a:endParaRPr lang="en-US" altLang="ko-KR"/>
          </a:p>
        </p:txBody>
      </p:sp>
      <p:sp>
        <p:nvSpPr>
          <p:cNvPr id="140291" name="Rectangle 2">
            <a:extLst>
              <a:ext uri="{FF2B5EF4-FFF2-40B4-BE49-F238E27FC236}">
                <a16:creationId xmlns:a16="http://schemas.microsoft.com/office/drawing/2014/main" id="{F0552434-3829-4E3A-A86B-945CF543D2D7}"/>
              </a:ext>
            </a:extLst>
          </p:cNvPr>
          <p:cNvSpPr>
            <a:spLocks noRot="1" noChangeArrowheads="1" noTextEdit="1"/>
          </p:cNvSpPr>
          <p:nvPr>
            <p:ph type="sldImg"/>
          </p:nvPr>
        </p:nvSpPr>
        <p:spPr>
          <a:ln/>
        </p:spPr>
      </p:sp>
      <p:sp>
        <p:nvSpPr>
          <p:cNvPr id="140292" name="Rectangle 3">
            <a:extLst>
              <a:ext uri="{FF2B5EF4-FFF2-40B4-BE49-F238E27FC236}">
                <a16:creationId xmlns:a16="http://schemas.microsoft.com/office/drawing/2014/main" id="{6D6FEF35-8716-4CBF-BFB4-3CA5B65BB7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0758DCDF-4F0B-4369-9401-DBDD801BFC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987648-A255-4C6E-9DB1-67DD3DBAFCF7}" type="slidenum">
              <a:rPr lang="ko-KR" altLang="en-US"/>
              <a:pPr eaLnBrk="1" hangingPunct="1"/>
              <a:t>56</a:t>
            </a:fld>
            <a:endParaRPr lang="en-US" altLang="ko-KR"/>
          </a:p>
        </p:txBody>
      </p:sp>
      <p:sp>
        <p:nvSpPr>
          <p:cNvPr id="141315" name="Rectangle 2">
            <a:extLst>
              <a:ext uri="{FF2B5EF4-FFF2-40B4-BE49-F238E27FC236}">
                <a16:creationId xmlns:a16="http://schemas.microsoft.com/office/drawing/2014/main" id="{2F199E6D-57D0-4327-839E-6ECA45B88893}"/>
              </a:ext>
            </a:extLst>
          </p:cNvPr>
          <p:cNvSpPr>
            <a:spLocks noRot="1" noChangeArrowheads="1" noTextEdit="1"/>
          </p:cNvSpPr>
          <p:nvPr>
            <p:ph type="sldImg"/>
          </p:nvPr>
        </p:nvSpPr>
        <p:spPr>
          <a:ln/>
        </p:spPr>
      </p:sp>
      <p:sp>
        <p:nvSpPr>
          <p:cNvPr id="141316" name="Rectangle 3">
            <a:extLst>
              <a:ext uri="{FF2B5EF4-FFF2-40B4-BE49-F238E27FC236}">
                <a16:creationId xmlns:a16="http://schemas.microsoft.com/office/drawing/2014/main" id="{2144EC81-83EE-48F0-97E6-27B702FA03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3C7599DE-41B1-4620-B498-F0280809D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4D5037-39C3-47C0-BFF7-7B7C3DF81A19}" type="slidenum">
              <a:rPr lang="ko-KR" altLang="en-US"/>
              <a:pPr eaLnBrk="1" hangingPunct="1"/>
              <a:t>57</a:t>
            </a:fld>
            <a:endParaRPr lang="en-US" altLang="ko-KR"/>
          </a:p>
        </p:txBody>
      </p:sp>
      <p:sp>
        <p:nvSpPr>
          <p:cNvPr id="142339" name="Rectangle 2">
            <a:extLst>
              <a:ext uri="{FF2B5EF4-FFF2-40B4-BE49-F238E27FC236}">
                <a16:creationId xmlns:a16="http://schemas.microsoft.com/office/drawing/2014/main" id="{D5474C0D-DE32-411D-8551-87A3E9492F15}"/>
              </a:ext>
            </a:extLst>
          </p:cNvPr>
          <p:cNvSpPr>
            <a:spLocks noRot="1" noChangeArrowheads="1" noTextEdit="1"/>
          </p:cNvSpPr>
          <p:nvPr>
            <p:ph type="sldImg"/>
          </p:nvPr>
        </p:nvSpPr>
        <p:spPr>
          <a:ln/>
        </p:spPr>
      </p:sp>
      <p:sp>
        <p:nvSpPr>
          <p:cNvPr id="142340" name="Rectangle 3">
            <a:extLst>
              <a:ext uri="{FF2B5EF4-FFF2-40B4-BE49-F238E27FC236}">
                <a16:creationId xmlns:a16="http://schemas.microsoft.com/office/drawing/2014/main" id="{62D6E22B-E6B3-4F3F-A08C-83957358A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856A7D10-D738-43E2-AC8F-2E6A4404BB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81406B-3F3D-4C22-BEA5-BF0F1EED5E44}" type="slidenum">
              <a:rPr lang="ko-KR" altLang="en-US"/>
              <a:pPr eaLnBrk="1" hangingPunct="1"/>
              <a:t>58</a:t>
            </a:fld>
            <a:endParaRPr lang="en-US" altLang="ko-KR"/>
          </a:p>
        </p:txBody>
      </p:sp>
      <p:sp>
        <p:nvSpPr>
          <p:cNvPr id="143363" name="Rectangle 2">
            <a:extLst>
              <a:ext uri="{FF2B5EF4-FFF2-40B4-BE49-F238E27FC236}">
                <a16:creationId xmlns:a16="http://schemas.microsoft.com/office/drawing/2014/main" id="{EF35C6E4-A763-4CAB-A523-43AA37A4303F}"/>
              </a:ext>
            </a:extLst>
          </p:cNvPr>
          <p:cNvSpPr>
            <a:spLocks noRot="1" noChangeArrowheads="1" noTextEdit="1"/>
          </p:cNvSpPr>
          <p:nvPr>
            <p:ph type="sldImg"/>
          </p:nvPr>
        </p:nvSpPr>
        <p:spPr>
          <a:ln/>
        </p:spPr>
      </p:sp>
      <p:sp>
        <p:nvSpPr>
          <p:cNvPr id="143364" name="Rectangle 3">
            <a:extLst>
              <a:ext uri="{FF2B5EF4-FFF2-40B4-BE49-F238E27FC236}">
                <a16:creationId xmlns:a16="http://schemas.microsoft.com/office/drawing/2014/main" id="{8BAD9496-3EDE-4241-A66D-13C53F1296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865746E8-3F25-4B4C-8D8C-CE5FA531DC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F36274-022A-409F-8375-3EEFDDFA263B}" type="slidenum">
              <a:rPr lang="ko-KR" altLang="en-US"/>
              <a:pPr eaLnBrk="1" hangingPunct="1"/>
              <a:t>59</a:t>
            </a:fld>
            <a:endParaRPr lang="en-US" altLang="ko-KR"/>
          </a:p>
        </p:txBody>
      </p:sp>
      <p:sp>
        <p:nvSpPr>
          <p:cNvPr id="144387" name="Rectangle 2">
            <a:extLst>
              <a:ext uri="{FF2B5EF4-FFF2-40B4-BE49-F238E27FC236}">
                <a16:creationId xmlns:a16="http://schemas.microsoft.com/office/drawing/2014/main" id="{17A4148E-0767-4148-9DE9-41373DCCBEA5}"/>
              </a:ext>
            </a:extLst>
          </p:cNvPr>
          <p:cNvSpPr>
            <a:spLocks noRot="1" noChangeArrowheads="1" noTextEdit="1"/>
          </p:cNvSpPr>
          <p:nvPr>
            <p:ph type="sldImg"/>
          </p:nvPr>
        </p:nvSpPr>
        <p:spPr>
          <a:ln/>
        </p:spPr>
      </p:sp>
      <p:sp>
        <p:nvSpPr>
          <p:cNvPr id="144388" name="Rectangle 3">
            <a:extLst>
              <a:ext uri="{FF2B5EF4-FFF2-40B4-BE49-F238E27FC236}">
                <a16:creationId xmlns:a16="http://schemas.microsoft.com/office/drawing/2014/main" id="{A3D40175-FAA3-4FF1-9438-9023168896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039F42CA-85E2-4404-A6A7-F613AE429E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C28AF8-73BC-4C54-959B-170FD522E98C}" type="slidenum">
              <a:rPr lang="ko-KR" altLang="en-US"/>
              <a:pPr eaLnBrk="1" hangingPunct="1"/>
              <a:t>60</a:t>
            </a:fld>
            <a:endParaRPr lang="en-US" altLang="ko-KR"/>
          </a:p>
        </p:txBody>
      </p:sp>
      <p:sp>
        <p:nvSpPr>
          <p:cNvPr id="145411" name="Rectangle 2">
            <a:extLst>
              <a:ext uri="{FF2B5EF4-FFF2-40B4-BE49-F238E27FC236}">
                <a16:creationId xmlns:a16="http://schemas.microsoft.com/office/drawing/2014/main" id="{73F1BEB6-99DD-4C66-B541-74DF86A25F76}"/>
              </a:ext>
            </a:extLst>
          </p:cNvPr>
          <p:cNvSpPr>
            <a:spLocks noRot="1" noChangeArrowheads="1" noTextEdit="1"/>
          </p:cNvSpPr>
          <p:nvPr>
            <p:ph type="sldImg"/>
          </p:nvPr>
        </p:nvSpPr>
        <p:spPr>
          <a:ln/>
        </p:spPr>
      </p:sp>
      <p:sp>
        <p:nvSpPr>
          <p:cNvPr id="145412" name="Rectangle 3">
            <a:extLst>
              <a:ext uri="{FF2B5EF4-FFF2-40B4-BE49-F238E27FC236}">
                <a16:creationId xmlns:a16="http://schemas.microsoft.com/office/drawing/2014/main" id="{3617563D-F22C-4429-80CD-621EFA2F4A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11399C37-B813-45CC-A37A-CFF130A871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860CE4-6C01-4F96-BEA9-DB6865AE129E}" type="slidenum">
              <a:rPr lang="ko-KR" altLang="en-US"/>
              <a:pPr eaLnBrk="1" hangingPunct="1"/>
              <a:t>61</a:t>
            </a:fld>
            <a:endParaRPr lang="en-US" altLang="ko-KR"/>
          </a:p>
        </p:txBody>
      </p:sp>
      <p:sp>
        <p:nvSpPr>
          <p:cNvPr id="146435" name="Rectangle 2">
            <a:extLst>
              <a:ext uri="{FF2B5EF4-FFF2-40B4-BE49-F238E27FC236}">
                <a16:creationId xmlns:a16="http://schemas.microsoft.com/office/drawing/2014/main" id="{B3463C12-83E3-4A10-B8A7-03C7D6894B6C}"/>
              </a:ext>
            </a:extLst>
          </p:cNvPr>
          <p:cNvSpPr>
            <a:spLocks noRot="1" noChangeArrowheads="1" noTextEdit="1"/>
          </p:cNvSpPr>
          <p:nvPr>
            <p:ph type="sldImg"/>
          </p:nvPr>
        </p:nvSpPr>
        <p:spPr>
          <a:ln/>
        </p:spPr>
      </p:sp>
      <p:sp>
        <p:nvSpPr>
          <p:cNvPr id="146436" name="Rectangle 3">
            <a:extLst>
              <a:ext uri="{FF2B5EF4-FFF2-40B4-BE49-F238E27FC236}">
                <a16:creationId xmlns:a16="http://schemas.microsoft.com/office/drawing/2014/main" id="{611D0819-64A8-4044-B91C-F92BDDA6E1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E5D22532-DADB-415D-9A4A-713E610139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BED870-9A9C-404F-A649-0EE40DEA23F1}" type="slidenum">
              <a:rPr lang="ko-KR" altLang="en-US"/>
              <a:pPr eaLnBrk="1" hangingPunct="1"/>
              <a:t>62</a:t>
            </a:fld>
            <a:endParaRPr lang="en-US" altLang="ko-KR"/>
          </a:p>
        </p:txBody>
      </p:sp>
      <p:sp>
        <p:nvSpPr>
          <p:cNvPr id="147459" name="Rectangle 2">
            <a:extLst>
              <a:ext uri="{FF2B5EF4-FFF2-40B4-BE49-F238E27FC236}">
                <a16:creationId xmlns:a16="http://schemas.microsoft.com/office/drawing/2014/main" id="{57D6F433-05F9-48B8-A825-E1FD5E85CBE3}"/>
              </a:ext>
            </a:extLst>
          </p:cNvPr>
          <p:cNvSpPr>
            <a:spLocks noRot="1" noChangeArrowheads="1" noTextEdit="1"/>
          </p:cNvSpPr>
          <p:nvPr>
            <p:ph type="sldImg"/>
          </p:nvPr>
        </p:nvSpPr>
        <p:spPr>
          <a:ln/>
        </p:spPr>
      </p:sp>
      <p:sp>
        <p:nvSpPr>
          <p:cNvPr id="147460" name="Rectangle 3">
            <a:extLst>
              <a:ext uri="{FF2B5EF4-FFF2-40B4-BE49-F238E27FC236}">
                <a16:creationId xmlns:a16="http://schemas.microsoft.com/office/drawing/2014/main" id="{C51529D0-3393-493D-9915-26E17D7F63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068C34A6-7199-44EA-8186-D8C4D12AF0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5FC4EBB-F90B-460F-9FC9-04E7502BCD19}" type="slidenum">
              <a:rPr lang="ko-KR" altLang="en-US"/>
              <a:pPr eaLnBrk="1" hangingPunct="1"/>
              <a:t>63</a:t>
            </a:fld>
            <a:endParaRPr lang="en-US" altLang="ko-KR"/>
          </a:p>
        </p:txBody>
      </p:sp>
      <p:sp>
        <p:nvSpPr>
          <p:cNvPr id="148483" name="Rectangle 2">
            <a:extLst>
              <a:ext uri="{FF2B5EF4-FFF2-40B4-BE49-F238E27FC236}">
                <a16:creationId xmlns:a16="http://schemas.microsoft.com/office/drawing/2014/main" id="{AC662A3F-FE82-4C92-B148-5999AF8F67F6}"/>
              </a:ext>
            </a:extLst>
          </p:cNvPr>
          <p:cNvSpPr>
            <a:spLocks noRot="1" noChangeArrowheads="1" noTextEdit="1"/>
          </p:cNvSpPr>
          <p:nvPr>
            <p:ph type="sldImg"/>
          </p:nvPr>
        </p:nvSpPr>
        <p:spPr>
          <a:ln/>
        </p:spPr>
      </p:sp>
      <p:sp>
        <p:nvSpPr>
          <p:cNvPr id="148484" name="Rectangle 3">
            <a:extLst>
              <a:ext uri="{FF2B5EF4-FFF2-40B4-BE49-F238E27FC236}">
                <a16:creationId xmlns:a16="http://schemas.microsoft.com/office/drawing/2014/main" id="{431ADD03-1219-4105-B330-7EE1227995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875E3727-FFE5-41DB-A555-5F6493BBFC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DE4664-11AF-48A7-9C73-DB14E522E42C}" type="slidenum">
              <a:rPr lang="ko-KR" altLang="en-US"/>
              <a:pPr eaLnBrk="1" hangingPunct="1"/>
              <a:t>66</a:t>
            </a:fld>
            <a:endParaRPr lang="en-US" altLang="ko-KR"/>
          </a:p>
        </p:txBody>
      </p:sp>
      <p:sp>
        <p:nvSpPr>
          <p:cNvPr id="149507" name="Rectangle 2">
            <a:extLst>
              <a:ext uri="{FF2B5EF4-FFF2-40B4-BE49-F238E27FC236}">
                <a16:creationId xmlns:a16="http://schemas.microsoft.com/office/drawing/2014/main" id="{E438D7CB-7647-4EA3-BFB9-34427C18E750}"/>
              </a:ext>
            </a:extLst>
          </p:cNvPr>
          <p:cNvSpPr>
            <a:spLocks noRot="1" noChangeArrowheads="1" noTextEdit="1"/>
          </p:cNvSpPr>
          <p:nvPr>
            <p:ph type="sldImg"/>
          </p:nvPr>
        </p:nvSpPr>
        <p:spPr>
          <a:ln/>
        </p:spPr>
      </p:sp>
      <p:sp>
        <p:nvSpPr>
          <p:cNvPr id="149508" name="Rectangle 3">
            <a:extLst>
              <a:ext uri="{FF2B5EF4-FFF2-40B4-BE49-F238E27FC236}">
                <a16:creationId xmlns:a16="http://schemas.microsoft.com/office/drawing/2014/main" id="{CCD06C49-EB7C-4F97-8465-623AB38CC6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73B4477A-CE62-4A5E-9BF0-3CFCADC6CF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565BD8-0036-4912-9A7B-033C4A42CD07}" type="slidenum">
              <a:rPr lang="ko-KR" altLang="en-US"/>
              <a:pPr eaLnBrk="1" hangingPunct="1"/>
              <a:t>67</a:t>
            </a:fld>
            <a:endParaRPr lang="en-US" altLang="ko-KR"/>
          </a:p>
        </p:txBody>
      </p:sp>
      <p:sp>
        <p:nvSpPr>
          <p:cNvPr id="150531" name="Rectangle 2">
            <a:extLst>
              <a:ext uri="{FF2B5EF4-FFF2-40B4-BE49-F238E27FC236}">
                <a16:creationId xmlns:a16="http://schemas.microsoft.com/office/drawing/2014/main" id="{8C55D86F-C1ED-4743-A9D6-390A86CD8113}"/>
              </a:ext>
            </a:extLst>
          </p:cNvPr>
          <p:cNvSpPr>
            <a:spLocks noRot="1" noChangeArrowheads="1" noTextEdit="1"/>
          </p:cNvSpPr>
          <p:nvPr>
            <p:ph type="sldImg"/>
          </p:nvPr>
        </p:nvSpPr>
        <p:spPr>
          <a:ln/>
        </p:spPr>
      </p:sp>
      <p:sp>
        <p:nvSpPr>
          <p:cNvPr id="150532" name="Rectangle 3">
            <a:extLst>
              <a:ext uri="{FF2B5EF4-FFF2-40B4-BE49-F238E27FC236}">
                <a16:creationId xmlns:a16="http://schemas.microsoft.com/office/drawing/2014/main" id="{E141DD45-FB73-483C-A4FC-462EF2A124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30A324AD-B897-4D50-BB42-D0C0B669B8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F0ABD20-ED7D-4398-96E5-C46FD00089D1}" type="slidenum">
              <a:rPr lang="ko-KR" altLang="en-US"/>
              <a:pPr eaLnBrk="1" hangingPunct="1"/>
              <a:t>75</a:t>
            </a:fld>
            <a:endParaRPr lang="en-US" altLang="ko-KR"/>
          </a:p>
        </p:txBody>
      </p:sp>
      <p:sp>
        <p:nvSpPr>
          <p:cNvPr id="151555" name="Rectangle 2">
            <a:extLst>
              <a:ext uri="{FF2B5EF4-FFF2-40B4-BE49-F238E27FC236}">
                <a16:creationId xmlns:a16="http://schemas.microsoft.com/office/drawing/2014/main" id="{F4A60DFF-9DDB-4F38-848A-453CF06CEFF6}"/>
              </a:ext>
            </a:extLst>
          </p:cNvPr>
          <p:cNvSpPr>
            <a:spLocks noRot="1" noChangeArrowheads="1" noTextEdit="1"/>
          </p:cNvSpPr>
          <p:nvPr>
            <p:ph type="sldImg"/>
          </p:nvPr>
        </p:nvSpPr>
        <p:spPr>
          <a:ln/>
        </p:spPr>
      </p:sp>
      <p:sp>
        <p:nvSpPr>
          <p:cNvPr id="151556" name="Rectangle 3">
            <a:extLst>
              <a:ext uri="{FF2B5EF4-FFF2-40B4-BE49-F238E27FC236}">
                <a16:creationId xmlns:a16="http://schemas.microsoft.com/office/drawing/2014/main" id="{5588FE81-B1AD-4ED9-8618-A5A36C29A0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ea typeface="굴림" panose="020B0503020000020004" pitchFamily="34" charset="-127"/>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C0A03FF5-29EA-4C69-B4BE-51402039D4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E15278-1B1A-4BC2-B58C-A0A0D54BD559}" type="slidenum">
              <a:rPr lang="en-GB" altLang="en-US"/>
              <a:pPr eaLnBrk="1" hangingPunct="1"/>
              <a:t>80</a:t>
            </a:fld>
            <a:endParaRPr lang="en-GB" altLang="en-US"/>
          </a:p>
        </p:txBody>
      </p:sp>
      <p:sp>
        <p:nvSpPr>
          <p:cNvPr id="152579" name="Text Box 1">
            <a:extLst>
              <a:ext uri="{FF2B5EF4-FFF2-40B4-BE49-F238E27FC236}">
                <a16:creationId xmlns:a16="http://schemas.microsoft.com/office/drawing/2014/main" id="{3C7712B9-63C6-4AE7-BA87-E9E1C4FF75C4}"/>
              </a:ext>
            </a:extLst>
          </p:cNvPr>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ea typeface="DejaVu Sans"/>
              <a:cs typeface="DejaVu Sans"/>
            </a:endParaRPr>
          </a:p>
        </p:txBody>
      </p:sp>
      <p:sp>
        <p:nvSpPr>
          <p:cNvPr id="152580" name="Rectangle 2">
            <a:extLst>
              <a:ext uri="{FF2B5EF4-FFF2-40B4-BE49-F238E27FC236}">
                <a16:creationId xmlns:a16="http://schemas.microsoft.com/office/drawing/2014/main" id="{0F5D789B-A07D-49BF-8B54-F556059E5EDE}"/>
              </a:ext>
            </a:extLst>
          </p:cNvPr>
          <p:cNvSpPr>
            <a:spLocks noChangeArrowheads="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a:extLst>
              <a:ext uri="{FF2B5EF4-FFF2-40B4-BE49-F238E27FC236}">
                <a16:creationId xmlns:a16="http://schemas.microsoft.com/office/drawing/2014/main" id="{AE77B341-7BF3-4D38-BB32-1A9D39555B3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10/30/20089/25/20089/11/2008</a:t>
            </a:r>
          </a:p>
        </p:txBody>
      </p:sp>
      <p:sp>
        <p:nvSpPr>
          <p:cNvPr id="153603" name="Rectangle 7">
            <a:extLst>
              <a:ext uri="{FF2B5EF4-FFF2-40B4-BE49-F238E27FC236}">
                <a16:creationId xmlns:a16="http://schemas.microsoft.com/office/drawing/2014/main" id="{3C958342-0496-4A3F-8554-30A75DD5A3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AEFA16-2782-4EAF-913B-3FA03B0BBB84}" type="slidenum">
              <a:rPr lang="en-US" altLang="en-US"/>
              <a:pPr eaLnBrk="1" hangingPunct="1"/>
              <a:t>81</a:t>
            </a:fld>
            <a:endParaRPr lang="en-US" altLang="en-US"/>
          </a:p>
        </p:txBody>
      </p:sp>
      <p:sp>
        <p:nvSpPr>
          <p:cNvPr id="153604" name="Rectangle 3">
            <a:extLst>
              <a:ext uri="{FF2B5EF4-FFF2-40B4-BE49-F238E27FC236}">
                <a16:creationId xmlns:a16="http://schemas.microsoft.com/office/drawing/2014/main" id="{21CA7B9C-B21C-46C3-862D-F5A39C5644CA}"/>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200"/>
              <a:t>9/25/20089/11/2008</a:t>
            </a:r>
          </a:p>
        </p:txBody>
      </p:sp>
      <p:sp>
        <p:nvSpPr>
          <p:cNvPr id="153605" name="Rectangle 7">
            <a:extLst>
              <a:ext uri="{FF2B5EF4-FFF2-40B4-BE49-F238E27FC236}">
                <a16:creationId xmlns:a16="http://schemas.microsoft.com/office/drawing/2014/main" id="{CBADBF94-42DD-4131-B1E2-940ABE2FFAD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2ED58805-4942-4AFC-979D-C6C4F2CCD47E}" type="slidenum">
              <a:rPr lang="en-US" altLang="en-US" sz="1200"/>
              <a:pPr algn="r" eaLnBrk="1" hangingPunct="1"/>
              <a:t>81</a:t>
            </a:fld>
            <a:endParaRPr lang="en-US" altLang="en-US" sz="1200"/>
          </a:p>
        </p:txBody>
      </p:sp>
      <p:sp>
        <p:nvSpPr>
          <p:cNvPr id="153606" name="Rectangle 2">
            <a:extLst>
              <a:ext uri="{FF2B5EF4-FFF2-40B4-BE49-F238E27FC236}">
                <a16:creationId xmlns:a16="http://schemas.microsoft.com/office/drawing/2014/main" id="{E695BB32-1A1B-46D8-AEA9-55CEBD2B22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Shell Scripting</a:t>
            </a:r>
          </a:p>
        </p:txBody>
      </p:sp>
      <p:sp>
        <p:nvSpPr>
          <p:cNvPr id="153607" name="Rectangle 3">
            <a:extLst>
              <a:ext uri="{FF2B5EF4-FFF2-40B4-BE49-F238E27FC236}">
                <a16:creationId xmlns:a16="http://schemas.microsoft.com/office/drawing/2014/main" id="{0B744D6A-D167-42FB-931D-70E98329F1C5}"/>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200"/>
              <a:t>9/11/2008</a:t>
            </a:r>
          </a:p>
        </p:txBody>
      </p:sp>
      <p:sp>
        <p:nvSpPr>
          <p:cNvPr id="153608" name="Rectangle 6">
            <a:extLst>
              <a:ext uri="{FF2B5EF4-FFF2-40B4-BE49-F238E27FC236}">
                <a16:creationId xmlns:a16="http://schemas.microsoft.com/office/drawing/2014/main" id="{A2557266-9C94-40DC-AB51-38FDDB93CEF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Research Computing Center, UNC-CH</a:t>
            </a:r>
          </a:p>
        </p:txBody>
      </p:sp>
      <p:sp>
        <p:nvSpPr>
          <p:cNvPr id="153609" name="Rectangle 7">
            <a:extLst>
              <a:ext uri="{FF2B5EF4-FFF2-40B4-BE49-F238E27FC236}">
                <a16:creationId xmlns:a16="http://schemas.microsoft.com/office/drawing/2014/main" id="{DB41EDAF-1B2E-4D69-BB91-58DAB2A3F00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7A8505A2-7AF8-4BD8-9833-D541A32557CF}" type="slidenum">
              <a:rPr lang="en-US" altLang="en-US" sz="1200"/>
              <a:pPr algn="r" eaLnBrk="1" hangingPunct="1"/>
              <a:t>81</a:t>
            </a:fld>
            <a:endParaRPr lang="en-US" altLang="en-US" sz="1200"/>
          </a:p>
        </p:txBody>
      </p:sp>
      <p:sp>
        <p:nvSpPr>
          <p:cNvPr id="153610" name="Rectangle 7">
            <a:extLst>
              <a:ext uri="{FF2B5EF4-FFF2-40B4-BE49-F238E27FC236}">
                <a16:creationId xmlns:a16="http://schemas.microsoft.com/office/drawing/2014/main" id="{4C90D7B0-7968-4C2E-B329-FE42A4D03E5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fld id="{5CDEC5BF-8A7C-43A1-880C-D46512845AB3}" type="slidenum">
              <a:rPr lang="en-US" altLang="en-US" sz="1200"/>
              <a:pPr algn="r" eaLnBrk="1" hangingPunct="1"/>
              <a:t>81</a:t>
            </a:fld>
            <a:endParaRPr lang="en-US" altLang="en-US" sz="1200"/>
          </a:p>
        </p:txBody>
      </p:sp>
      <p:sp>
        <p:nvSpPr>
          <p:cNvPr id="153611" name="Rectangle 2">
            <a:extLst>
              <a:ext uri="{FF2B5EF4-FFF2-40B4-BE49-F238E27FC236}">
                <a16:creationId xmlns:a16="http://schemas.microsoft.com/office/drawing/2014/main" id="{10290605-ABCD-4DB3-8372-87EEEE3FC9CC}"/>
              </a:ext>
            </a:extLst>
          </p:cNvPr>
          <p:cNvSpPr>
            <a:spLocks noRot="1" noChangeArrowheads="1" noTextEdit="1"/>
          </p:cNvSpPr>
          <p:nvPr>
            <p:ph type="sldImg"/>
          </p:nvPr>
        </p:nvSpPr>
        <p:spPr>
          <a:ln/>
        </p:spPr>
      </p:sp>
      <p:sp>
        <p:nvSpPr>
          <p:cNvPr id="153612" name="Rectangle 3">
            <a:extLst>
              <a:ext uri="{FF2B5EF4-FFF2-40B4-BE49-F238E27FC236}">
                <a16:creationId xmlns:a16="http://schemas.microsoft.com/office/drawing/2014/main" id="{3CF75DA7-C76D-49D6-9179-1A3F2BA6FB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order for create a section divider slide, add a new slide, select the “Title Only” Slide Layout and apply the “Section Divider” master from the Slide Design menu. For more information regarding slide layouts and slide designs, please visit http://office.microsoft.com/training</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1" descr="its_bkgd_bwtitle">
            <a:extLst>
              <a:ext uri="{FF2B5EF4-FFF2-40B4-BE49-F238E27FC236}">
                <a16:creationId xmlns:a16="http://schemas.microsoft.com/office/drawing/2014/main" id="{AA2A3304-2F89-4DB0-AFF5-B0939A1E75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3701"/>
          <a:stretch>
            <a:fillRect/>
          </a:stretch>
        </p:blipFill>
        <p:spPr bwMode="auto">
          <a:xfrm>
            <a:off x="0" y="0"/>
            <a:ext cx="9144000"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its_bkgd_khaki_title2">
            <a:extLst>
              <a:ext uri="{FF2B5EF4-FFF2-40B4-BE49-F238E27FC236}">
                <a16:creationId xmlns:a16="http://schemas.microsoft.com/office/drawing/2014/main" id="{4E1C8596-F81A-4934-A77A-125F83BFD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hidden">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60">
            <a:extLst>
              <a:ext uri="{FF2B5EF4-FFF2-40B4-BE49-F238E27FC236}">
                <a16:creationId xmlns:a16="http://schemas.microsoft.com/office/drawing/2014/main" id="{CA69959F-E8DB-4010-BD03-12716F4D136E}"/>
              </a:ext>
            </a:extLst>
          </p:cNvPr>
          <p:cNvGrpSpPr>
            <a:grpSpLocks/>
          </p:cNvGrpSpPr>
          <p:nvPr/>
        </p:nvGrpSpPr>
        <p:grpSpPr bwMode="auto">
          <a:xfrm>
            <a:off x="2719388" y="657225"/>
            <a:ext cx="3706812" cy="958850"/>
            <a:chOff x="1713" y="414"/>
            <a:chExt cx="2335" cy="604"/>
          </a:xfrm>
        </p:grpSpPr>
        <p:sp>
          <p:nvSpPr>
            <p:cNvPr id="7" name="Freeform 13">
              <a:extLst>
                <a:ext uri="{FF2B5EF4-FFF2-40B4-BE49-F238E27FC236}">
                  <a16:creationId xmlns:a16="http://schemas.microsoft.com/office/drawing/2014/main" id="{44CE2347-3BCC-447A-B59C-0F9462C72B44}"/>
                </a:ext>
              </a:extLst>
            </p:cNvPr>
            <p:cNvSpPr>
              <a:spLocks/>
            </p:cNvSpPr>
            <p:nvPr userDrawn="1"/>
          </p:nvSpPr>
          <p:spPr bwMode="white">
            <a:xfrm>
              <a:off x="2382" y="793"/>
              <a:ext cx="34" cy="69"/>
            </a:xfrm>
            <a:custGeom>
              <a:avLst/>
              <a:gdLst>
                <a:gd name="T0" fmla="*/ 0 w 24"/>
                <a:gd name="T1" fmla="*/ 0 h 48"/>
                <a:gd name="T2" fmla="*/ 34 w 24"/>
                <a:gd name="T3" fmla="*/ 0 h 48"/>
                <a:gd name="T4" fmla="*/ 34 w 24"/>
                <a:gd name="T5" fmla="*/ 4 h 48"/>
                <a:gd name="T6" fmla="*/ 33 w 24"/>
                <a:gd name="T7" fmla="*/ 4 h 48"/>
                <a:gd name="T8" fmla="*/ 24 w 24"/>
                <a:gd name="T9" fmla="*/ 13 h 48"/>
                <a:gd name="T10" fmla="*/ 24 w 24"/>
                <a:gd name="T11" fmla="*/ 56 h 48"/>
                <a:gd name="T12" fmla="*/ 33 w 24"/>
                <a:gd name="T13" fmla="*/ 65 h 48"/>
                <a:gd name="T14" fmla="*/ 34 w 24"/>
                <a:gd name="T15" fmla="*/ 65 h 48"/>
                <a:gd name="T16" fmla="*/ 34 w 24"/>
                <a:gd name="T17" fmla="*/ 69 h 48"/>
                <a:gd name="T18" fmla="*/ 0 w 24"/>
                <a:gd name="T19" fmla="*/ 69 h 48"/>
                <a:gd name="T20" fmla="*/ 0 w 24"/>
                <a:gd name="T21" fmla="*/ 65 h 48"/>
                <a:gd name="T22" fmla="*/ 1 w 24"/>
                <a:gd name="T23" fmla="*/ 65 h 48"/>
                <a:gd name="T24" fmla="*/ 10 w 24"/>
                <a:gd name="T25" fmla="*/ 58 h 48"/>
                <a:gd name="T26" fmla="*/ 10 w 24"/>
                <a:gd name="T27" fmla="*/ 13 h 48"/>
                <a:gd name="T28" fmla="*/ 1 w 24"/>
                <a:gd name="T29" fmla="*/ 4 h 48"/>
                <a:gd name="T30" fmla="*/ 0 w 24"/>
                <a:gd name="T31" fmla="*/ 4 h 48"/>
                <a:gd name="T32" fmla="*/ 0 w 24"/>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 h="48">
                  <a:moveTo>
                    <a:pt x="0" y="0"/>
                  </a:moveTo>
                  <a:cubicBezTo>
                    <a:pt x="24" y="0"/>
                    <a:pt x="24" y="0"/>
                    <a:pt x="24" y="0"/>
                  </a:cubicBezTo>
                  <a:cubicBezTo>
                    <a:pt x="24" y="3"/>
                    <a:pt x="24" y="3"/>
                    <a:pt x="24" y="3"/>
                  </a:cubicBezTo>
                  <a:cubicBezTo>
                    <a:pt x="23" y="3"/>
                    <a:pt x="23" y="3"/>
                    <a:pt x="23" y="3"/>
                  </a:cubicBezTo>
                  <a:cubicBezTo>
                    <a:pt x="19" y="3"/>
                    <a:pt x="17" y="5"/>
                    <a:pt x="17" y="9"/>
                  </a:cubicBezTo>
                  <a:cubicBezTo>
                    <a:pt x="17" y="39"/>
                    <a:pt x="17" y="39"/>
                    <a:pt x="17" y="39"/>
                  </a:cubicBezTo>
                  <a:cubicBezTo>
                    <a:pt x="17" y="43"/>
                    <a:pt x="18" y="45"/>
                    <a:pt x="23" y="45"/>
                  </a:cubicBezTo>
                  <a:cubicBezTo>
                    <a:pt x="24" y="45"/>
                    <a:pt x="24" y="45"/>
                    <a:pt x="24" y="45"/>
                  </a:cubicBezTo>
                  <a:cubicBezTo>
                    <a:pt x="24" y="48"/>
                    <a:pt x="24" y="48"/>
                    <a:pt x="24" y="48"/>
                  </a:cubicBezTo>
                  <a:cubicBezTo>
                    <a:pt x="0" y="48"/>
                    <a:pt x="0" y="48"/>
                    <a:pt x="0" y="48"/>
                  </a:cubicBezTo>
                  <a:cubicBezTo>
                    <a:pt x="0" y="45"/>
                    <a:pt x="0" y="45"/>
                    <a:pt x="0" y="45"/>
                  </a:cubicBezTo>
                  <a:cubicBezTo>
                    <a:pt x="1" y="45"/>
                    <a:pt x="1" y="45"/>
                    <a:pt x="1" y="45"/>
                  </a:cubicBezTo>
                  <a:cubicBezTo>
                    <a:pt x="5" y="45"/>
                    <a:pt x="7" y="43"/>
                    <a:pt x="7" y="40"/>
                  </a:cubicBezTo>
                  <a:cubicBezTo>
                    <a:pt x="7" y="9"/>
                    <a:pt x="7" y="9"/>
                    <a:pt x="7" y="9"/>
                  </a:cubicBezTo>
                  <a:cubicBezTo>
                    <a:pt x="7" y="5"/>
                    <a:pt x="5"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14">
              <a:extLst>
                <a:ext uri="{FF2B5EF4-FFF2-40B4-BE49-F238E27FC236}">
                  <a16:creationId xmlns:a16="http://schemas.microsoft.com/office/drawing/2014/main" id="{DEDDD9DD-CD73-4EFD-A956-7BCFF7A69B54}"/>
                </a:ext>
              </a:extLst>
            </p:cNvPr>
            <p:cNvSpPr>
              <a:spLocks/>
            </p:cNvSpPr>
            <p:nvPr userDrawn="1"/>
          </p:nvSpPr>
          <p:spPr bwMode="white">
            <a:xfrm>
              <a:off x="2437" y="793"/>
              <a:ext cx="83" cy="69"/>
            </a:xfrm>
            <a:custGeom>
              <a:avLst/>
              <a:gdLst>
                <a:gd name="T0" fmla="*/ 14 w 58"/>
                <a:gd name="T1" fmla="*/ 56 h 48"/>
                <a:gd name="T2" fmla="*/ 26 w 58"/>
                <a:gd name="T3" fmla="*/ 65 h 48"/>
                <a:gd name="T4" fmla="*/ 26 w 58"/>
                <a:gd name="T5" fmla="*/ 69 h 48"/>
                <a:gd name="T6" fmla="*/ 0 w 58"/>
                <a:gd name="T7" fmla="*/ 69 h 48"/>
                <a:gd name="T8" fmla="*/ 0 w 58"/>
                <a:gd name="T9" fmla="*/ 65 h 48"/>
                <a:gd name="T10" fmla="*/ 0 w 58"/>
                <a:gd name="T11" fmla="*/ 65 h 48"/>
                <a:gd name="T12" fmla="*/ 9 w 58"/>
                <a:gd name="T13" fmla="*/ 58 h 48"/>
                <a:gd name="T14" fmla="*/ 9 w 58"/>
                <a:gd name="T15" fmla="*/ 7 h 48"/>
                <a:gd name="T16" fmla="*/ 0 w 58"/>
                <a:gd name="T17" fmla="*/ 4 h 48"/>
                <a:gd name="T18" fmla="*/ 0 w 58"/>
                <a:gd name="T19" fmla="*/ 0 h 48"/>
                <a:gd name="T20" fmla="*/ 21 w 58"/>
                <a:gd name="T21" fmla="*/ 0 h 48"/>
                <a:gd name="T22" fmla="*/ 66 w 58"/>
                <a:gd name="T23" fmla="*/ 47 h 48"/>
                <a:gd name="T24" fmla="*/ 66 w 58"/>
                <a:gd name="T25" fmla="*/ 14 h 48"/>
                <a:gd name="T26" fmla="*/ 56 w 58"/>
                <a:gd name="T27" fmla="*/ 4 h 48"/>
                <a:gd name="T28" fmla="*/ 54 w 58"/>
                <a:gd name="T29" fmla="*/ 4 h 48"/>
                <a:gd name="T30" fmla="*/ 54 w 58"/>
                <a:gd name="T31" fmla="*/ 0 h 48"/>
                <a:gd name="T32" fmla="*/ 83 w 58"/>
                <a:gd name="T33" fmla="*/ 0 h 48"/>
                <a:gd name="T34" fmla="*/ 83 w 58"/>
                <a:gd name="T35" fmla="*/ 4 h 48"/>
                <a:gd name="T36" fmla="*/ 82 w 58"/>
                <a:gd name="T37" fmla="*/ 4 h 48"/>
                <a:gd name="T38" fmla="*/ 73 w 58"/>
                <a:gd name="T39" fmla="*/ 10 h 48"/>
                <a:gd name="T40" fmla="*/ 73 w 58"/>
                <a:gd name="T41" fmla="*/ 69 h 48"/>
                <a:gd name="T42" fmla="*/ 67 w 58"/>
                <a:gd name="T43" fmla="*/ 69 h 48"/>
                <a:gd name="T44" fmla="*/ 14 w 58"/>
                <a:gd name="T45" fmla="*/ 14 h 48"/>
                <a:gd name="T46" fmla="*/ 14 w 58"/>
                <a:gd name="T47" fmla="*/ 56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8" h="48">
                  <a:moveTo>
                    <a:pt x="10" y="39"/>
                  </a:moveTo>
                  <a:cubicBezTo>
                    <a:pt x="10" y="43"/>
                    <a:pt x="12" y="45"/>
                    <a:pt x="18" y="45"/>
                  </a:cubicBezTo>
                  <a:cubicBezTo>
                    <a:pt x="18" y="48"/>
                    <a:pt x="18" y="48"/>
                    <a:pt x="18" y="48"/>
                  </a:cubicBezTo>
                  <a:cubicBezTo>
                    <a:pt x="0" y="48"/>
                    <a:pt x="0" y="48"/>
                    <a:pt x="0" y="48"/>
                  </a:cubicBezTo>
                  <a:cubicBezTo>
                    <a:pt x="0" y="45"/>
                    <a:pt x="0" y="45"/>
                    <a:pt x="0" y="45"/>
                  </a:cubicBezTo>
                  <a:cubicBezTo>
                    <a:pt x="0" y="45"/>
                    <a:pt x="0" y="45"/>
                    <a:pt x="0" y="45"/>
                  </a:cubicBezTo>
                  <a:cubicBezTo>
                    <a:pt x="5" y="45"/>
                    <a:pt x="6" y="43"/>
                    <a:pt x="6" y="40"/>
                  </a:cubicBezTo>
                  <a:cubicBezTo>
                    <a:pt x="6" y="5"/>
                    <a:pt x="6" y="5"/>
                    <a:pt x="6" y="5"/>
                  </a:cubicBezTo>
                  <a:cubicBezTo>
                    <a:pt x="4" y="4"/>
                    <a:pt x="2" y="3"/>
                    <a:pt x="0" y="3"/>
                  </a:cubicBezTo>
                  <a:cubicBezTo>
                    <a:pt x="0" y="0"/>
                    <a:pt x="0" y="0"/>
                    <a:pt x="0" y="0"/>
                  </a:cubicBezTo>
                  <a:cubicBezTo>
                    <a:pt x="15" y="0"/>
                    <a:pt x="15" y="0"/>
                    <a:pt x="15" y="0"/>
                  </a:cubicBezTo>
                  <a:cubicBezTo>
                    <a:pt x="46" y="33"/>
                    <a:pt x="46" y="33"/>
                    <a:pt x="46" y="33"/>
                  </a:cubicBezTo>
                  <a:cubicBezTo>
                    <a:pt x="46" y="10"/>
                    <a:pt x="46" y="10"/>
                    <a:pt x="46" y="10"/>
                  </a:cubicBezTo>
                  <a:cubicBezTo>
                    <a:pt x="46" y="4"/>
                    <a:pt x="45" y="3"/>
                    <a:pt x="39" y="3"/>
                  </a:cubicBezTo>
                  <a:cubicBezTo>
                    <a:pt x="38" y="3"/>
                    <a:pt x="38" y="3"/>
                    <a:pt x="38" y="3"/>
                  </a:cubicBezTo>
                  <a:cubicBezTo>
                    <a:pt x="38" y="0"/>
                    <a:pt x="38" y="0"/>
                    <a:pt x="38" y="0"/>
                  </a:cubicBezTo>
                  <a:cubicBezTo>
                    <a:pt x="58" y="0"/>
                    <a:pt x="58" y="0"/>
                    <a:pt x="58" y="0"/>
                  </a:cubicBezTo>
                  <a:cubicBezTo>
                    <a:pt x="58" y="3"/>
                    <a:pt x="58" y="3"/>
                    <a:pt x="58" y="3"/>
                  </a:cubicBezTo>
                  <a:cubicBezTo>
                    <a:pt x="57" y="3"/>
                    <a:pt x="57" y="3"/>
                    <a:pt x="57" y="3"/>
                  </a:cubicBezTo>
                  <a:cubicBezTo>
                    <a:pt x="53" y="3"/>
                    <a:pt x="51" y="4"/>
                    <a:pt x="51" y="7"/>
                  </a:cubicBezTo>
                  <a:cubicBezTo>
                    <a:pt x="51" y="48"/>
                    <a:pt x="51" y="48"/>
                    <a:pt x="51" y="48"/>
                  </a:cubicBezTo>
                  <a:cubicBezTo>
                    <a:pt x="47" y="48"/>
                    <a:pt x="47" y="48"/>
                    <a:pt x="47" y="48"/>
                  </a:cubicBezTo>
                  <a:cubicBezTo>
                    <a:pt x="10" y="10"/>
                    <a:pt x="10" y="10"/>
                    <a:pt x="10" y="10"/>
                  </a:cubicBezTo>
                  <a:lnTo>
                    <a:pt x="10"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Freeform 15">
              <a:extLst>
                <a:ext uri="{FF2B5EF4-FFF2-40B4-BE49-F238E27FC236}">
                  <a16:creationId xmlns:a16="http://schemas.microsoft.com/office/drawing/2014/main" id="{DD91ECF0-F168-4C35-A2EA-46D46F0A0FBF}"/>
                </a:ext>
              </a:extLst>
            </p:cNvPr>
            <p:cNvSpPr>
              <a:spLocks/>
            </p:cNvSpPr>
            <p:nvPr userDrawn="1"/>
          </p:nvSpPr>
          <p:spPr bwMode="white">
            <a:xfrm>
              <a:off x="2542" y="793"/>
              <a:ext cx="56" cy="69"/>
            </a:xfrm>
            <a:custGeom>
              <a:avLst/>
              <a:gdLst>
                <a:gd name="T0" fmla="*/ 23 w 39"/>
                <a:gd name="T1" fmla="*/ 32 h 48"/>
                <a:gd name="T2" fmla="*/ 39 w 39"/>
                <a:gd name="T3" fmla="*/ 32 h 48"/>
                <a:gd name="T4" fmla="*/ 49 w 39"/>
                <a:gd name="T5" fmla="*/ 23 h 48"/>
                <a:gd name="T6" fmla="*/ 53 w 39"/>
                <a:gd name="T7" fmla="*/ 23 h 48"/>
                <a:gd name="T8" fmla="*/ 53 w 39"/>
                <a:gd name="T9" fmla="*/ 45 h 48"/>
                <a:gd name="T10" fmla="*/ 49 w 39"/>
                <a:gd name="T11" fmla="*/ 45 h 48"/>
                <a:gd name="T12" fmla="*/ 40 w 39"/>
                <a:gd name="T13" fmla="*/ 37 h 48"/>
                <a:gd name="T14" fmla="*/ 23 w 39"/>
                <a:gd name="T15" fmla="*/ 37 h 48"/>
                <a:gd name="T16" fmla="*/ 23 w 39"/>
                <a:gd name="T17" fmla="*/ 55 h 48"/>
                <a:gd name="T18" fmla="*/ 32 w 39"/>
                <a:gd name="T19" fmla="*/ 65 h 48"/>
                <a:gd name="T20" fmla="*/ 33 w 39"/>
                <a:gd name="T21" fmla="*/ 65 h 48"/>
                <a:gd name="T22" fmla="*/ 33 w 39"/>
                <a:gd name="T23" fmla="*/ 69 h 48"/>
                <a:gd name="T24" fmla="*/ 0 w 39"/>
                <a:gd name="T25" fmla="*/ 69 h 48"/>
                <a:gd name="T26" fmla="*/ 0 w 39"/>
                <a:gd name="T27" fmla="*/ 65 h 48"/>
                <a:gd name="T28" fmla="*/ 1 w 39"/>
                <a:gd name="T29" fmla="*/ 65 h 48"/>
                <a:gd name="T30" fmla="*/ 9 w 39"/>
                <a:gd name="T31" fmla="*/ 59 h 48"/>
                <a:gd name="T32" fmla="*/ 9 w 39"/>
                <a:gd name="T33" fmla="*/ 14 h 48"/>
                <a:gd name="T34" fmla="*/ 1 w 39"/>
                <a:gd name="T35" fmla="*/ 4 h 48"/>
                <a:gd name="T36" fmla="*/ 0 w 39"/>
                <a:gd name="T37" fmla="*/ 4 h 48"/>
                <a:gd name="T38" fmla="*/ 0 w 39"/>
                <a:gd name="T39" fmla="*/ 0 h 48"/>
                <a:gd name="T40" fmla="*/ 56 w 39"/>
                <a:gd name="T41" fmla="*/ 0 h 48"/>
                <a:gd name="T42" fmla="*/ 56 w 39"/>
                <a:gd name="T43" fmla="*/ 16 h 48"/>
                <a:gd name="T44" fmla="*/ 52 w 39"/>
                <a:gd name="T45" fmla="*/ 16 h 48"/>
                <a:gd name="T46" fmla="*/ 45 w 39"/>
                <a:gd name="T47" fmla="*/ 7 h 48"/>
                <a:gd name="T48" fmla="*/ 23 w 39"/>
                <a:gd name="T49" fmla="*/ 7 h 48"/>
                <a:gd name="T50" fmla="*/ 23 w 39"/>
                <a:gd name="T51" fmla="*/ 32 h 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9" h="48">
                  <a:moveTo>
                    <a:pt x="16" y="22"/>
                  </a:moveTo>
                  <a:cubicBezTo>
                    <a:pt x="27" y="22"/>
                    <a:pt x="27" y="22"/>
                    <a:pt x="27" y="22"/>
                  </a:cubicBezTo>
                  <a:cubicBezTo>
                    <a:pt x="32" y="22"/>
                    <a:pt x="34" y="21"/>
                    <a:pt x="34" y="16"/>
                  </a:cubicBezTo>
                  <a:cubicBezTo>
                    <a:pt x="37" y="16"/>
                    <a:pt x="37" y="16"/>
                    <a:pt x="37" y="16"/>
                  </a:cubicBezTo>
                  <a:cubicBezTo>
                    <a:pt x="37" y="31"/>
                    <a:pt x="37" y="31"/>
                    <a:pt x="37" y="31"/>
                  </a:cubicBezTo>
                  <a:cubicBezTo>
                    <a:pt x="34" y="31"/>
                    <a:pt x="34" y="31"/>
                    <a:pt x="34" y="31"/>
                  </a:cubicBezTo>
                  <a:cubicBezTo>
                    <a:pt x="34" y="28"/>
                    <a:pt x="32" y="26"/>
                    <a:pt x="28" y="26"/>
                  </a:cubicBezTo>
                  <a:cubicBezTo>
                    <a:pt x="16" y="26"/>
                    <a:pt x="16" y="26"/>
                    <a:pt x="16" y="26"/>
                  </a:cubicBezTo>
                  <a:cubicBezTo>
                    <a:pt x="16" y="38"/>
                    <a:pt x="16" y="38"/>
                    <a:pt x="16" y="38"/>
                  </a:cubicBezTo>
                  <a:cubicBezTo>
                    <a:pt x="16" y="44"/>
                    <a:pt x="17" y="45"/>
                    <a:pt x="22" y="45"/>
                  </a:cubicBezTo>
                  <a:cubicBezTo>
                    <a:pt x="23" y="45"/>
                    <a:pt x="23" y="45"/>
                    <a:pt x="23" y="45"/>
                  </a:cubicBezTo>
                  <a:cubicBezTo>
                    <a:pt x="23" y="48"/>
                    <a:pt x="23" y="48"/>
                    <a:pt x="23" y="48"/>
                  </a:cubicBezTo>
                  <a:cubicBezTo>
                    <a:pt x="0" y="48"/>
                    <a:pt x="0" y="48"/>
                    <a:pt x="0" y="48"/>
                  </a:cubicBezTo>
                  <a:cubicBezTo>
                    <a:pt x="0" y="45"/>
                    <a:pt x="0" y="45"/>
                    <a:pt x="0" y="45"/>
                  </a:cubicBezTo>
                  <a:cubicBezTo>
                    <a:pt x="1" y="45"/>
                    <a:pt x="1" y="45"/>
                    <a:pt x="1" y="45"/>
                  </a:cubicBezTo>
                  <a:cubicBezTo>
                    <a:pt x="5" y="45"/>
                    <a:pt x="6" y="44"/>
                    <a:pt x="6" y="41"/>
                  </a:cubicBezTo>
                  <a:cubicBezTo>
                    <a:pt x="6" y="10"/>
                    <a:pt x="6" y="10"/>
                    <a:pt x="6" y="10"/>
                  </a:cubicBezTo>
                  <a:cubicBezTo>
                    <a:pt x="6" y="5"/>
                    <a:pt x="5" y="3"/>
                    <a:pt x="1" y="3"/>
                  </a:cubicBezTo>
                  <a:cubicBezTo>
                    <a:pt x="0" y="3"/>
                    <a:pt x="0" y="3"/>
                    <a:pt x="0" y="3"/>
                  </a:cubicBezTo>
                  <a:cubicBezTo>
                    <a:pt x="0" y="0"/>
                    <a:pt x="0" y="0"/>
                    <a:pt x="0" y="0"/>
                  </a:cubicBezTo>
                  <a:cubicBezTo>
                    <a:pt x="39" y="0"/>
                    <a:pt x="39" y="0"/>
                    <a:pt x="39" y="0"/>
                  </a:cubicBezTo>
                  <a:cubicBezTo>
                    <a:pt x="39" y="11"/>
                    <a:pt x="39" y="11"/>
                    <a:pt x="39" y="11"/>
                  </a:cubicBezTo>
                  <a:cubicBezTo>
                    <a:pt x="36" y="11"/>
                    <a:pt x="36" y="11"/>
                    <a:pt x="36" y="11"/>
                  </a:cubicBezTo>
                  <a:cubicBezTo>
                    <a:pt x="36" y="6"/>
                    <a:pt x="35" y="5"/>
                    <a:pt x="31" y="5"/>
                  </a:cubicBezTo>
                  <a:cubicBezTo>
                    <a:pt x="16" y="5"/>
                    <a:pt x="16" y="5"/>
                    <a:pt x="16" y="5"/>
                  </a:cubicBezTo>
                  <a:lnTo>
                    <a:pt x="1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16">
              <a:extLst>
                <a:ext uri="{FF2B5EF4-FFF2-40B4-BE49-F238E27FC236}">
                  <a16:creationId xmlns:a16="http://schemas.microsoft.com/office/drawing/2014/main" id="{9733D647-3B8C-43B9-A3BB-04C63BADD7D6}"/>
                </a:ext>
              </a:extLst>
            </p:cNvPr>
            <p:cNvSpPr>
              <a:spLocks noEditPoints="1"/>
            </p:cNvSpPr>
            <p:nvPr userDrawn="1"/>
          </p:nvSpPr>
          <p:spPr bwMode="white">
            <a:xfrm>
              <a:off x="2623" y="792"/>
              <a:ext cx="82" cy="71"/>
            </a:xfrm>
            <a:custGeom>
              <a:avLst/>
              <a:gdLst>
                <a:gd name="T0" fmla="*/ 42 w 57"/>
                <a:gd name="T1" fmla="*/ 0 h 50"/>
                <a:gd name="T2" fmla="*/ 82 w 57"/>
                <a:gd name="T3" fmla="*/ 34 h 50"/>
                <a:gd name="T4" fmla="*/ 40 w 57"/>
                <a:gd name="T5" fmla="*/ 71 h 50"/>
                <a:gd name="T6" fmla="*/ 0 w 57"/>
                <a:gd name="T7" fmla="*/ 37 h 50"/>
                <a:gd name="T8" fmla="*/ 42 w 57"/>
                <a:gd name="T9" fmla="*/ 0 h 50"/>
                <a:gd name="T10" fmla="*/ 43 w 57"/>
                <a:gd name="T11" fmla="*/ 67 h 50"/>
                <a:gd name="T12" fmla="*/ 65 w 57"/>
                <a:gd name="T13" fmla="*/ 38 h 50"/>
                <a:gd name="T14" fmla="*/ 40 w 57"/>
                <a:gd name="T15" fmla="*/ 4 h 50"/>
                <a:gd name="T16" fmla="*/ 17 w 57"/>
                <a:gd name="T17" fmla="*/ 31 h 50"/>
                <a:gd name="T18" fmla="*/ 43 w 57"/>
                <a:gd name="T19" fmla="*/ 67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 h="50">
                  <a:moveTo>
                    <a:pt x="29" y="0"/>
                  </a:moveTo>
                  <a:cubicBezTo>
                    <a:pt x="45" y="0"/>
                    <a:pt x="57" y="10"/>
                    <a:pt x="57" y="24"/>
                  </a:cubicBezTo>
                  <a:cubicBezTo>
                    <a:pt x="57" y="38"/>
                    <a:pt x="46" y="50"/>
                    <a:pt x="28" y="50"/>
                  </a:cubicBezTo>
                  <a:cubicBezTo>
                    <a:pt x="10" y="50"/>
                    <a:pt x="0" y="39"/>
                    <a:pt x="0" y="26"/>
                  </a:cubicBezTo>
                  <a:cubicBezTo>
                    <a:pt x="0" y="11"/>
                    <a:pt x="12" y="0"/>
                    <a:pt x="29" y="0"/>
                  </a:cubicBezTo>
                  <a:close/>
                  <a:moveTo>
                    <a:pt x="30" y="47"/>
                  </a:moveTo>
                  <a:cubicBezTo>
                    <a:pt x="40" y="47"/>
                    <a:pt x="45" y="37"/>
                    <a:pt x="45" y="27"/>
                  </a:cubicBezTo>
                  <a:cubicBezTo>
                    <a:pt x="45" y="15"/>
                    <a:pt x="39" y="3"/>
                    <a:pt x="28" y="3"/>
                  </a:cubicBezTo>
                  <a:cubicBezTo>
                    <a:pt x="18" y="3"/>
                    <a:pt x="12" y="11"/>
                    <a:pt x="12" y="22"/>
                  </a:cubicBezTo>
                  <a:cubicBezTo>
                    <a:pt x="12" y="37"/>
                    <a:pt x="19" y="47"/>
                    <a:pt x="30"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17">
              <a:extLst>
                <a:ext uri="{FF2B5EF4-FFF2-40B4-BE49-F238E27FC236}">
                  <a16:creationId xmlns:a16="http://schemas.microsoft.com/office/drawing/2014/main" id="{ADC11E82-4E08-4899-AD62-947D2C4AED33}"/>
                </a:ext>
              </a:extLst>
            </p:cNvPr>
            <p:cNvSpPr>
              <a:spLocks noEditPoints="1"/>
            </p:cNvSpPr>
            <p:nvPr userDrawn="1"/>
          </p:nvSpPr>
          <p:spPr bwMode="white">
            <a:xfrm>
              <a:off x="2726" y="792"/>
              <a:ext cx="85" cy="71"/>
            </a:xfrm>
            <a:custGeom>
              <a:avLst/>
              <a:gdLst>
                <a:gd name="T0" fmla="*/ 26 w 59"/>
                <a:gd name="T1" fmla="*/ 57 h 50"/>
                <a:gd name="T2" fmla="*/ 35 w 59"/>
                <a:gd name="T3" fmla="*/ 65 h 50"/>
                <a:gd name="T4" fmla="*/ 39 w 59"/>
                <a:gd name="T5" fmla="*/ 65 h 50"/>
                <a:gd name="T6" fmla="*/ 39 w 59"/>
                <a:gd name="T7" fmla="*/ 70 h 50"/>
                <a:gd name="T8" fmla="*/ 0 w 59"/>
                <a:gd name="T9" fmla="*/ 70 h 50"/>
                <a:gd name="T10" fmla="*/ 0 w 59"/>
                <a:gd name="T11" fmla="*/ 65 h 50"/>
                <a:gd name="T12" fmla="*/ 1 w 59"/>
                <a:gd name="T13" fmla="*/ 65 h 50"/>
                <a:gd name="T14" fmla="*/ 12 w 59"/>
                <a:gd name="T15" fmla="*/ 57 h 50"/>
                <a:gd name="T16" fmla="*/ 12 w 59"/>
                <a:gd name="T17" fmla="*/ 14 h 50"/>
                <a:gd name="T18" fmla="*/ 3 w 59"/>
                <a:gd name="T19" fmla="*/ 6 h 50"/>
                <a:gd name="T20" fmla="*/ 0 w 59"/>
                <a:gd name="T21" fmla="*/ 6 h 50"/>
                <a:gd name="T22" fmla="*/ 0 w 59"/>
                <a:gd name="T23" fmla="*/ 1 h 50"/>
                <a:gd name="T24" fmla="*/ 14 w 59"/>
                <a:gd name="T25" fmla="*/ 1 h 50"/>
                <a:gd name="T26" fmla="*/ 32 w 59"/>
                <a:gd name="T27" fmla="*/ 0 h 50"/>
                <a:gd name="T28" fmla="*/ 63 w 59"/>
                <a:gd name="T29" fmla="*/ 9 h 50"/>
                <a:gd name="T30" fmla="*/ 68 w 59"/>
                <a:gd name="T31" fmla="*/ 20 h 50"/>
                <a:gd name="T32" fmla="*/ 52 w 59"/>
                <a:gd name="T33" fmla="*/ 38 h 50"/>
                <a:gd name="T34" fmla="*/ 71 w 59"/>
                <a:gd name="T35" fmla="*/ 60 h 50"/>
                <a:gd name="T36" fmla="*/ 85 w 59"/>
                <a:gd name="T37" fmla="*/ 67 h 50"/>
                <a:gd name="T38" fmla="*/ 85 w 59"/>
                <a:gd name="T39" fmla="*/ 71 h 50"/>
                <a:gd name="T40" fmla="*/ 78 w 59"/>
                <a:gd name="T41" fmla="*/ 71 h 50"/>
                <a:gd name="T42" fmla="*/ 53 w 59"/>
                <a:gd name="T43" fmla="*/ 64 h 50"/>
                <a:gd name="T44" fmla="*/ 35 w 59"/>
                <a:gd name="T45" fmla="*/ 41 h 50"/>
                <a:gd name="T46" fmla="*/ 26 w 59"/>
                <a:gd name="T47" fmla="*/ 41 h 50"/>
                <a:gd name="T48" fmla="*/ 26 w 59"/>
                <a:gd name="T49" fmla="*/ 57 h 50"/>
                <a:gd name="T50" fmla="*/ 26 w 59"/>
                <a:gd name="T51" fmla="*/ 37 h 50"/>
                <a:gd name="T52" fmla="*/ 30 w 59"/>
                <a:gd name="T53" fmla="*/ 37 h 50"/>
                <a:gd name="T54" fmla="*/ 52 w 59"/>
                <a:gd name="T55" fmla="*/ 21 h 50"/>
                <a:gd name="T56" fmla="*/ 32 w 59"/>
                <a:gd name="T57" fmla="*/ 6 h 50"/>
                <a:gd name="T58" fmla="*/ 26 w 59"/>
                <a:gd name="T59" fmla="*/ 6 h 50"/>
                <a:gd name="T60" fmla="*/ 26 w 59"/>
                <a:gd name="T61" fmla="*/ 37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9" h="50">
                  <a:moveTo>
                    <a:pt x="18" y="40"/>
                  </a:moveTo>
                  <a:cubicBezTo>
                    <a:pt x="18" y="44"/>
                    <a:pt x="20" y="46"/>
                    <a:pt x="24" y="46"/>
                  </a:cubicBezTo>
                  <a:cubicBezTo>
                    <a:pt x="27" y="46"/>
                    <a:pt x="27" y="46"/>
                    <a:pt x="27" y="46"/>
                  </a:cubicBezTo>
                  <a:cubicBezTo>
                    <a:pt x="27" y="49"/>
                    <a:pt x="27" y="49"/>
                    <a:pt x="27" y="49"/>
                  </a:cubicBezTo>
                  <a:cubicBezTo>
                    <a:pt x="0" y="49"/>
                    <a:pt x="0" y="49"/>
                    <a:pt x="0" y="49"/>
                  </a:cubicBezTo>
                  <a:cubicBezTo>
                    <a:pt x="0" y="46"/>
                    <a:pt x="0" y="46"/>
                    <a:pt x="0" y="46"/>
                  </a:cubicBezTo>
                  <a:cubicBezTo>
                    <a:pt x="1" y="46"/>
                    <a:pt x="1" y="46"/>
                    <a:pt x="1" y="46"/>
                  </a:cubicBezTo>
                  <a:cubicBezTo>
                    <a:pt x="6" y="46"/>
                    <a:pt x="8" y="45"/>
                    <a:pt x="8" y="40"/>
                  </a:cubicBezTo>
                  <a:cubicBezTo>
                    <a:pt x="8" y="10"/>
                    <a:pt x="8" y="10"/>
                    <a:pt x="8" y="10"/>
                  </a:cubicBezTo>
                  <a:cubicBezTo>
                    <a:pt x="8" y="7"/>
                    <a:pt x="7" y="4"/>
                    <a:pt x="2" y="4"/>
                  </a:cubicBezTo>
                  <a:cubicBezTo>
                    <a:pt x="0" y="4"/>
                    <a:pt x="0" y="4"/>
                    <a:pt x="0" y="4"/>
                  </a:cubicBezTo>
                  <a:cubicBezTo>
                    <a:pt x="0" y="1"/>
                    <a:pt x="0" y="1"/>
                    <a:pt x="0" y="1"/>
                  </a:cubicBezTo>
                  <a:cubicBezTo>
                    <a:pt x="4" y="1"/>
                    <a:pt x="7" y="1"/>
                    <a:pt x="10" y="1"/>
                  </a:cubicBezTo>
                  <a:cubicBezTo>
                    <a:pt x="14" y="1"/>
                    <a:pt x="20" y="0"/>
                    <a:pt x="22" y="0"/>
                  </a:cubicBezTo>
                  <a:cubicBezTo>
                    <a:pt x="34" y="0"/>
                    <a:pt x="40" y="2"/>
                    <a:pt x="44" y="6"/>
                  </a:cubicBezTo>
                  <a:cubicBezTo>
                    <a:pt x="46" y="8"/>
                    <a:pt x="47" y="11"/>
                    <a:pt x="47" y="14"/>
                  </a:cubicBezTo>
                  <a:cubicBezTo>
                    <a:pt x="47" y="20"/>
                    <a:pt x="43" y="25"/>
                    <a:pt x="36" y="27"/>
                  </a:cubicBezTo>
                  <a:cubicBezTo>
                    <a:pt x="41" y="31"/>
                    <a:pt x="44" y="37"/>
                    <a:pt x="49" y="42"/>
                  </a:cubicBezTo>
                  <a:cubicBezTo>
                    <a:pt x="52" y="45"/>
                    <a:pt x="54" y="46"/>
                    <a:pt x="59" y="47"/>
                  </a:cubicBezTo>
                  <a:cubicBezTo>
                    <a:pt x="59" y="50"/>
                    <a:pt x="59" y="50"/>
                    <a:pt x="59" y="50"/>
                  </a:cubicBezTo>
                  <a:cubicBezTo>
                    <a:pt x="57" y="50"/>
                    <a:pt x="57" y="50"/>
                    <a:pt x="54" y="50"/>
                  </a:cubicBezTo>
                  <a:cubicBezTo>
                    <a:pt x="45" y="50"/>
                    <a:pt x="41" y="48"/>
                    <a:pt x="37" y="45"/>
                  </a:cubicBezTo>
                  <a:cubicBezTo>
                    <a:pt x="34" y="41"/>
                    <a:pt x="29" y="33"/>
                    <a:pt x="24" y="29"/>
                  </a:cubicBezTo>
                  <a:cubicBezTo>
                    <a:pt x="18" y="29"/>
                    <a:pt x="18" y="29"/>
                    <a:pt x="18" y="29"/>
                  </a:cubicBezTo>
                  <a:lnTo>
                    <a:pt x="18" y="40"/>
                  </a:lnTo>
                  <a:close/>
                  <a:moveTo>
                    <a:pt x="18" y="26"/>
                  </a:moveTo>
                  <a:cubicBezTo>
                    <a:pt x="21" y="26"/>
                    <a:pt x="21" y="26"/>
                    <a:pt x="21" y="26"/>
                  </a:cubicBezTo>
                  <a:cubicBezTo>
                    <a:pt x="31" y="26"/>
                    <a:pt x="36" y="23"/>
                    <a:pt x="36" y="15"/>
                  </a:cubicBezTo>
                  <a:cubicBezTo>
                    <a:pt x="36" y="6"/>
                    <a:pt x="30" y="4"/>
                    <a:pt x="22" y="4"/>
                  </a:cubicBezTo>
                  <a:cubicBezTo>
                    <a:pt x="18" y="4"/>
                    <a:pt x="18" y="4"/>
                    <a:pt x="18" y="4"/>
                  </a:cubicBezTo>
                  <a:lnTo>
                    <a:pt x="18" y="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8">
              <a:extLst>
                <a:ext uri="{FF2B5EF4-FFF2-40B4-BE49-F238E27FC236}">
                  <a16:creationId xmlns:a16="http://schemas.microsoft.com/office/drawing/2014/main" id="{AE53F9E3-F2F3-4DFA-A98F-773070779567}"/>
                </a:ext>
              </a:extLst>
            </p:cNvPr>
            <p:cNvSpPr>
              <a:spLocks/>
            </p:cNvSpPr>
            <p:nvPr userDrawn="1"/>
          </p:nvSpPr>
          <p:spPr bwMode="white">
            <a:xfrm>
              <a:off x="2827" y="793"/>
              <a:ext cx="97" cy="69"/>
            </a:xfrm>
            <a:custGeom>
              <a:avLst/>
              <a:gdLst>
                <a:gd name="T0" fmla="*/ 19 w 68"/>
                <a:gd name="T1" fmla="*/ 14 h 48"/>
                <a:gd name="T2" fmla="*/ 17 w 68"/>
                <a:gd name="T3" fmla="*/ 14 h 48"/>
                <a:gd name="T4" fmla="*/ 16 w 68"/>
                <a:gd name="T5" fmla="*/ 53 h 48"/>
                <a:gd name="T6" fmla="*/ 24 w 68"/>
                <a:gd name="T7" fmla="*/ 65 h 48"/>
                <a:gd name="T8" fmla="*/ 24 w 68"/>
                <a:gd name="T9" fmla="*/ 69 h 48"/>
                <a:gd name="T10" fmla="*/ 0 w 68"/>
                <a:gd name="T11" fmla="*/ 69 h 48"/>
                <a:gd name="T12" fmla="*/ 0 w 68"/>
                <a:gd name="T13" fmla="*/ 65 h 48"/>
                <a:gd name="T14" fmla="*/ 10 w 68"/>
                <a:gd name="T15" fmla="*/ 53 h 48"/>
                <a:gd name="T16" fmla="*/ 11 w 68"/>
                <a:gd name="T17" fmla="*/ 13 h 48"/>
                <a:gd name="T18" fmla="*/ 4 w 68"/>
                <a:gd name="T19" fmla="*/ 4 h 48"/>
                <a:gd name="T20" fmla="*/ 4 w 68"/>
                <a:gd name="T21" fmla="*/ 0 h 48"/>
                <a:gd name="T22" fmla="*/ 27 w 68"/>
                <a:gd name="T23" fmla="*/ 0 h 48"/>
                <a:gd name="T24" fmla="*/ 49 w 68"/>
                <a:gd name="T25" fmla="*/ 46 h 48"/>
                <a:gd name="T26" fmla="*/ 68 w 68"/>
                <a:gd name="T27" fmla="*/ 0 h 48"/>
                <a:gd name="T28" fmla="*/ 93 w 68"/>
                <a:gd name="T29" fmla="*/ 0 h 48"/>
                <a:gd name="T30" fmla="*/ 93 w 68"/>
                <a:gd name="T31" fmla="*/ 4 h 48"/>
                <a:gd name="T32" fmla="*/ 84 w 68"/>
                <a:gd name="T33" fmla="*/ 13 h 48"/>
                <a:gd name="T34" fmla="*/ 87 w 68"/>
                <a:gd name="T35" fmla="*/ 53 h 48"/>
                <a:gd name="T36" fmla="*/ 97 w 68"/>
                <a:gd name="T37" fmla="*/ 65 h 48"/>
                <a:gd name="T38" fmla="*/ 97 w 68"/>
                <a:gd name="T39" fmla="*/ 69 h 48"/>
                <a:gd name="T40" fmla="*/ 63 w 68"/>
                <a:gd name="T41" fmla="*/ 69 h 48"/>
                <a:gd name="T42" fmla="*/ 63 w 68"/>
                <a:gd name="T43" fmla="*/ 65 h 48"/>
                <a:gd name="T44" fmla="*/ 64 w 68"/>
                <a:gd name="T45" fmla="*/ 65 h 48"/>
                <a:gd name="T46" fmla="*/ 73 w 68"/>
                <a:gd name="T47" fmla="*/ 58 h 48"/>
                <a:gd name="T48" fmla="*/ 73 w 68"/>
                <a:gd name="T49" fmla="*/ 52 h 48"/>
                <a:gd name="T50" fmla="*/ 70 w 68"/>
                <a:gd name="T51" fmla="*/ 13 h 48"/>
                <a:gd name="T52" fmla="*/ 70 w 68"/>
                <a:gd name="T53" fmla="*/ 13 h 48"/>
                <a:gd name="T54" fmla="*/ 46 w 68"/>
                <a:gd name="T55" fmla="*/ 69 h 48"/>
                <a:gd name="T56" fmla="*/ 43 w 68"/>
                <a:gd name="T57" fmla="*/ 69 h 48"/>
                <a:gd name="T58" fmla="*/ 19 w 68"/>
                <a:gd name="T59" fmla="*/ 14 h 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8" h="48">
                  <a:moveTo>
                    <a:pt x="13" y="10"/>
                  </a:moveTo>
                  <a:cubicBezTo>
                    <a:pt x="12" y="10"/>
                    <a:pt x="12" y="10"/>
                    <a:pt x="12" y="10"/>
                  </a:cubicBezTo>
                  <a:cubicBezTo>
                    <a:pt x="11" y="37"/>
                    <a:pt x="11" y="37"/>
                    <a:pt x="11" y="37"/>
                  </a:cubicBezTo>
                  <a:cubicBezTo>
                    <a:pt x="10" y="42"/>
                    <a:pt x="11" y="45"/>
                    <a:pt x="17" y="45"/>
                  </a:cubicBezTo>
                  <a:cubicBezTo>
                    <a:pt x="17" y="48"/>
                    <a:pt x="17" y="48"/>
                    <a:pt x="17" y="48"/>
                  </a:cubicBezTo>
                  <a:cubicBezTo>
                    <a:pt x="0" y="48"/>
                    <a:pt x="0" y="48"/>
                    <a:pt x="0" y="48"/>
                  </a:cubicBezTo>
                  <a:cubicBezTo>
                    <a:pt x="0" y="45"/>
                    <a:pt x="0" y="45"/>
                    <a:pt x="0" y="45"/>
                  </a:cubicBezTo>
                  <a:cubicBezTo>
                    <a:pt x="6" y="45"/>
                    <a:pt x="6" y="43"/>
                    <a:pt x="7" y="37"/>
                  </a:cubicBezTo>
                  <a:cubicBezTo>
                    <a:pt x="8" y="9"/>
                    <a:pt x="8" y="9"/>
                    <a:pt x="8" y="9"/>
                  </a:cubicBezTo>
                  <a:cubicBezTo>
                    <a:pt x="9" y="5"/>
                    <a:pt x="8" y="4"/>
                    <a:pt x="3" y="3"/>
                  </a:cubicBezTo>
                  <a:cubicBezTo>
                    <a:pt x="3" y="0"/>
                    <a:pt x="3" y="0"/>
                    <a:pt x="3" y="0"/>
                  </a:cubicBezTo>
                  <a:cubicBezTo>
                    <a:pt x="19" y="0"/>
                    <a:pt x="19" y="0"/>
                    <a:pt x="19" y="0"/>
                  </a:cubicBezTo>
                  <a:cubicBezTo>
                    <a:pt x="34" y="32"/>
                    <a:pt x="34" y="32"/>
                    <a:pt x="34" y="32"/>
                  </a:cubicBezTo>
                  <a:cubicBezTo>
                    <a:pt x="48" y="0"/>
                    <a:pt x="48" y="0"/>
                    <a:pt x="48" y="0"/>
                  </a:cubicBezTo>
                  <a:cubicBezTo>
                    <a:pt x="65" y="0"/>
                    <a:pt x="65" y="0"/>
                    <a:pt x="65" y="0"/>
                  </a:cubicBezTo>
                  <a:cubicBezTo>
                    <a:pt x="65" y="3"/>
                    <a:pt x="65" y="3"/>
                    <a:pt x="65" y="3"/>
                  </a:cubicBezTo>
                  <a:cubicBezTo>
                    <a:pt x="59" y="4"/>
                    <a:pt x="59" y="4"/>
                    <a:pt x="59" y="9"/>
                  </a:cubicBezTo>
                  <a:cubicBezTo>
                    <a:pt x="61" y="37"/>
                    <a:pt x="61" y="37"/>
                    <a:pt x="61" y="37"/>
                  </a:cubicBezTo>
                  <a:cubicBezTo>
                    <a:pt x="61" y="44"/>
                    <a:pt x="62" y="44"/>
                    <a:pt x="68" y="45"/>
                  </a:cubicBezTo>
                  <a:cubicBezTo>
                    <a:pt x="68" y="48"/>
                    <a:pt x="68" y="48"/>
                    <a:pt x="68" y="48"/>
                  </a:cubicBezTo>
                  <a:cubicBezTo>
                    <a:pt x="44" y="48"/>
                    <a:pt x="44" y="48"/>
                    <a:pt x="44" y="48"/>
                  </a:cubicBezTo>
                  <a:cubicBezTo>
                    <a:pt x="44" y="45"/>
                    <a:pt x="44" y="45"/>
                    <a:pt x="44" y="45"/>
                  </a:cubicBezTo>
                  <a:cubicBezTo>
                    <a:pt x="45" y="45"/>
                    <a:pt x="45" y="45"/>
                    <a:pt x="45" y="45"/>
                  </a:cubicBezTo>
                  <a:cubicBezTo>
                    <a:pt x="48" y="45"/>
                    <a:pt x="51" y="45"/>
                    <a:pt x="51" y="40"/>
                  </a:cubicBezTo>
                  <a:cubicBezTo>
                    <a:pt x="51" y="39"/>
                    <a:pt x="51" y="37"/>
                    <a:pt x="51" y="36"/>
                  </a:cubicBezTo>
                  <a:cubicBezTo>
                    <a:pt x="49" y="9"/>
                    <a:pt x="49" y="9"/>
                    <a:pt x="49" y="9"/>
                  </a:cubicBezTo>
                  <a:cubicBezTo>
                    <a:pt x="49" y="9"/>
                    <a:pt x="49" y="9"/>
                    <a:pt x="49" y="9"/>
                  </a:cubicBezTo>
                  <a:cubicBezTo>
                    <a:pt x="32" y="48"/>
                    <a:pt x="32" y="48"/>
                    <a:pt x="32" y="48"/>
                  </a:cubicBezTo>
                  <a:cubicBezTo>
                    <a:pt x="30" y="48"/>
                    <a:pt x="30" y="48"/>
                    <a:pt x="30" y="48"/>
                  </a:cubicBezTo>
                  <a:lnTo>
                    <a:pt x="13"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9">
              <a:extLst>
                <a:ext uri="{FF2B5EF4-FFF2-40B4-BE49-F238E27FC236}">
                  <a16:creationId xmlns:a16="http://schemas.microsoft.com/office/drawing/2014/main" id="{CA165037-A04E-4ED2-896A-B6D80570F117}"/>
                </a:ext>
              </a:extLst>
            </p:cNvPr>
            <p:cNvSpPr>
              <a:spLocks noEditPoints="1"/>
            </p:cNvSpPr>
            <p:nvPr userDrawn="1"/>
          </p:nvSpPr>
          <p:spPr bwMode="white">
            <a:xfrm>
              <a:off x="2942" y="792"/>
              <a:ext cx="79" cy="70"/>
            </a:xfrm>
            <a:custGeom>
              <a:avLst/>
              <a:gdLst>
                <a:gd name="T0" fmla="*/ 23 w 55"/>
                <a:gd name="T1" fmla="*/ 44 h 49"/>
                <a:gd name="T2" fmla="*/ 19 w 55"/>
                <a:gd name="T3" fmla="*/ 57 h 49"/>
                <a:gd name="T4" fmla="*/ 27 w 55"/>
                <a:gd name="T5" fmla="*/ 66 h 49"/>
                <a:gd name="T6" fmla="*/ 29 w 55"/>
                <a:gd name="T7" fmla="*/ 66 h 49"/>
                <a:gd name="T8" fmla="*/ 29 w 55"/>
                <a:gd name="T9" fmla="*/ 70 h 49"/>
                <a:gd name="T10" fmla="*/ 0 w 55"/>
                <a:gd name="T11" fmla="*/ 70 h 49"/>
                <a:gd name="T12" fmla="*/ 0 w 55"/>
                <a:gd name="T13" fmla="*/ 66 h 49"/>
                <a:gd name="T14" fmla="*/ 1 w 55"/>
                <a:gd name="T15" fmla="*/ 66 h 49"/>
                <a:gd name="T16" fmla="*/ 11 w 55"/>
                <a:gd name="T17" fmla="*/ 56 h 49"/>
                <a:gd name="T18" fmla="*/ 30 w 55"/>
                <a:gd name="T19" fmla="*/ 4 h 49"/>
                <a:gd name="T20" fmla="*/ 29 w 55"/>
                <a:gd name="T21" fmla="*/ 0 h 49"/>
                <a:gd name="T22" fmla="*/ 46 w 55"/>
                <a:gd name="T23" fmla="*/ 0 h 49"/>
                <a:gd name="T24" fmla="*/ 68 w 55"/>
                <a:gd name="T25" fmla="*/ 56 h 49"/>
                <a:gd name="T26" fmla="*/ 79 w 55"/>
                <a:gd name="T27" fmla="*/ 66 h 49"/>
                <a:gd name="T28" fmla="*/ 79 w 55"/>
                <a:gd name="T29" fmla="*/ 70 h 49"/>
                <a:gd name="T30" fmla="*/ 43 w 55"/>
                <a:gd name="T31" fmla="*/ 70 h 49"/>
                <a:gd name="T32" fmla="*/ 43 w 55"/>
                <a:gd name="T33" fmla="*/ 66 h 49"/>
                <a:gd name="T34" fmla="*/ 46 w 55"/>
                <a:gd name="T35" fmla="*/ 66 h 49"/>
                <a:gd name="T36" fmla="*/ 52 w 55"/>
                <a:gd name="T37" fmla="*/ 57 h 49"/>
                <a:gd name="T38" fmla="*/ 47 w 55"/>
                <a:gd name="T39" fmla="*/ 44 h 49"/>
                <a:gd name="T40" fmla="*/ 23 w 55"/>
                <a:gd name="T41" fmla="*/ 44 h 49"/>
                <a:gd name="T42" fmla="*/ 34 w 55"/>
                <a:gd name="T43" fmla="*/ 13 h 49"/>
                <a:gd name="T44" fmla="*/ 24 w 55"/>
                <a:gd name="T45" fmla="*/ 39 h 49"/>
                <a:gd name="T46" fmla="*/ 45 w 55"/>
                <a:gd name="T47" fmla="*/ 39 h 49"/>
                <a:gd name="T48" fmla="*/ 34 w 55"/>
                <a:gd name="T49" fmla="*/ 13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5" h="49">
                  <a:moveTo>
                    <a:pt x="16" y="31"/>
                  </a:moveTo>
                  <a:cubicBezTo>
                    <a:pt x="13" y="40"/>
                    <a:pt x="13" y="40"/>
                    <a:pt x="13" y="40"/>
                  </a:cubicBezTo>
                  <a:cubicBezTo>
                    <a:pt x="11" y="44"/>
                    <a:pt x="11" y="46"/>
                    <a:pt x="19" y="46"/>
                  </a:cubicBezTo>
                  <a:cubicBezTo>
                    <a:pt x="20" y="46"/>
                    <a:pt x="20" y="46"/>
                    <a:pt x="20" y="46"/>
                  </a:cubicBezTo>
                  <a:cubicBezTo>
                    <a:pt x="20" y="49"/>
                    <a:pt x="20" y="49"/>
                    <a:pt x="20" y="49"/>
                  </a:cubicBezTo>
                  <a:cubicBezTo>
                    <a:pt x="0" y="49"/>
                    <a:pt x="0" y="49"/>
                    <a:pt x="0" y="49"/>
                  </a:cubicBezTo>
                  <a:cubicBezTo>
                    <a:pt x="0" y="46"/>
                    <a:pt x="0" y="46"/>
                    <a:pt x="0" y="46"/>
                  </a:cubicBezTo>
                  <a:cubicBezTo>
                    <a:pt x="1" y="46"/>
                    <a:pt x="1" y="46"/>
                    <a:pt x="1" y="46"/>
                  </a:cubicBezTo>
                  <a:cubicBezTo>
                    <a:pt x="4" y="46"/>
                    <a:pt x="6" y="44"/>
                    <a:pt x="8" y="39"/>
                  </a:cubicBezTo>
                  <a:cubicBezTo>
                    <a:pt x="21" y="3"/>
                    <a:pt x="21" y="3"/>
                    <a:pt x="21" y="3"/>
                  </a:cubicBezTo>
                  <a:cubicBezTo>
                    <a:pt x="20" y="0"/>
                    <a:pt x="20" y="0"/>
                    <a:pt x="20" y="0"/>
                  </a:cubicBezTo>
                  <a:cubicBezTo>
                    <a:pt x="32" y="0"/>
                    <a:pt x="32" y="0"/>
                    <a:pt x="32" y="0"/>
                  </a:cubicBezTo>
                  <a:cubicBezTo>
                    <a:pt x="47" y="39"/>
                    <a:pt x="47" y="39"/>
                    <a:pt x="47" y="39"/>
                  </a:cubicBezTo>
                  <a:cubicBezTo>
                    <a:pt x="49" y="44"/>
                    <a:pt x="51" y="46"/>
                    <a:pt x="55" y="46"/>
                  </a:cubicBezTo>
                  <a:cubicBezTo>
                    <a:pt x="55" y="49"/>
                    <a:pt x="55" y="49"/>
                    <a:pt x="55" y="49"/>
                  </a:cubicBezTo>
                  <a:cubicBezTo>
                    <a:pt x="30" y="49"/>
                    <a:pt x="30" y="49"/>
                    <a:pt x="30" y="49"/>
                  </a:cubicBezTo>
                  <a:cubicBezTo>
                    <a:pt x="30" y="46"/>
                    <a:pt x="30" y="46"/>
                    <a:pt x="30" y="46"/>
                  </a:cubicBezTo>
                  <a:cubicBezTo>
                    <a:pt x="32" y="46"/>
                    <a:pt x="32" y="46"/>
                    <a:pt x="32" y="46"/>
                  </a:cubicBezTo>
                  <a:cubicBezTo>
                    <a:pt x="37" y="46"/>
                    <a:pt x="38" y="44"/>
                    <a:pt x="36" y="40"/>
                  </a:cubicBezTo>
                  <a:cubicBezTo>
                    <a:pt x="33" y="31"/>
                    <a:pt x="33" y="31"/>
                    <a:pt x="33" y="31"/>
                  </a:cubicBezTo>
                  <a:lnTo>
                    <a:pt x="16" y="31"/>
                  </a:lnTo>
                  <a:close/>
                  <a:moveTo>
                    <a:pt x="24" y="9"/>
                  </a:moveTo>
                  <a:cubicBezTo>
                    <a:pt x="17" y="27"/>
                    <a:pt x="17" y="27"/>
                    <a:pt x="17" y="27"/>
                  </a:cubicBezTo>
                  <a:cubicBezTo>
                    <a:pt x="31" y="27"/>
                    <a:pt x="31" y="27"/>
                    <a:pt x="31" y="27"/>
                  </a:cubicBezTo>
                  <a:lnTo>
                    <a:pt x="24"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20">
              <a:extLst>
                <a:ext uri="{FF2B5EF4-FFF2-40B4-BE49-F238E27FC236}">
                  <a16:creationId xmlns:a16="http://schemas.microsoft.com/office/drawing/2014/main" id="{7A3A664B-1A7A-4EFB-809F-B6137F35BD2A}"/>
                </a:ext>
              </a:extLst>
            </p:cNvPr>
            <p:cNvSpPr>
              <a:spLocks/>
            </p:cNvSpPr>
            <p:nvPr userDrawn="1"/>
          </p:nvSpPr>
          <p:spPr bwMode="white">
            <a:xfrm>
              <a:off x="3031" y="792"/>
              <a:ext cx="75" cy="70"/>
            </a:xfrm>
            <a:custGeom>
              <a:avLst/>
              <a:gdLst>
                <a:gd name="T0" fmla="*/ 45 w 52"/>
                <a:gd name="T1" fmla="*/ 57 h 49"/>
                <a:gd name="T2" fmla="*/ 55 w 52"/>
                <a:gd name="T3" fmla="*/ 66 h 49"/>
                <a:gd name="T4" fmla="*/ 58 w 52"/>
                <a:gd name="T5" fmla="*/ 66 h 49"/>
                <a:gd name="T6" fmla="*/ 58 w 52"/>
                <a:gd name="T7" fmla="*/ 70 h 49"/>
                <a:gd name="T8" fmla="*/ 17 w 52"/>
                <a:gd name="T9" fmla="*/ 70 h 49"/>
                <a:gd name="T10" fmla="*/ 17 w 52"/>
                <a:gd name="T11" fmla="*/ 66 h 49"/>
                <a:gd name="T12" fmla="*/ 22 w 52"/>
                <a:gd name="T13" fmla="*/ 66 h 49"/>
                <a:gd name="T14" fmla="*/ 30 w 52"/>
                <a:gd name="T15" fmla="*/ 57 h 49"/>
                <a:gd name="T16" fmla="*/ 30 w 52"/>
                <a:gd name="T17" fmla="*/ 7 h 49"/>
                <a:gd name="T18" fmla="*/ 17 w 52"/>
                <a:gd name="T19" fmla="*/ 7 h 49"/>
                <a:gd name="T20" fmla="*/ 6 w 52"/>
                <a:gd name="T21" fmla="*/ 20 h 49"/>
                <a:gd name="T22" fmla="*/ 0 w 52"/>
                <a:gd name="T23" fmla="*/ 20 h 49"/>
                <a:gd name="T24" fmla="*/ 3 w 52"/>
                <a:gd name="T25" fmla="*/ 0 h 49"/>
                <a:gd name="T26" fmla="*/ 6 w 52"/>
                <a:gd name="T27" fmla="*/ 0 h 49"/>
                <a:gd name="T28" fmla="*/ 9 w 52"/>
                <a:gd name="T29" fmla="*/ 1 h 49"/>
                <a:gd name="T30" fmla="*/ 12 w 52"/>
                <a:gd name="T31" fmla="*/ 1 h 49"/>
                <a:gd name="T32" fmla="*/ 63 w 52"/>
                <a:gd name="T33" fmla="*/ 1 h 49"/>
                <a:gd name="T34" fmla="*/ 69 w 52"/>
                <a:gd name="T35" fmla="*/ 0 h 49"/>
                <a:gd name="T36" fmla="*/ 72 w 52"/>
                <a:gd name="T37" fmla="*/ 0 h 49"/>
                <a:gd name="T38" fmla="*/ 75 w 52"/>
                <a:gd name="T39" fmla="*/ 20 h 49"/>
                <a:gd name="T40" fmla="*/ 69 w 52"/>
                <a:gd name="T41" fmla="*/ 20 h 49"/>
                <a:gd name="T42" fmla="*/ 58 w 52"/>
                <a:gd name="T43" fmla="*/ 7 h 49"/>
                <a:gd name="T44" fmla="*/ 45 w 52"/>
                <a:gd name="T45" fmla="*/ 7 h 49"/>
                <a:gd name="T46" fmla="*/ 45 w 52"/>
                <a:gd name="T47" fmla="*/ 57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 h="49">
                  <a:moveTo>
                    <a:pt x="31" y="40"/>
                  </a:moveTo>
                  <a:cubicBezTo>
                    <a:pt x="31" y="44"/>
                    <a:pt x="32" y="46"/>
                    <a:pt x="38" y="46"/>
                  </a:cubicBezTo>
                  <a:cubicBezTo>
                    <a:pt x="40" y="46"/>
                    <a:pt x="40" y="46"/>
                    <a:pt x="40" y="46"/>
                  </a:cubicBezTo>
                  <a:cubicBezTo>
                    <a:pt x="40" y="49"/>
                    <a:pt x="40" y="49"/>
                    <a:pt x="40" y="49"/>
                  </a:cubicBezTo>
                  <a:cubicBezTo>
                    <a:pt x="12" y="49"/>
                    <a:pt x="12" y="49"/>
                    <a:pt x="12" y="49"/>
                  </a:cubicBezTo>
                  <a:cubicBezTo>
                    <a:pt x="12" y="46"/>
                    <a:pt x="12" y="46"/>
                    <a:pt x="12" y="46"/>
                  </a:cubicBezTo>
                  <a:cubicBezTo>
                    <a:pt x="15" y="46"/>
                    <a:pt x="15" y="46"/>
                    <a:pt x="15" y="46"/>
                  </a:cubicBezTo>
                  <a:cubicBezTo>
                    <a:pt x="19" y="46"/>
                    <a:pt x="21" y="44"/>
                    <a:pt x="21" y="40"/>
                  </a:cubicBezTo>
                  <a:cubicBezTo>
                    <a:pt x="21" y="5"/>
                    <a:pt x="21" y="5"/>
                    <a:pt x="21" y="5"/>
                  </a:cubicBezTo>
                  <a:cubicBezTo>
                    <a:pt x="12" y="5"/>
                    <a:pt x="12" y="5"/>
                    <a:pt x="12" y="5"/>
                  </a:cubicBezTo>
                  <a:cubicBezTo>
                    <a:pt x="6" y="5"/>
                    <a:pt x="5" y="6"/>
                    <a:pt x="4" y="14"/>
                  </a:cubicBezTo>
                  <a:cubicBezTo>
                    <a:pt x="0" y="14"/>
                    <a:pt x="0" y="14"/>
                    <a:pt x="0" y="14"/>
                  </a:cubicBezTo>
                  <a:cubicBezTo>
                    <a:pt x="2" y="0"/>
                    <a:pt x="2" y="0"/>
                    <a:pt x="2" y="0"/>
                  </a:cubicBezTo>
                  <a:cubicBezTo>
                    <a:pt x="4" y="0"/>
                    <a:pt x="4" y="0"/>
                    <a:pt x="4" y="0"/>
                  </a:cubicBezTo>
                  <a:cubicBezTo>
                    <a:pt x="5" y="1"/>
                    <a:pt x="5" y="1"/>
                    <a:pt x="6" y="1"/>
                  </a:cubicBezTo>
                  <a:cubicBezTo>
                    <a:pt x="6" y="1"/>
                    <a:pt x="7" y="1"/>
                    <a:pt x="8" y="1"/>
                  </a:cubicBezTo>
                  <a:cubicBezTo>
                    <a:pt x="44" y="1"/>
                    <a:pt x="44" y="1"/>
                    <a:pt x="44" y="1"/>
                  </a:cubicBezTo>
                  <a:cubicBezTo>
                    <a:pt x="46" y="1"/>
                    <a:pt x="47" y="1"/>
                    <a:pt x="48" y="0"/>
                  </a:cubicBezTo>
                  <a:cubicBezTo>
                    <a:pt x="50" y="0"/>
                    <a:pt x="50" y="0"/>
                    <a:pt x="50" y="0"/>
                  </a:cubicBezTo>
                  <a:cubicBezTo>
                    <a:pt x="52" y="14"/>
                    <a:pt x="52" y="14"/>
                    <a:pt x="52" y="14"/>
                  </a:cubicBezTo>
                  <a:cubicBezTo>
                    <a:pt x="48" y="14"/>
                    <a:pt x="48" y="14"/>
                    <a:pt x="48" y="14"/>
                  </a:cubicBezTo>
                  <a:cubicBezTo>
                    <a:pt x="47" y="6"/>
                    <a:pt x="46" y="5"/>
                    <a:pt x="40" y="5"/>
                  </a:cubicBezTo>
                  <a:cubicBezTo>
                    <a:pt x="31" y="5"/>
                    <a:pt x="31" y="5"/>
                    <a:pt x="31" y="5"/>
                  </a:cubicBezTo>
                  <a:lnTo>
                    <a:pt x="31"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21">
              <a:extLst>
                <a:ext uri="{FF2B5EF4-FFF2-40B4-BE49-F238E27FC236}">
                  <a16:creationId xmlns:a16="http://schemas.microsoft.com/office/drawing/2014/main" id="{70F0E02C-50C4-4CC2-9946-D1C497E959C0}"/>
                </a:ext>
              </a:extLst>
            </p:cNvPr>
            <p:cNvSpPr>
              <a:spLocks/>
            </p:cNvSpPr>
            <p:nvPr userDrawn="1"/>
          </p:nvSpPr>
          <p:spPr bwMode="white">
            <a:xfrm>
              <a:off x="3126" y="793"/>
              <a:ext cx="34" cy="69"/>
            </a:xfrm>
            <a:custGeom>
              <a:avLst/>
              <a:gdLst>
                <a:gd name="T0" fmla="*/ 0 w 24"/>
                <a:gd name="T1" fmla="*/ 0 h 48"/>
                <a:gd name="T2" fmla="*/ 34 w 24"/>
                <a:gd name="T3" fmla="*/ 0 h 48"/>
                <a:gd name="T4" fmla="*/ 34 w 24"/>
                <a:gd name="T5" fmla="*/ 4 h 48"/>
                <a:gd name="T6" fmla="*/ 33 w 24"/>
                <a:gd name="T7" fmla="*/ 4 h 48"/>
                <a:gd name="T8" fmla="*/ 24 w 24"/>
                <a:gd name="T9" fmla="*/ 13 h 48"/>
                <a:gd name="T10" fmla="*/ 24 w 24"/>
                <a:gd name="T11" fmla="*/ 56 h 48"/>
                <a:gd name="T12" fmla="*/ 33 w 24"/>
                <a:gd name="T13" fmla="*/ 65 h 48"/>
                <a:gd name="T14" fmla="*/ 34 w 24"/>
                <a:gd name="T15" fmla="*/ 65 h 48"/>
                <a:gd name="T16" fmla="*/ 34 w 24"/>
                <a:gd name="T17" fmla="*/ 69 h 48"/>
                <a:gd name="T18" fmla="*/ 0 w 24"/>
                <a:gd name="T19" fmla="*/ 69 h 48"/>
                <a:gd name="T20" fmla="*/ 0 w 24"/>
                <a:gd name="T21" fmla="*/ 65 h 48"/>
                <a:gd name="T22" fmla="*/ 1 w 24"/>
                <a:gd name="T23" fmla="*/ 65 h 48"/>
                <a:gd name="T24" fmla="*/ 10 w 24"/>
                <a:gd name="T25" fmla="*/ 58 h 48"/>
                <a:gd name="T26" fmla="*/ 10 w 24"/>
                <a:gd name="T27" fmla="*/ 13 h 48"/>
                <a:gd name="T28" fmla="*/ 1 w 24"/>
                <a:gd name="T29" fmla="*/ 4 h 48"/>
                <a:gd name="T30" fmla="*/ 0 w 24"/>
                <a:gd name="T31" fmla="*/ 4 h 48"/>
                <a:gd name="T32" fmla="*/ 0 w 24"/>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 h="48">
                  <a:moveTo>
                    <a:pt x="0" y="0"/>
                  </a:moveTo>
                  <a:cubicBezTo>
                    <a:pt x="24" y="0"/>
                    <a:pt x="24" y="0"/>
                    <a:pt x="24" y="0"/>
                  </a:cubicBezTo>
                  <a:cubicBezTo>
                    <a:pt x="24" y="3"/>
                    <a:pt x="24" y="3"/>
                    <a:pt x="24" y="3"/>
                  </a:cubicBezTo>
                  <a:cubicBezTo>
                    <a:pt x="23" y="3"/>
                    <a:pt x="23" y="3"/>
                    <a:pt x="23" y="3"/>
                  </a:cubicBezTo>
                  <a:cubicBezTo>
                    <a:pt x="19" y="3"/>
                    <a:pt x="17" y="5"/>
                    <a:pt x="17" y="9"/>
                  </a:cubicBezTo>
                  <a:cubicBezTo>
                    <a:pt x="17" y="39"/>
                    <a:pt x="17" y="39"/>
                    <a:pt x="17" y="39"/>
                  </a:cubicBezTo>
                  <a:cubicBezTo>
                    <a:pt x="17" y="43"/>
                    <a:pt x="19" y="45"/>
                    <a:pt x="23" y="45"/>
                  </a:cubicBezTo>
                  <a:cubicBezTo>
                    <a:pt x="24" y="45"/>
                    <a:pt x="24" y="45"/>
                    <a:pt x="24" y="45"/>
                  </a:cubicBezTo>
                  <a:cubicBezTo>
                    <a:pt x="24" y="48"/>
                    <a:pt x="24" y="48"/>
                    <a:pt x="24" y="48"/>
                  </a:cubicBezTo>
                  <a:cubicBezTo>
                    <a:pt x="0" y="48"/>
                    <a:pt x="0" y="48"/>
                    <a:pt x="0" y="48"/>
                  </a:cubicBezTo>
                  <a:cubicBezTo>
                    <a:pt x="0" y="45"/>
                    <a:pt x="0" y="45"/>
                    <a:pt x="0" y="45"/>
                  </a:cubicBezTo>
                  <a:cubicBezTo>
                    <a:pt x="1" y="45"/>
                    <a:pt x="1" y="45"/>
                    <a:pt x="1" y="45"/>
                  </a:cubicBezTo>
                  <a:cubicBezTo>
                    <a:pt x="5" y="45"/>
                    <a:pt x="7" y="43"/>
                    <a:pt x="7" y="40"/>
                  </a:cubicBezTo>
                  <a:cubicBezTo>
                    <a:pt x="7" y="9"/>
                    <a:pt x="7" y="9"/>
                    <a:pt x="7" y="9"/>
                  </a:cubicBezTo>
                  <a:cubicBezTo>
                    <a:pt x="7" y="5"/>
                    <a:pt x="5"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22">
              <a:extLst>
                <a:ext uri="{FF2B5EF4-FFF2-40B4-BE49-F238E27FC236}">
                  <a16:creationId xmlns:a16="http://schemas.microsoft.com/office/drawing/2014/main" id="{13749F48-3B0C-4B94-836A-917D7DF915E7}"/>
                </a:ext>
              </a:extLst>
            </p:cNvPr>
            <p:cNvSpPr>
              <a:spLocks noEditPoints="1"/>
            </p:cNvSpPr>
            <p:nvPr userDrawn="1"/>
          </p:nvSpPr>
          <p:spPr bwMode="white">
            <a:xfrm>
              <a:off x="3184" y="792"/>
              <a:ext cx="80" cy="71"/>
            </a:xfrm>
            <a:custGeom>
              <a:avLst/>
              <a:gdLst>
                <a:gd name="T0" fmla="*/ 41 w 56"/>
                <a:gd name="T1" fmla="*/ 0 h 50"/>
                <a:gd name="T2" fmla="*/ 80 w 56"/>
                <a:gd name="T3" fmla="*/ 34 h 50"/>
                <a:gd name="T4" fmla="*/ 40 w 56"/>
                <a:gd name="T5" fmla="*/ 71 h 50"/>
                <a:gd name="T6" fmla="*/ 0 w 56"/>
                <a:gd name="T7" fmla="*/ 37 h 50"/>
                <a:gd name="T8" fmla="*/ 41 w 56"/>
                <a:gd name="T9" fmla="*/ 0 h 50"/>
                <a:gd name="T10" fmla="*/ 41 w 56"/>
                <a:gd name="T11" fmla="*/ 67 h 50"/>
                <a:gd name="T12" fmla="*/ 64 w 56"/>
                <a:gd name="T13" fmla="*/ 38 h 50"/>
                <a:gd name="T14" fmla="*/ 39 w 56"/>
                <a:gd name="T15" fmla="*/ 4 h 50"/>
                <a:gd name="T16" fmla="*/ 16 w 56"/>
                <a:gd name="T17" fmla="*/ 31 h 50"/>
                <a:gd name="T18" fmla="*/ 41 w 56"/>
                <a:gd name="T19" fmla="*/ 67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4"/>
                  </a:cubicBezTo>
                  <a:cubicBezTo>
                    <a:pt x="56" y="38"/>
                    <a:pt x="46" y="50"/>
                    <a:pt x="28" y="50"/>
                  </a:cubicBezTo>
                  <a:cubicBezTo>
                    <a:pt x="10" y="50"/>
                    <a:pt x="0" y="39"/>
                    <a:pt x="0" y="26"/>
                  </a:cubicBezTo>
                  <a:cubicBezTo>
                    <a:pt x="0" y="11"/>
                    <a:pt x="12" y="0"/>
                    <a:pt x="29" y="0"/>
                  </a:cubicBezTo>
                  <a:close/>
                  <a:moveTo>
                    <a:pt x="29" y="47"/>
                  </a:moveTo>
                  <a:cubicBezTo>
                    <a:pt x="40" y="47"/>
                    <a:pt x="45" y="37"/>
                    <a:pt x="45" y="27"/>
                  </a:cubicBezTo>
                  <a:cubicBezTo>
                    <a:pt x="45" y="15"/>
                    <a:pt x="39" y="3"/>
                    <a:pt x="27" y="3"/>
                  </a:cubicBezTo>
                  <a:cubicBezTo>
                    <a:pt x="18" y="3"/>
                    <a:pt x="11" y="11"/>
                    <a:pt x="11" y="22"/>
                  </a:cubicBezTo>
                  <a:cubicBezTo>
                    <a:pt x="11" y="37"/>
                    <a:pt x="19" y="47"/>
                    <a:pt x="29"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23">
              <a:extLst>
                <a:ext uri="{FF2B5EF4-FFF2-40B4-BE49-F238E27FC236}">
                  <a16:creationId xmlns:a16="http://schemas.microsoft.com/office/drawing/2014/main" id="{50BC6C00-AE7D-449D-B160-1562EFA4EA9F}"/>
                </a:ext>
              </a:extLst>
            </p:cNvPr>
            <p:cNvSpPr>
              <a:spLocks/>
            </p:cNvSpPr>
            <p:nvPr userDrawn="1"/>
          </p:nvSpPr>
          <p:spPr bwMode="white">
            <a:xfrm>
              <a:off x="3289" y="793"/>
              <a:ext cx="83" cy="69"/>
            </a:xfrm>
            <a:custGeom>
              <a:avLst/>
              <a:gdLst>
                <a:gd name="T0" fmla="*/ 16 w 58"/>
                <a:gd name="T1" fmla="*/ 56 h 48"/>
                <a:gd name="T2" fmla="*/ 26 w 58"/>
                <a:gd name="T3" fmla="*/ 65 h 48"/>
                <a:gd name="T4" fmla="*/ 26 w 58"/>
                <a:gd name="T5" fmla="*/ 69 h 48"/>
                <a:gd name="T6" fmla="*/ 0 w 58"/>
                <a:gd name="T7" fmla="*/ 69 h 48"/>
                <a:gd name="T8" fmla="*/ 0 w 58"/>
                <a:gd name="T9" fmla="*/ 65 h 48"/>
                <a:gd name="T10" fmla="*/ 0 w 58"/>
                <a:gd name="T11" fmla="*/ 65 h 48"/>
                <a:gd name="T12" fmla="*/ 9 w 58"/>
                <a:gd name="T13" fmla="*/ 58 h 48"/>
                <a:gd name="T14" fmla="*/ 9 w 58"/>
                <a:gd name="T15" fmla="*/ 7 h 48"/>
                <a:gd name="T16" fmla="*/ 0 w 58"/>
                <a:gd name="T17" fmla="*/ 4 h 48"/>
                <a:gd name="T18" fmla="*/ 0 w 58"/>
                <a:gd name="T19" fmla="*/ 0 h 48"/>
                <a:gd name="T20" fmla="*/ 23 w 58"/>
                <a:gd name="T21" fmla="*/ 0 h 48"/>
                <a:gd name="T22" fmla="*/ 67 w 58"/>
                <a:gd name="T23" fmla="*/ 47 h 48"/>
                <a:gd name="T24" fmla="*/ 67 w 58"/>
                <a:gd name="T25" fmla="*/ 14 h 48"/>
                <a:gd name="T26" fmla="*/ 56 w 58"/>
                <a:gd name="T27" fmla="*/ 4 h 48"/>
                <a:gd name="T28" fmla="*/ 56 w 58"/>
                <a:gd name="T29" fmla="*/ 4 h 48"/>
                <a:gd name="T30" fmla="*/ 56 w 58"/>
                <a:gd name="T31" fmla="*/ 0 h 48"/>
                <a:gd name="T32" fmla="*/ 83 w 58"/>
                <a:gd name="T33" fmla="*/ 0 h 48"/>
                <a:gd name="T34" fmla="*/ 83 w 58"/>
                <a:gd name="T35" fmla="*/ 4 h 48"/>
                <a:gd name="T36" fmla="*/ 83 w 58"/>
                <a:gd name="T37" fmla="*/ 4 h 48"/>
                <a:gd name="T38" fmla="*/ 73 w 58"/>
                <a:gd name="T39" fmla="*/ 10 h 48"/>
                <a:gd name="T40" fmla="*/ 73 w 58"/>
                <a:gd name="T41" fmla="*/ 69 h 48"/>
                <a:gd name="T42" fmla="*/ 67 w 58"/>
                <a:gd name="T43" fmla="*/ 69 h 48"/>
                <a:gd name="T44" fmla="*/ 16 w 58"/>
                <a:gd name="T45" fmla="*/ 14 h 48"/>
                <a:gd name="T46" fmla="*/ 16 w 58"/>
                <a:gd name="T47" fmla="*/ 56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8" h="48">
                  <a:moveTo>
                    <a:pt x="11" y="39"/>
                  </a:moveTo>
                  <a:cubicBezTo>
                    <a:pt x="11" y="43"/>
                    <a:pt x="12" y="45"/>
                    <a:pt x="18" y="45"/>
                  </a:cubicBezTo>
                  <a:cubicBezTo>
                    <a:pt x="18" y="48"/>
                    <a:pt x="18" y="48"/>
                    <a:pt x="18" y="48"/>
                  </a:cubicBezTo>
                  <a:cubicBezTo>
                    <a:pt x="0" y="48"/>
                    <a:pt x="0" y="48"/>
                    <a:pt x="0" y="48"/>
                  </a:cubicBezTo>
                  <a:cubicBezTo>
                    <a:pt x="0" y="45"/>
                    <a:pt x="0" y="45"/>
                    <a:pt x="0" y="45"/>
                  </a:cubicBezTo>
                  <a:cubicBezTo>
                    <a:pt x="0" y="45"/>
                    <a:pt x="0" y="45"/>
                    <a:pt x="0" y="45"/>
                  </a:cubicBezTo>
                  <a:cubicBezTo>
                    <a:pt x="5" y="45"/>
                    <a:pt x="6" y="43"/>
                    <a:pt x="6" y="40"/>
                  </a:cubicBezTo>
                  <a:cubicBezTo>
                    <a:pt x="6" y="5"/>
                    <a:pt x="6" y="5"/>
                    <a:pt x="6" y="5"/>
                  </a:cubicBezTo>
                  <a:cubicBezTo>
                    <a:pt x="4" y="4"/>
                    <a:pt x="2" y="3"/>
                    <a:pt x="0" y="3"/>
                  </a:cubicBezTo>
                  <a:cubicBezTo>
                    <a:pt x="0" y="0"/>
                    <a:pt x="0" y="0"/>
                    <a:pt x="0" y="0"/>
                  </a:cubicBezTo>
                  <a:cubicBezTo>
                    <a:pt x="16" y="0"/>
                    <a:pt x="16" y="0"/>
                    <a:pt x="16" y="0"/>
                  </a:cubicBezTo>
                  <a:cubicBezTo>
                    <a:pt x="47" y="33"/>
                    <a:pt x="47" y="33"/>
                    <a:pt x="47" y="33"/>
                  </a:cubicBezTo>
                  <a:cubicBezTo>
                    <a:pt x="47" y="10"/>
                    <a:pt x="47" y="10"/>
                    <a:pt x="47" y="10"/>
                  </a:cubicBezTo>
                  <a:cubicBezTo>
                    <a:pt x="47" y="4"/>
                    <a:pt x="46" y="3"/>
                    <a:pt x="39" y="3"/>
                  </a:cubicBezTo>
                  <a:cubicBezTo>
                    <a:pt x="39" y="3"/>
                    <a:pt x="39" y="3"/>
                    <a:pt x="39" y="3"/>
                  </a:cubicBezTo>
                  <a:cubicBezTo>
                    <a:pt x="39" y="0"/>
                    <a:pt x="39" y="0"/>
                    <a:pt x="39" y="0"/>
                  </a:cubicBezTo>
                  <a:cubicBezTo>
                    <a:pt x="58" y="0"/>
                    <a:pt x="58" y="0"/>
                    <a:pt x="58" y="0"/>
                  </a:cubicBezTo>
                  <a:cubicBezTo>
                    <a:pt x="58" y="3"/>
                    <a:pt x="58" y="3"/>
                    <a:pt x="58" y="3"/>
                  </a:cubicBezTo>
                  <a:cubicBezTo>
                    <a:pt x="58" y="3"/>
                    <a:pt x="58" y="3"/>
                    <a:pt x="58" y="3"/>
                  </a:cubicBezTo>
                  <a:cubicBezTo>
                    <a:pt x="53" y="3"/>
                    <a:pt x="51" y="4"/>
                    <a:pt x="51" y="7"/>
                  </a:cubicBezTo>
                  <a:cubicBezTo>
                    <a:pt x="51" y="48"/>
                    <a:pt x="51" y="48"/>
                    <a:pt x="51" y="48"/>
                  </a:cubicBezTo>
                  <a:cubicBezTo>
                    <a:pt x="47" y="48"/>
                    <a:pt x="47" y="48"/>
                    <a:pt x="47" y="48"/>
                  </a:cubicBezTo>
                  <a:cubicBezTo>
                    <a:pt x="11" y="10"/>
                    <a:pt x="11" y="10"/>
                    <a:pt x="11" y="10"/>
                  </a:cubicBezTo>
                  <a:lnTo>
                    <a:pt x="11"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24">
              <a:extLst>
                <a:ext uri="{FF2B5EF4-FFF2-40B4-BE49-F238E27FC236}">
                  <a16:creationId xmlns:a16="http://schemas.microsoft.com/office/drawing/2014/main" id="{AA3F2D87-208C-47B1-98B0-369321387EB0}"/>
                </a:ext>
              </a:extLst>
            </p:cNvPr>
            <p:cNvSpPr>
              <a:spLocks/>
            </p:cNvSpPr>
            <p:nvPr userDrawn="1"/>
          </p:nvSpPr>
          <p:spPr bwMode="white">
            <a:xfrm>
              <a:off x="2382" y="910"/>
              <a:ext cx="74" cy="70"/>
            </a:xfrm>
            <a:custGeom>
              <a:avLst/>
              <a:gdLst>
                <a:gd name="T0" fmla="*/ 44 w 52"/>
                <a:gd name="T1" fmla="*/ 57 h 49"/>
                <a:gd name="T2" fmla="*/ 54 w 52"/>
                <a:gd name="T3" fmla="*/ 66 h 49"/>
                <a:gd name="T4" fmla="*/ 57 w 52"/>
                <a:gd name="T5" fmla="*/ 66 h 49"/>
                <a:gd name="T6" fmla="*/ 57 w 52"/>
                <a:gd name="T7" fmla="*/ 70 h 49"/>
                <a:gd name="T8" fmla="*/ 17 w 52"/>
                <a:gd name="T9" fmla="*/ 70 h 49"/>
                <a:gd name="T10" fmla="*/ 17 w 52"/>
                <a:gd name="T11" fmla="*/ 66 h 49"/>
                <a:gd name="T12" fmla="*/ 21 w 52"/>
                <a:gd name="T13" fmla="*/ 66 h 49"/>
                <a:gd name="T14" fmla="*/ 30 w 52"/>
                <a:gd name="T15" fmla="*/ 57 h 49"/>
                <a:gd name="T16" fmla="*/ 30 w 52"/>
                <a:gd name="T17" fmla="*/ 9 h 49"/>
                <a:gd name="T18" fmla="*/ 17 w 52"/>
                <a:gd name="T19" fmla="*/ 9 h 49"/>
                <a:gd name="T20" fmla="*/ 4 w 52"/>
                <a:gd name="T21" fmla="*/ 21 h 49"/>
                <a:gd name="T22" fmla="*/ 0 w 52"/>
                <a:gd name="T23" fmla="*/ 21 h 49"/>
                <a:gd name="T24" fmla="*/ 3 w 52"/>
                <a:gd name="T25" fmla="*/ 0 h 49"/>
                <a:gd name="T26" fmla="*/ 6 w 52"/>
                <a:gd name="T27" fmla="*/ 0 h 49"/>
                <a:gd name="T28" fmla="*/ 9 w 52"/>
                <a:gd name="T29" fmla="*/ 3 h 49"/>
                <a:gd name="T30" fmla="*/ 11 w 52"/>
                <a:gd name="T31" fmla="*/ 3 h 49"/>
                <a:gd name="T32" fmla="*/ 63 w 52"/>
                <a:gd name="T33" fmla="*/ 3 h 49"/>
                <a:gd name="T34" fmla="*/ 68 w 52"/>
                <a:gd name="T35" fmla="*/ 0 h 49"/>
                <a:gd name="T36" fmla="*/ 71 w 52"/>
                <a:gd name="T37" fmla="*/ 0 h 49"/>
                <a:gd name="T38" fmla="*/ 74 w 52"/>
                <a:gd name="T39" fmla="*/ 21 h 49"/>
                <a:gd name="T40" fmla="*/ 68 w 52"/>
                <a:gd name="T41" fmla="*/ 21 h 49"/>
                <a:gd name="T42" fmla="*/ 57 w 52"/>
                <a:gd name="T43" fmla="*/ 9 h 49"/>
                <a:gd name="T44" fmla="*/ 44 w 52"/>
                <a:gd name="T45" fmla="*/ 9 h 49"/>
                <a:gd name="T46" fmla="*/ 44 w 52"/>
                <a:gd name="T47" fmla="*/ 57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 h="49">
                  <a:moveTo>
                    <a:pt x="31" y="40"/>
                  </a:moveTo>
                  <a:cubicBezTo>
                    <a:pt x="31" y="44"/>
                    <a:pt x="32" y="46"/>
                    <a:pt x="38" y="46"/>
                  </a:cubicBezTo>
                  <a:cubicBezTo>
                    <a:pt x="40" y="46"/>
                    <a:pt x="40" y="46"/>
                    <a:pt x="40" y="46"/>
                  </a:cubicBezTo>
                  <a:cubicBezTo>
                    <a:pt x="40" y="49"/>
                    <a:pt x="40" y="49"/>
                    <a:pt x="40" y="49"/>
                  </a:cubicBezTo>
                  <a:cubicBezTo>
                    <a:pt x="12" y="49"/>
                    <a:pt x="12" y="49"/>
                    <a:pt x="12" y="49"/>
                  </a:cubicBezTo>
                  <a:cubicBezTo>
                    <a:pt x="12" y="46"/>
                    <a:pt x="12" y="46"/>
                    <a:pt x="12" y="46"/>
                  </a:cubicBezTo>
                  <a:cubicBezTo>
                    <a:pt x="15" y="46"/>
                    <a:pt x="15" y="46"/>
                    <a:pt x="15" y="46"/>
                  </a:cubicBezTo>
                  <a:cubicBezTo>
                    <a:pt x="19" y="46"/>
                    <a:pt x="21" y="45"/>
                    <a:pt x="21" y="40"/>
                  </a:cubicBezTo>
                  <a:cubicBezTo>
                    <a:pt x="21" y="6"/>
                    <a:pt x="21" y="6"/>
                    <a:pt x="21" y="6"/>
                  </a:cubicBezTo>
                  <a:cubicBezTo>
                    <a:pt x="12" y="6"/>
                    <a:pt x="12" y="6"/>
                    <a:pt x="12" y="6"/>
                  </a:cubicBezTo>
                  <a:cubicBezTo>
                    <a:pt x="6" y="6"/>
                    <a:pt x="5" y="7"/>
                    <a:pt x="3" y="15"/>
                  </a:cubicBezTo>
                  <a:cubicBezTo>
                    <a:pt x="0" y="15"/>
                    <a:pt x="0" y="15"/>
                    <a:pt x="0" y="15"/>
                  </a:cubicBezTo>
                  <a:cubicBezTo>
                    <a:pt x="2" y="0"/>
                    <a:pt x="2" y="0"/>
                    <a:pt x="2" y="0"/>
                  </a:cubicBezTo>
                  <a:cubicBezTo>
                    <a:pt x="4" y="0"/>
                    <a:pt x="4" y="0"/>
                    <a:pt x="4" y="0"/>
                  </a:cubicBezTo>
                  <a:cubicBezTo>
                    <a:pt x="5" y="1"/>
                    <a:pt x="5" y="1"/>
                    <a:pt x="6" y="2"/>
                  </a:cubicBezTo>
                  <a:cubicBezTo>
                    <a:pt x="6" y="2"/>
                    <a:pt x="7" y="2"/>
                    <a:pt x="8" y="2"/>
                  </a:cubicBezTo>
                  <a:cubicBezTo>
                    <a:pt x="44" y="2"/>
                    <a:pt x="44" y="2"/>
                    <a:pt x="44" y="2"/>
                  </a:cubicBezTo>
                  <a:cubicBezTo>
                    <a:pt x="46" y="2"/>
                    <a:pt x="47" y="2"/>
                    <a:pt x="48" y="0"/>
                  </a:cubicBezTo>
                  <a:cubicBezTo>
                    <a:pt x="50" y="0"/>
                    <a:pt x="50" y="0"/>
                    <a:pt x="50" y="0"/>
                  </a:cubicBezTo>
                  <a:cubicBezTo>
                    <a:pt x="52" y="15"/>
                    <a:pt x="52" y="15"/>
                    <a:pt x="52" y="15"/>
                  </a:cubicBezTo>
                  <a:cubicBezTo>
                    <a:pt x="48" y="15"/>
                    <a:pt x="48" y="15"/>
                    <a:pt x="48" y="15"/>
                  </a:cubicBezTo>
                  <a:cubicBezTo>
                    <a:pt x="47" y="7"/>
                    <a:pt x="46" y="6"/>
                    <a:pt x="40" y="6"/>
                  </a:cubicBezTo>
                  <a:cubicBezTo>
                    <a:pt x="31" y="6"/>
                    <a:pt x="31" y="6"/>
                    <a:pt x="31" y="6"/>
                  </a:cubicBezTo>
                  <a:lnTo>
                    <a:pt x="31"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25">
              <a:extLst>
                <a:ext uri="{FF2B5EF4-FFF2-40B4-BE49-F238E27FC236}">
                  <a16:creationId xmlns:a16="http://schemas.microsoft.com/office/drawing/2014/main" id="{B6587E94-1BF2-4CC3-95C0-ADD70A48F09A}"/>
                </a:ext>
              </a:extLst>
            </p:cNvPr>
            <p:cNvSpPr>
              <a:spLocks/>
            </p:cNvSpPr>
            <p:nvPr userDrawn="1"/>
          </p:nvSpPr>
          <p:spPr bwMode="white">
            <a:xfrm>
              <a:off x="2473" y="913"/>
              <a:ext cx="67" cy="67"/>
            </a:xfrm>
            <a:custGeom>
              <a:avLst/>
              <a:gdLst>
                <a:gd name="T0" fmla="*/ 53 w 47"/>
                <a:gd name="T1" fmla="*/ 6 h 47"/>
                <a:gd name="T2" fmla="*/ 29 w 47"/>
                <a:gd name="T3" fmla="*/ 6 h 47"/>
                <a:gd name="T4" fmla="*/ 29 w 47"/>
                <a:gd name="T5" fmla="*/ 30 h 47"/>
                <a:gd name="T6" fmla="*/ 46 w 47"/>
                <a:gd name="T7" fmla="*/ 30 h 47"/>
                <a:gd name="T8" fmla="*/ 54 w 47"/>
                <a:gd name="T9" fmla="*/ 23 h 47"/>
                <a:gd name="T10" fmla="*/ 58 w 47"/>
                <a:gd name="T11" fmla="*/ 23 h 47"/>
                <a:gd name="T12" fmla="*/ 58 w 47"/>
                <a:gd name="T13" fmla="*/ 44 h 47"/>
                <a:gd name="T14" fmla="*/ 54 w 47"/>
                <a:gd name="T15" fmla="*/ 44 h 47"/>
                <a:gd name="T16" fmla="*/ 44 w 47"/>
                <a:gd name="T17" fmla="*/ 36 h 47"/>
                <a:gd name="T18" fmla="*/ 29 w 47"/>
                <a:gd name="T19" fmla="*/ 36 h 47"/>
                <a:gd name="T20" fmla="*/ 29 w 47"/>
                <a:gd name="T21" fmla="*/ 56 h 47"/>
                <a:gd name="T22" fmla="*/ 33 w 47"/>
                <a:gd name="T23" fmla="*/ 61 h 47"/>
                <a:gd name="T24" fmla="*/ 50 w 47"/>
                <a:gd name="T25" fmla="*/ 61 h 47"/>
                <a:gd name="T26" fmla="*/ 63 w 47"/>
                <a:gd name="T27" fmla="*/ 50 h 47"/>
                <a:gd name="T28" fmla="*/ 67 w 47"/>
                <a:gd name="T29" fmla="*/ 50 h 47"/>
                <a:gd name="T30" fmla="*/ 66 w 47"/>
                <a:gd name="T31" fmla="*/ 67 h 47"/>
                <a:gd name="T32" fmla="*/ 0 w 47"/>
                <a:gd name="T33" fmla="*/ 67 h 47"/>
                <a:gd name="T34" fmla="*/ 0 w 47"/>
                <a:gd name="T35" fmla="*/ 63 h 47"/>
                <a:gd name="T36" fmla="*/ 4 w 47"/>
                <a:gd name="T37" fmla="*/ 63 h 47"/>
                <a:gd name="T38" fmla="*/ 13 w 47"/>
                <a:gd name="T39" fmla="*/ 56 h 47"/>
                <a:gd name="T40" fmla="*/ 13 w 47"/>
                <a:gd name="T41" fmla="*/ 11 h 47"/>
                <a:gd name="T42" fmla="*/ 4 w 47"/>
                <a:gd name="T43" fmla="*/ 4 h 47"/>
                <a:gd name="T44" fmla="*/ 3 w 47"/>
                <a:gd name="T45" fmla="*/ 4 h 47"/>
                <a:gd name="T46" fmla="*/ 3 w 47"/>
                <a:gd name="T47" fmla="*/ 0 h 47"/>
                <a:gd name="T48" fmla="*/ 63 w 47"/>
                <a:gd name="T49" fmla="*/ 0 h 47"/>
                <a:gd name="T50" fmla="*/ 64 w 47"/>
                <a:gd name="T51" fmla="*/ 16 h 47"/>
                <a:gd name="T52" fmla="*/ 60 w 47"/>
                <a:gd name="T53" fmla="*/ 16 h 47"/>
                <a:gd name="T54" fmla="*/ 53 w 47"/>
                <a:gd name="T55" fmla="*/ 6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7"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3" y="43"/>
                  </a:cubicBezTo>
                  <a:cubicBezTo>
                    <a:pt x="35" y="43"/>
                    <a:pt x="35" y="43"/>
                    <a:pt x="35" y="43"/>
                  </a:cubicBezTo>
                  <a:cubicBezTo>
                    <a:pt x="40" y="43"/>
                    <a:pt x="43"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3" y="3"/>
                  </a:cubicBezTo>
                  <a:cubicBezTo>
                    <a:pt x="2" y="3"/>
                    <a:pt x="2" y="3"/>
                    <a:pt x="2" y="3"/>
                  </a:cubicBezTo>
                  <a:cubicBezTo>
                    <a:pt x="2" y="0"/>
                    <a:pt x="2" y="0"/>
                    <a:pt x="2" y="0"/>
                  </a:cubicBezTo>
                  <a:cubicBezTo>
                    <a:pt x="44" y="0"/>
                    <a:pt x="44" y="0"/>
                    <a:pt x="44" y="0"/>
                  </a:cubicBezTo>
                  <a:cubicBezTo>
                    <a:pt x="45" y="11"/>
                    <a:pt x="45" y="11"/>
                    <a:pt x="45" y="11"/>
                  </a:cubicBezTo>
                  <a:cubicBezTo>
                    <a:pt x="42" y="11"/>
                    <a:pt x="42" y="11"/>
                    <a:pt x="42" y="11"/>
                  </a:cubicBezTo>
                  <a:cubicBezTo>
                    <a:pt x="41" y="6"/>
                    <a:pt x="40" y="4"/>
                    <a:pt x="3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26">
              <a:extLst>
                <a:ext uri="{FF2B5EF4-FFF2-40B4-BE49-F238E27FC236}">
                  <a16:creationId xmlns:a16="http://schemas.microsoft.com/office/drawing/2014/main" id="{7CBF2663-6155-4B76-BEC9-F27C6D64E1C6}"/>
                </a:ext>
              </a:extLst>
            </p:cNvPr>
            <p:cNvSpPr>
              <a:spLocks/>
            </p:cNvSpPr>
            <p:nvPr userDrawn="1"/>
          </p:nvSpPr>
          <p:spPr bwMode="white">
            <a:xfrm>
              <a:off x="2565" y="912"/>
              <a:ext cx="71" cy="70"/>
            </a:xfrm>
            <a:custGeom>
              <a:avLst/>
              <a:gdLst>
                <a:gd name="T0" fmla="*/ 71 w 50"/>
                <a:gd name="T1" fmla="*/ 50 h 49"/>
                <a:gd name="T2" fmla="*/ 65 w 50"/>
                <a:gd name="T3" fmla="*/ 69 h 49"/>
                <a:gd name="T4" fmla="*/ 58 w 50"/>
                <a:gd name="T5" fmla="*/ 69 h 49"/>
                <a:gd name="T6" fmla="*/ 40 w 50"/>
                <a:gd name="T7" fmla="*/ 70 h 49"/>
                <a:gd name="T8" fmla="*/ 0 w 50"/>
                <a:gd name="T9" fmla="*/ 36 h 49"/>
                <a:gd name="T10" fmla="*/ 41 w 50"/>
                <a:gd name="T11" fmla="*/ 0 h 49"/>
                <a:gd name="T12" fmla="*/ 62 w 50"/>
                <a:gd name="T13" fmla="*/ 4 h 49"/>
                <a:gd name="T14" fmla="*/ 65 w 50"/>
                <a:gd name="T15" fmla="*/ 3 h 49"/>
                <a:gd name="T16" fmla="*/ 67 w 50"/>
                <a:gd name="T17" fmla="*/ 3 h 49"/>
                <a:gd name="T18" fmla="*/ 68 w 50"/>
                <a:gd name="T19" fmla="*/ 21 h 49"/>
                <a:gd name="T20" fmla="*/ 64 w 50"/>
                <a:gd name="T21" fmla="*/ 21 h 49"/>
                <a:gd name="T22" fmla="*/ 43 w 50"/>
                <a:gd name="T23" fmla="*/ 6 h 49"/>
                <a:gd name="T24" fmla="*/ 17 w 50"/>
                <a:gd name="T25" fmla="*/ 34 h 49"/>
                <a:gd name="T26" fmla="*/ 44 w 50"/>
                <a:gd name="T27" fmla="*/ 66 h 49"/>
                <a:gd name="T28" fmla="*/ 67 w 50"/>
                <a:gd name="T29" fmla="*/ 50 h 49"/>
                <a:gd name="T30" fmla="*/ 71 w 50"/>
                <a:gd name="T31" fmla="*/ 50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0" h="49">
                  <a:moveTo>
                    <a:pt x="50" y="35"/>
                  </a:moveTo>
                  <a:cubicBezTo>
                    <a:pt x="49" y="39"/>
                    <a:pt x="47" y="44"/>
                    <a:pt x="46" y="48"/>
                  </a:cubicBezTo>
                  <a:cubicBezTo>
                    <a:pt x="44" y="48"/>
                    <a:pt x="43" y="48"/>
                    <a:pt x="41" y="48"/>
                  </a:cubicBezTo>
                  <a:cubicBezTo>
                    <a:pt x="37" y="48"/>
                    <a:pt x="34" y="49"/>
                    <a:pt x="28" y="49"/>
                  </a:cubicBezTo>
                  <a:cubicBezTo>
                    <a:pt x="12" y="49"/>
                    <a:pt x="0" y="38"/>
                    <a:pt x="0" y="25"/>
                  </a:cubicBezTo>
                  <a:cubicBezTo>
                    <a:pt x="0" y="11"/>
                    <a:pt x="13" y="0"/>
                    <a:pt x="29" y="0"/>
                  </a:cubicBezTo>
                  <a:cubicBezTo>
                    <a:pt x="37" y="0"/>
                    <a:pt x="42" y="3"/>
                    <a:pt x="44" y="3"/>
                  </a:cubicBezTo>
                  <a:cubicBezTo>
                    <a:pt x="45" y="3"/>
                    <a:pt x="45" y="3"/>
                    <a:pt x="46" y="2"/>
                  </a:cubicBezTo>
                  <a:cubicBezTo>
                    <a:pt x="47" y="2"/>
                    <a:pt x="47" y="2"/>
                    <a:pt x="47" y="2"/>
                  </a:cubicBezTo>
                  <a:cubicBezTo>
                    <a:pt x="48" y="15"/>
                    <a:pt x="48" y="15"/>
                    <a:pt x="48" y="15"/>
                  </a:cubicBezTo>
                  <a:cubicBezTo>
                    <a:pt x="45" y="15"/>
                    <a:pt x="45" y="15"/>
                    <a:pt x="45" y="15"/>
                  </a:cubicBezTo>
                  <a:cubicBezTo>
                    <a:pt x="43" y="8"/>
                    <a:pt x="37" y="4"/>
                    <a:pt x="30" y="4"/>
                  </a:cubicBezTo>
                  <a:cubicBezTo>
                    <a:pt x="19" y="4"/>
                    <a:pt x="12" y="12"/>
                    <a:pt x="12" y="24"/>
                  </a:cubicBezTo>
                  <a:cubicBezTo>
                    <a:pt x="12" y="36"/>
                    <a:pt x="20" y="46"/>
                    <a:pt x="31" y="46"/>
                  </a:cubicBezTo>
                  <a:cubicBezTo>
                    <a:pt x="38" y="46"/>
                    <a:pt x="44" y="41"/>
                    <a:pt x="47" y="35"/>
                  </a:cubicBezTo>
                  <a:lnTo>
                    <a:pt x="5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27">
              <a:extLst>
                <a:ext uri="{FF2B5EF4-FFF2-40B4-BE49-F238E27FC236}">
                  <a16:creationId xmlns:a16="http://schemas.microsoft.com/office/drawing/2014/main" id="{36B53596-62EB-4222-A55A-CA35835B6042}"/>
                </a:ext>
              </a:extLst>
            </p:cNvPr>
            <p:cNvSpPr>
              <a:spLocks/>
            </p:cNvSpPr>
            <p:nvPr userDrawn="1"/>
          </p:nvSpPr>
          <p:spPr bwMode="white">
            <a:xfrm>
              <a:off x="2658" y="913"/>
              <a:ext cx="86" cy="67"/>
            </a:xfrm>
            <a:custGeom>
              <a:avLst/>
              <a:gdLst>
                <a:gd name="T0" fmla="*/ 53 w 60"/>
                <a:gd name="T1" fmla="*/ 63 h 47"/>
                <a:gd name="T2" fmla="*/ 62 w 60"/>
                <a:gd name="T3" fmla="*/ 54 h 47"/>
                <a:gd name="T4" fmla="*/ 62 w 60"/>
                <a:gd name="T5" fmla="*/ 36 h 47"/>
                <a:gd name="T6" fmla="*/ 26 w 60"/>
                <a:gd name="T7" fmla="*/ 36 h 47"/>
                <a:gd name="T8" fmla="*/ 26 w 60"/>
                <a:gd name="T9" fmla="*/ 54 h 47"/>
                <a:gd name="T10" fmla="*/ 33 w 60"/>
                <a:gd name="T11" fmla="*/ 63 h 47"/>
                <a:gd name="T12" fmla="*/ 36 w 60"/>
                <a:gd name="T13" fmla="*/ 63 h 47"/>
                <a:gd name="T14" fmla="*/ 36 w 60"/>
                <a:gd name="T15" fmla="*/ 67 h 47"/>
                <a:gd name="T16" fmla="*/ 0 w 60"/>
                <a:gd name="T17" fmla="*/ 67 h 47"/>
                <a:gd name="T18" fmla="*/ 0 w 60"/>
                <a:gd name="T19" fmla="*/ 63 h 47"/>
                <a:gd name="T20" fmla="*/ 1 w 60"/>
                <a:gd name="T21" fmla="*/ 63 h 47"/>
                <a:gd name="T22" fmla="*/ 10 w 60"/>
                <a:gd name="T23" fmla="*/ 56 h 47"/>
                <a:gd name="T24" fmla="*/ 10 w 60"/>
                <a:gd name="T25" fmla="*/ 11 h 47"/>
                <a:gd name="T26" fmla="*/ 1 w 60"/>
                <a:gd name="T27" fmla="*/ 4 h 47"/>
                <a:gd name="T28" fmla="*/ 0 w 60"/>
                <a:gd name="T29" fmla="*/ 4 h 47"/>
                <a:gd name="T30" fmla="*/ 0 w 60"/>
                <a:gd name="T31" fmla="*/ 0 h 47"/>
                <a:gd name="T32" fmla="*/ 36 w 60"/>
                <a:gd name="T33" fmla="*/ 0 h 47"/>
                <a:gd name="T34" fmla="*/ 36 w 60"/>
                <a:gd name="T35" fmla="*/ 4 h 47"/>
                <a:gd name="T36" fmla="*/ 33 w 60"/>
                <a:gd name="T37" fmla="*/ 4 h 47"/>
                <a:gd name="T38" fmla="*/ 26 w 60"/>
                <a:gd name="T39" fmla="*/ 11 h 47"/>
                <a:gd name="T40" fmla="*/ 26 w 60"/>
                <a:gd name="T41" fmla="*/ 29 h 47"/>
                <a:gd name="T42" fmla="*/ 62 w 60"/>
                <a:gd name="T43" fmla="*/ 29 h 47"/>
                <a:gd name="T44" fmla="*/ 62 w 60"/>
                <a:gd name="T45" fmla="*/ 13 h 47"/>
                <a:gd name="T46" fmla="*/ 53 w 60"/>
                <a:gd name="T47" fmla="*/ 4 h 47"/>
                <a:gd name="T48" fmla="*/ 52 w 60"/>
                <a:gd name="T49" fmla="*/ 4 h 47"/>
                <a:gd name="T50" fmla="*/ 52 w 60"/>
                <a:gd name="T51" fmla="*/ 0 h 47"/>
                <a:gd name="T52" fmla="*/ 86 w 60"/>
                <a:gd name="T53" fmla="*/ 0 h 47"/>
                <a:gd name="T54" fmla="*/ 86 w 60"/>
                <a:gd name="T55" fmla="*/ 4 h 47"/>
                <a:gd name="T56" fmla="*/ 85 w 60"/>
                <a:gd name="T57" fmla="*/ 4 h 47"/>
                <a:gd name="T58" fmla="*/ 76 w 60"/>
                <a:gd name="T59" fmla="*/ 11 h 47"/>
                <a:gd name="T60" fmla="*/ 76 w 60"/>
                <a:gd name="T61" fmla="*/ 54 h 47"/>
                <a:gd name="T62" fmla="*/ 85 w 60"/>
                <a:gd name="T63" fmla="*/ 63 h 47"/>
                <a:gd name="T64" fmla="*/ 86 w 60"/>
                <a:gd name="T65" fmla="*/ 63 h 47"/>
                <a:gd name="T66" fmla="*/ 86 w 60"/>
                <a:gd name="T67" fmla="*/ 67 h 47"/>
                <a:gd name="T68" fmla="*/ 52 w 60"/>
                <a:gd name="T69" fmla="*/ 67 h 47"/>
                <a:gd name="T70" fmla="*/ 52 w 60"/>
                <a:gd name="T71" fmla="*/ 63 h 47"/>
                <a:gd name="T72" fmla="*/ 53 w 60"/>
                <a:gd name="T73" fmla="*/ 63 h 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47">
                  <a:moveTo>
                    <a:pt x="37" y="44"/>
                  </a:moveTo>
                  <a:cubicBezTo>
                    <a:pt x="41" y="44"/>
                    <a:pt x="43" y="42"/>
                    <a:pt x="43" y="38"/>
                  </a:cubicBezTo>
                  <a:cubicBezTo>
                    <a:pt x="43" y="25"/>
                    <a:pt x="43" y="25"/>
                    <a:pt x="43" y="25"/>
                  </a:cubicBezTo>
                  <a:cubicBezTo>
                    <a:pt x="18" y="25"/>
                    <a:pt x="18" y="25"/>
                    <a:pt x="18" y="25"/>
                  </a:cubicBezTo>
                  <a:cubicBezTo>
                    <a:pt x="18" y="38"/>
                    <a:pt x="18" y="38"/>
                    <a:pt x="18" y="38"/>
                  </a:cubicBezTo>
                  <a:cubicBezTo>
                    <a:pt x="18" y="43"/>
                    <a:pt x="19" y="44"/>
                    <a:pt x="23" y="44"/>
                  </a:cubicBezTo>
                  <a:cubicBezTo>
                    <a:pt x="25" y="44"/>
                    <a:pt x="25" y="44"/>
                    <a:pt x="25" y="44"/>
                  </a:cubicBezTo>
                  <a:cubicBezTo>
                    <a:pt x="25" y="47"/>
                    <a:pt x="25" y="47"/>
                    <a:pt x="25" y="47"/>
                  </a:cubicBezTo>
                  <a:cubicBezTo>
                    <a:pt x="0" y="47"/>
                    <a:pt x="0" y="47"/>
                    <a:pt x="0" y="47"/>
                  </a:cubicBezTo>
                  <a:cubicBezTo>
                    <a:pt x="0" y="44"/>
                    <a:pt x="0" y="44"/>
                    <a:pt x="0" y="44"/>
                  </a:cubicBezTo>
                  <a:cubicBezTo>
                    <a:pt x="1" y="44"/>
                    <a:pt x="1" y="44"/>
                    <a:pt x="1" y="44"/>
                  </a:cubicBezTo>
                  <a:cubicBezTo>
                    <a:pt x="5" y="44"/>
                    <a:pt x="7" y="42"/>
                    <a:pt x="7" y="39"/>
                  </a:cubicBezTo>
                  <a:cubicBezTo>
                    <a:pt x="7" y="8"/>
                    <a:pt x="7" y="8"/>
                    <a:pt x="7" y="8"/>
                  </a:cubicBezTo>
                  <a:cubicBezTo>
                    <a:pt x="7" y="4"/>
                    <a:pt x="5" y="3"/>
                    <a:pt x="1" y="3"/>
                  </a:cubicBezTo>
                  <a:cubicBezTo>
                    <a:pt x="0" y="3"/>
                    <a:pt x="0" y="3"/>
                    <a:pt x="0" y="3"/>
                  </a:cubicBezTo>
                  <a:cubicBezTo>
                    <a:pt x="0" y="0"/>
                    <a:pt x="0" y="0"/>
                    <a:pt x="0" y="0"/>
                  </a:cubicBezTo>
                  <a:cubicBezTo>
                    <a:pt x="25" y="0"/>
                    <a:pt x="25" y="0"/>
                    <a:pt x="25" y="0"/>
                  </a:cubicBezTo>
                  <a:cubicBezTo>
                    <a:pt x="25" y="3"/>
                    <a:pt x="25" y="3"/>
                    <a:pt x="25" y="3"/>
                  </a:cubicBezTo>
                  <a:cubicBezTo>
                    <a:pt x="23" y="3"/>
                    <a:pt x="23" y="3"/>
                    <a:pt x="23" y="3"/>
                  </a:cubicBezTo>
                  <a:cubicBezTo>
                    <a:pt x="19" y="3"/>
                    <a:pt x="18" y="4"/>
                    <a:pt x="18" y="8"/>
                  </a:cubicBezTo>
                  <a:cubicBezTo>
                    <a:pt x="18" y="20"/>
                    <a:pt x="18" y="20"/>
                    <a:pt x="18" y="20"/>
                  </a:cubicBezTo>
                  <a:cubicBezTo>
                    <a:pt x="43" y="20"/>
                    <a:pt x="43" y="20"/>
                    <a:pt x="43" y="20"/>
                  </a:cubicBezTo>
                  <a:cubicBezTo>
                    <a:pt x="43" y="9"/>
                    <a:pt x="43" y="9"/>
                    <a:pt x="43" y="9"/>
                  </a:cubicBezTo>
                  <a:cubicBezTo>
                    <a:pt x="43" y="4"/>
                    <a:pt x="41" y="3"/>
                    <a:pt x="37" y="3"/>
                  </a:cubicBezTo>
                  <a:cubicBezTo>
                    <a:pt x="36" y="3"/>
                    <a:pt x="36" y="3"/>
                    <a:pt x="36" y="3"/>
                  </a:cubicBezTo>
                  <a:cubicBezTo>
                    <a:pt x="36" y="0"/>
                    <a:pt x="36" y="0"/>
                    <a:pt x="36" y="0"/>
                  </a:cubicBezTo>
                  <a:cubicBezTo>
                    <a:pt x="60" y="0"/>
                    <a:pt x="60" y="0"/>
                    <a:pt x="60" y="0"/>
                  </a:cubicBezTo>
                  <a:cubicBezTo>
                    <a:pt x="60" y="3"/>
                    <a:pt x="60" y="3"/>
                    <a:pt x="60" y="3"/>
                  </a:cubicBezTo>
                  <a:cubicBezTo>
                    <a:pt x="59" y="3"/>
                    <a:pt x="59" y="3"/>
                    <a:pt x="59" y="3"/>
                  </a:cubicBezTo>
                  <a:cubicBezTo>
                    <a:pt x="55" y="3"/>
                    <a:pt x="53" y="4"/>
                    <a:pt x="53" y="8"/>
                  </a:cubicBezTo>
                  <a:cubicBezTo>
                    <a:pt x="53" y="38"/>
                    <a:pt x="53" y="38"/>
                    <a:pt x="53" y="38"/>
                  </a:cubicBezTo>
                  <a:cubicBezTo>
                    <a:pt x="53" y="42"/>
                    <a:pt x="55" y="44"/>
                    <a:pt x="59" y="44"/>
                  </a:cubicBezTo>
                  <a:cubicBezTo>
                    <a:pt x="60" y="44"/>
                    <a:pt x="60" y="44"/>
                    <a:pt x="60" y="44"/>
                  </a:cubicBezTo>
                  <a:cubicBezTo>
                    <a:pt x="60" y="47"/>
                    <a:pt x="60" y="47"/>
                    <a:pt x="60" y="47"/>
                  </a:cubicBezTo>
                  <a:cubicBezTo>
                    <a:pt x="36" y="47"/>
                    <a:pt x="36" y="47"/>
                    <a:pt x="36" y="47"/>
                  </a:cubicBezTo>
                  <a:cubicBezTo>
                    <a:pt x="36" y="44"/>
                    <a:pt x="36" y="44"/>
                    <a:pt x="36" y="44"/>
                  </a:cubicBezTo>
                  <a:lnTo>
                    <a:pt x="37"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28">
              <a:extLst>
                <a:ext uri="{FF2B5EF4-FFF2-40B4-BE49-F238E27FC236}">
                  <a16:creationId xmlns:a16="http://schemas.microsoft.com/office/drawing/2014/main" id="{51F8EDEC-798B-4C8F-A094-20BADB5A93E6}"/>
                </a:ext>
              </a:extLst>
            </p:cNvPr>
            <p:cNvSpPr>
              <a:spLocks/>
            </p:cNvSpPr>
            <p:nvPr userDrawn="1"/>
          </p:nvSpPr>
          <p:spPr bwMode="white">
            <a:xfrm>
              <a:off x="2764" y="913"/>
              <a:ext cx="84" cy="67"/>
            </a:xfrm>
            <a:custGeom>
              <a:avLst/>
              <a:gdLst>
                <a:gd name="T0" fmla="*/ 16 w 59"/>
                <a:gd name="T1" fmla="*/ 54 h 47"/>
                <a:gd name="T2" fmla="*/ 27 w 59"/>
                <a:gd name="T3" fmla="*/ 63 h 47"/>
                <a:gd name="T4" fmla="*/ 27 w 59"/>
                <a:gd name="T5" fmla="*/ 67 h 47"/>
                <a:gd name="T6" fmla="*/ 0 w 59"/>
                <a:gd name="T7" fmla="*/ 67 h 47"/>
                <a:gd name="T8" fmla="*/ 0 w 59"/>
                <a:gd name="T9" fmla="*/ 63 h 47"/>
                <a:gd name="T10" fmla="*/ 1 w 59"/>
                <a:gd name="T11" fmla="*/ 63 h 47"/>
                <a:gd name="T12" fmla="*/ 10 w 59"/>
                <a:gd name="T13" fmla="*/ 56 h 47"/>
                <a:gd name="T14" fmla="*/ 10 w 59"/>
                <a:gd name="T15" fmla="*/ 6 h 47"/>
                <a:gd name="T16" fmla="*/ 0 w 59"/>
                <a:gd name="T17" fmla="*/ 4 h 47"/>
                <a:gd name="T18" fmla="*/ 0 w 59"/>
                <a:gd name="T19" fmla="*/ 0 h 47"/>
                <a:gd name="T20" fmla="*/ 23 w 59"/>
                <a:gd name="T21" fmla="*/ 0 h 47"/>
                <a:gd name="T22" fmla="*/ 67 w 59"/>
                <a:gd name="T23" fmla="*/ 46 h 47"/>
                <a:gd name="T24" fmla="*/ 67 w 59"/>
                <a:gd name="T25" fmla="*/ 13 h 47"/>
                <a:gd name="T26" fmla="*/ 57 w 59"/>
                <a:gd name="T27" fmla="*/ 4 h 47"/>
                <a:gd name="T28" fmla="*/ 56 w 59"/>
                <a:gd name="T29" fmla="*/ 4 h 47"/>
                <a:gd name="T30" fmla="*/ 56 w 59"/>
                <a:gd name="T31" fmla="*/ 0 h 47"/>
                <a:gd name="T32" fmla="*/ 84 w 59"/>
                <a:gd name="T33" fmla="*/ 0 h 47"/>
                <a:gd name="T34" fmla="*/ 84 w 59"/>
                <a:gd name="T35" fmla="*/ 4 h 47"/>
                <a:gd name="T36" fmla="*/ 83 w 59"/>
                <a:gd name="T37" fmla="*/ 4 h 47"/>
                <a:gd name="T38" fmla="*/ 74 w 59"/>
                <a:gd name="T39" fmla="*/ 10 h 47"/>
                <a:gd name="T40" fmla="*/ 74 w 59"/>
                <a:gd name="T41" fmla="*/ 67 h 47"/>
                <a:gd name="T42" fmla="*/ 68 w 59"/>
                <a:gd name="T43" fmla="*/ 67 h 47"/>
                <a:gd name="T44" fmla="*/ 16 w 59"/>
                <a:gd name="T45" fmla="*/ 13 h 47"/>
                <a:gd name="T46" fmla="*/ 16 w 59"/>
                <a:gd name="T47" fmla="*/ 54 h 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9" h="47">
                  <a:moveTo>
                    <a:pt x="11" y="38"/>
                  </a:moveTo>
                  <a:cubicBezTo>
                    <a:pt x="11" y="43"/>
                    <a:pt x="13" y="44"/>
                    <a:pt x="19" y="44"/>
                  </a:cubicBezTo>
                  <a:cubicBezTo>
                    <a:pt x="19" y="47"/>
                    <a:pt x="19" y="47"/>
                    <a:pt x="19" y="47"/>
                  </a:cubicBezTo>
                  <a:cubicBezTo>
                    <a:pt x="0" y="47"/>
                    <a:pt x="0" y="47"/>
                    <a:pt x="0" y="47"/>
                  </a:cubicBezTo>
                  <a:cubicBezTo>
                    <a:pt x="0" y="44"/>
                    <a:pt x="0" y="44"/>
                    <a:pt x="0" y="44"/>
                  </a:cubicBezTo>
                  <a:cubicBezTo>
                    <a:pt x="1" y="44"/>
                    <a:pt x="1" y="44"/>
                    <a:pt x="1" y="44"/>
                  </a:cubicBezTo>
                  <a:cubicBezTo>
                    <a:pt x="5" y="44"/>
                    <a:pt x="7" y="43"/>
                    <a:pt x="7" y="39"/>
                  </a:cubicBezTo>
                  <a:cubicBezTo>
                    <a:pt x="7" y="4"/>
                    <a:pt x="7" y="4"/>
                    <a:pt x="7" y="4"/>
                  </a:cubicBezTo>
                  <a:cubicBezTo>
                    <a:pt x="5" y="3"/>
                    <a:pt x="3" y="3"/>
                    <a:pt x="0" y="3"/>
                  </a:cubicBezTo>
                  <a:cubicBezTo>
                    <a:pt x="0" y="0"/>
                    <a:pt x="0" y="0"/>
                    <a:pt x="0" y="0"/>
                  </a:cubicBezTo>
                  <a:cubicBezTo>
                    <a:pt x="16" y="0"/>
                    <a:pt x="16" y="0"/>
                    <a:pt x="16" y="0"/>
                  </a:cubicBezTo>
                  <a:cubicBezTo>
                    <a:pt x="47" y="32"/>
                    <a:pt x="47" y="32"/>
                    <a:pt x="47" y="32"/>
                  </a:cubicBezTo>
                  <a:cubicBezTo>
                    <a:pt x="47" y="9"/>
                    <a:pt x="47" y="9"/>
                    <a:pt x="47" y="9"/>
                  </a:cubicBezTo>
                  <a:cubicBezTo>
                    <a:pt x="47" y="4"/>
                    <a:pt x="46" y="3"/>
                    <a:pt x="40" y="3"/>
                  </a:cubicBezTo>
                  <a:cubicBezTo>
                    <a:pt x="39" y="3"/>
                    <a:pt x="39" y="3"/>
                    <a:pt x="39" y="3"/>
                  </a:cubicBezTo>
                  <a:cubicBezTo>
                    <a:pt x="39" y="0"/>
                    <a:pt x="39" y="0"/>
                    <a:pt x="39" y="0"/>
                  </a:cubicBezTo>
                  <a:cubicBezTo>
                    <a:pt x="59" y="0"/>
                    <a:pt x="59" y="0"/>
                    <a:pt x="59" y="0"/>
                  </a:cubicBezTo>
                  <a:cubicBezTo>
                    <a:pt x="59" y="3"/>
                    <a:pt x="59" y="3"/>
                    <a:pt x="59" y="3"/>
                  </a:cubicBezTo>
                  <a:cubicBezTo>
                    <a:pt x="58" y="3"/>
                    <a:pt x="58" y="3"/>
                    <a:pt x="58" y="3"/>
                  </a:cubicBezTo>
                  <a:cubicBezTo>
                    <a:pt x="53" y="3"/>
                    <a:pt x="52" y="4"/>
                    <a:pt x="52" y="7"/>
                  </a:cubicBezTo>
                  <a:cubicBezTo>
                    <a:pt x="52" y="47"/>
                    <a:pt x="52" y="47"/>
                    <a:pt x="52" y="47"/>
                  </a:cubicBezTo>
                  <a:cubicBezTo>
                    <a:pt x="48" y="47"/>
                    <a:pt x="48" y="47"/>
                    <a:pt x="48" y="47"/>
                  </a:cubicBezTo>
                  <a:cubicBezTo>
                    <a:pt x="11" y="9"/>
                    <a:pt x="11" y="9"/>
                    <a:pt x="11" y="9"/>
                  </a:cubicBezTo>
                  <a:lnTo>
                    <a:pt x="11"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29">
              <a:extLst>
                <a:ext uri="{FF2B5EF4-FFF2-40B4-BE49-F238E27FC236}">
                  <a16:creationId xmlns:a16="http://schemas.microsoft.com/office/drawing/2014/main" id="{9B3A7ABC-9B73-4AA5-8C60-99F1618BC593}"/>
                </a:ext>
              </a:extLst>
            </p:cNvPr>
            <p:cNvSpPr>
              <a:spLocks noEditPoints="1"/>
            </p:cNvSpPr>
            <p:nvPr userDrawn="1"/>
          </p:nvSpPr>
          <p:spPr bwMode="white">
            <a:xfrm>
              <a:off x="2871" y="910"/>
              <a:ext cx="80" cy="72"/>
            </a:xfrm>
            <a:custGeom>
              <a:avLst/>
              <a:gdLst>
                <a:gd name="T0" fmla="*/ 41 w 56"/>
                <a:gd name="T1" fmla="*/ 0 h 50"/>
                <a:gd name="T2" fmla="*/ 80 w 56"/>
                <a:gd name="T3" fmla="*/ 36 h 50"/>
                <a:gd name="T4" fmla="*/ 40 w 56"/>
                <a:gd name="T5" fmla="*/ 72 h 50"/>
                <a:gd name="T6" fmla="*/ 0 w 56"/>
                <a:gd name="T7" fmla="*/ 37 h 50"/>
                <a:gd name="T8" fmla="*/ 41 w 56"/>
                <a:gd name="T9" fmla="*/ 0 h 50"/>
                <a:gd name="T10" fmla="*/ 43 w 56"/>
                <a:gd name="T11" fmla="*/ 68 h 50"/>
                <a:gd name="T12" fmla="*/ 64 w 56"/>
                <a:gd name="T13" fmla="*/ 39 h 50"/>
                <a:gd name="T14" fmla="*/ 39 w 56"/>
                <a:gd name="T15" fmla="*/ 6 h 50"/>
                <a:gd name="T16" fmla="*/ 16 w 56"/>
                <a:gd name="T17" fmla="*/ 33 h 50"/>
                <a:gd name="T18" fmla="*/ 43 w 56"/>
                <a:gd name="T19" fmla="*/ 68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5"/>
                  </a:cubicBezTo>
                  <a:cubicBezTo>
                    <a:pt x="56" y="38"/>
                    <a:pt x="46" y="50"/>
                    <a:pt x="28" y="50"/>
                  </a:cubicBezTo>
                  <a:cubicBezTo>
                    <a:pt x="10" y="50"/>
                    <a:pt x="0" y="39"/>
                    <a:pt x="0" y="26"/>
                  </a:cubicBezTo>
                  <a:cubicBezTo>
                    <a:pt x="0" y="11"/>
                    <a:pt x="12" y="0"/>
                    <a:pt x="29" y="0"/>
                  </a:cubicBezTo>
                  <a:close/>
                  <a:moveTo>
                    <a:pt x="30" y="47"/>
                  </a:moveTo>
                  <a:cubicBezTo>
                    <a:pt x="40" y="47"/>
                    <a:pt x="45" y="38"/>
                    <a:pt x="45" y="27"/>
                  </a:cubicBezTo>
                  <a:cubicBezTo>
                    <a:pt x="45" y="15"/>
                    <a:pt x="39" y="4"/>
                    <a:pt x="27" y="4"/>
                  </a:cubicBezTo>
                  <a:cubicBezTo>
                    <a:pt x="18" y="4"/>
                    <a:pt x="11" y="11"/>
                    <a:pt x="11" y="23"/>
                  </a:cubicBezTo>
                  <a:cubicBezTo>
                    <a:pt x="11" y="37"/>
                    <a:pt x="19" y="47"/>
                    <a:pt x="30"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30">
              <a:extLst>
                <a:ext uri="{FF2B5EF4-FFF2-40B4-BE49-F238E27FC236}">
                  <a16:creationId xmlns:a16="http://schemas.microsoft.com/office/drawing/2014/main" id="{D9E139D1-7283-419D-97C2-D1EB812D0407}"/>
                </a:ext>
              </a:extLst>
            </p:cNvPr>
            <p:cNvSpPr>
              <a:spLocks/>
            </p:cNvSpPr>
            <p:nvPr userDrawn="1"/>
          </p:nvSpPr>
          <p:spPr bwMode="white">
            <a:xfrm>
              <a:off x="2974" y="913"/>
              <a:ext cx="66" cy="67"/>
            </a:xfrm>
            <a:custGeom>
              <a:avLst/>
              <a:gdLst>
                <a:gd name="T0" fmla="*/ 59 w 46"/>
                <a:gd name="T1" fmla="*/ 67 h 47"/>
                <a:gd name="T2" fmla="*/ 0 w 46"/>
                <a:gd name="T3" fmla="*/ 67 h 47"/>
                <a:gd name="T4" fmla="*/ 0 w 46"/>
                <a:gd name="T5" fmla="*/ 63 h 47"/>
                <a:gd name="T6" fmla="*/ 1 w 46"/>
                <a:gd name="T7" fmla="*/ 63 h 47"/>
                <a:gd name="T8" fmla="*/ 11 w 46"/>
                <a:gd name="T9" fmla="*/ 56 h 47"/>
                <a:gd name="T10" fmla="*/ 11 w 46"/>
                <a:gd name="T11" fmla="*/ 11 h 47"/>
                <a:gd name="T12" fmla="*/ 3 w 46"/>
                <a:gd name="T13" fmla="*/ 4 h 47"/>
                <a:gd name="T14" fmla="*/ 0 w 46"/>
                <a:gd name="T15" fmla="*/ 4 h 47"/>
                <a:gd name="T16" fmla="*/ 0 w 46"/>
                <a:gd name="T17" fmla="*/ 0 h 47"/>
                <a:gd name="T18" fmla="*/ 37 w 46"/>
                <a:gd name="T19" fmla="*/ 0 h 47"/>
                <a:gd name="T20" fmla="*/ 37 w 46"/>
                <a:gd name="T21" fmla="*/ 4 h 47"/>
                <a:gd name="T22" fmla="*/ 34 w 46"/>
                <a:gd name="T23" fmla="*/ 4 h 47"/>
                <a:gd name="T24" fmla="*/ 26 w 46"/>
                <a:gd name="T25" fmla="*/ 11 h 47"/>
                <a:gd name="T26" fmla="*/ 26 w 46"/>
                <a:gd name="T27" fmla="*/ 56 h 47"/>
                <a:gd name="T28" fmla="*/ 32 w 46"/>
                <a:gd name="T29" fmla="*/ 61 h 47"/>
                <a:gd name="T30" fmla="*/ 46 w 46"/>
                <a:gd name="T31" fmla="*/ 61 h 47"/>
                <a:gd name="T32" fmla="*/ 62 w 46"/>
                <a:gd name="T33" fmla="*/ 48 h 47"/>
                <a:gd name="T34" fmla="*/ 66 w 46"/>
                <a:gd name="T35" fmla="*/ 48 h 47"/>
                <a:gd name="T36" fmla="*/ 59 w 46"/>
                <a:gd name="T37" fmla="*/ 67 h 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6" h="47">
                  <a:moveTo>
                    <a:pt x="41" y="47"/>
                  </a:moveTo>
                  <a:cubicBezTo>
                    <a:pt x="0" y="47"/>
                    <a:pt x="0" y="47"/>
                    <a:pt x="0" y="47"/>
                  </a:cubicBezTo>
                  <a:cubicBezTo>
                    <a:pt x="0" y="44"/>
                    <a:pt x="0" y="44"/>
                    <a:pt x="0" y="44"/>
                  </a:cubicBezTo>
                  <a:cubicBezTo>
                    <a:pt x="1" y="44"/>
                    <a:pt x="1" y="44"/>
                    <a:pt x="1" y="44"/>
                  </a:cubicBezTo>
                  <a:cubicBezTo>
                    <a:pt x="6" y="44"/>
                    <a:pt x="8" y="42"/>
                    <a:pt x="8" y="39"/>
                  </a:cubicBezTo>
                  <a:cubicBezTo>
                    <a:pt x="8" y="8"/>
                    <a:pt x="8" y="8"/>
                    <a:pt x="8" y="8"/>
                  </a:cubicBezTo>
                  <a:cubicBezTo>
                    <a:pt x="8" y="4"/>
                    <a:pt x="5" y="3"/>
                    <a:pt x="2" y="3"/>
                  </a:cubicBezTo>
                  <a:cubicBezTo>
                    <a:pt x="0" y="3"/>
                    <a:pt x="0" y="3"/>
                    <a:pt x="0" y="3"/>
                  </a:cubicBezTo>
                  <a:cubicBezTo>
                    <a:pt x="0" y="0"/>
                    <a:pt x="0" y="0"/>
                    <a:pt x="0" y="0"/>
                  </a:cubicBezTo>
                  <a:cubicBezTo>
                    <a:pt x="26" y="0"/>
                    <a:pt x="26" y="0"/>
                    <a:pt x="26" y="0"/>
                  </a:cubicBezTo>
                  <a:cubicBezTo>
                    <a:pt x="26" y="3"/>
                    <a:pt x="26" y="3"/>
                    <a:pt x="26" y="3"/>
                  </a:cubicBezTo>
                  <a:cubicBezTo>
                    <a:pt x="24" y="3"/>
                    <a:pt x="24" y="3"/>
                    <a:pt x="24" y="3"/>
                  </a:cubicBezTo>
                  <a:cubicBezTo>
                    <a:pt x="20" y="3"/>
                    <a:pt x="18" y="4"/>
                    <a:pt x="18" y="8"/>
                  </a:cubicBezTo>
                  <a:cubicBezTo>
                    <a:pt x="18" y="39"/>
                    <a:pt x="18" y="39"/>
                    <a:pt x="18" y="39"/>
                  </a:cubicBezTo>
                  <a:cubicBezTo>
                    <a:pt x="18" y="42"/>
                    <a:pt x="19" y="43"/>
                    <a:pt x="22" y="43"/>
                  </a:cubicBezTo>
                  <a:cubicBezTo>
                    <a:pt x="32" y="43"/>
                    <a:pt x="32" y="43"/>
                    <a:pt x="32" y="43"/>
                  </a:cubicBezTo>
                  <a:cubicBezTo>
                    <a:pt x="37" y="43"/>
                    <a:pt x="38" y="40"/>
                    <a:pt x="43" y="34"/>
                  </a:cubicBezTo>
                  <a:cubicBezTo>
                    <a:pt x="46" y="34"/>
                    <a:pt x="46" y="34"/>
                    <a:pt x="46" y="34"/>
                  </a:cubicBezTo>
                  <a:lnTo>
                    <a:pt x="41" y="4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31">
              <a:extLst>
                <a:ext uri="{FF2B5EF4-FFF2-40B4-BE49-F238E27FC236}">
                  <a16:creationId xmlns:a16="http://schemas.microsoft.com/office/drawing/2014/main" id="{3F73C545-CA6A-47E9-AE8E-B6F3EEEC5ED1}"/>
                </a:ext>
              </a:extLst>
            </p:cNvPr>
            <p:cNvSpPr>
              <a:spLocks noEditPoints="1"/>
            </p:cNvSpPr>
            <p:nvPr userDrawn="1"/>
          </p:nvSpPr>
          <p:spPr bwMode="white">
            <a:xfrm>
              <a:off x="3060" y="910"/>
              <a:ext cx="80" cy="72"/>
            </a:xfrm>
            <a:custGeom>
              <a:avLst/>
              <a:gdLst>
                <a:gd name="T0" fmla="*/ 41 w 56"/>
                <a:gd name="T1" fmla="*/ 0 h 50"/>
                <a:gd name="T2" fmla="*/ 80 w 56"/>
                <a:gd name="T3" fmla="*/ 36 h 50"/>
                <a:gd name="T4" fmla="*/ 39 w 56"/>
                <a:gd name="T5" fmla="*/ 72 h 50"/>
                <a:gd name="T6" fmla="*/ 0 w 56"/>
                <a:gd name="T7" fmla="*/ 37 h 50"/>
                <a:gd name="T8" fmla="*/ 41 w 56"/>
                <a:gd name="T9" fmla="*/ 0 h 50"/>
                <a:gd name="T10" fmla="*/ 41 w 56"/>
                <a:gd name="T11" fmla="*/ 68 h 50"/>
                <a:gd name="T12" fmla="*/ 64 w 56"/>
                <a:gd name="T13" fmla="*/ 39 h 50"/>
                <a:gd name="T14" fmla="*/ 39 w 56"/>
                <a:gd name="T15" fmla="*/ 6 h 50"/>
                <a:gd name="T16" fmla="*/ 16 w 56"/>
                <a:gd name="T17" fmla="*/ 33 h 50"/>
                <a:gd name="T18" fmla="*/ 41 w 56"/>
                <a:gd name="T19" fmla="*/ 68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5"/>
                  </a:cubicBezTo>
                  <a:cubicBezTo>
                    <a:pt x="56" y="38"/>
                    <a:pt x="46" y="50"/>
                    <a:pt x="27" y="50"/>
                  </a:cubicBezTo>
                  <a:cubicBezTo>
                    <a:pt x="10" y="50"/>
                    <a:pt x="0" y="39"/>
                    <a:pt x="0" y="26"/>
                  </a:cubicBezTo>
                  <a:cubicBezTo>
                    <a:pt x="0" y="11"/>
                    <a:pt x="12" y="0"/>
                    <a:pt x="29" y="0"/>
                  </a:cubicBezTo>
                  <a:close/>
                  <a:moveTo>
                    <a:pt x="29" y="47"/>
                  </a:moveTo>
                  <a:cubicBezTo>
                    <a:pt x="40" y="47"/>
                    <a:pt x="45" y="38"/>
                    <a:pt x="45" y="27"/>
                  </a:cubicBezTo>
                  <a:cubicBezTo>
                    <a:pt x="45" y="15"/>
                    <a:pt x="39" y="4"/>
                    <a:pt x="27" y="4"/>
                  </a:cubicBezTo>
                  <a:cubicBezTo>
                    <a:pt x="17" y="4"/>
                    <a:pt x="11" y="11"/>
                    <a:pt x="11" y="23"/>
                  </a:cubicBezTo>
                  <a:cubicBezTo>
                    <a:pt x="11" y="37"/>
                    <a:pt x="18" y="47"/>
                    <a:pt x="29"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32">
              <a:extLst>
                <a:ext uri="{FF2B5EF4-FFF2-40B4-BE49-F238E27FC236}">
                  <a16:creationId xmlns:a16="http://schemas.microsoft.com/office/drawing/2014/main" id="{225BE534-A041-4BDB-83B7-29ECFF54A218}"/>
                </a:ext>
              </a:extLst>
            </p:cNvPr>
            <p:cNvSpPr>
              <a:spLocks/>
            </p:cNvSpPr>
            <p:nvPr userDrawn="1"/>
          </p:nvSpPr>
          <p:spPr bwMode="white">
            <a:xfrm>
              <a:off x="3167" y="912"/>
              <a:ext cx="76" cy="70"/>
            </a:xfrm>
            <a:custGeom>
              <a:avLst/>
              <a:gdLst>
                <a:gd name="T0" fmla="*/ 76 w 53"/>
                <a:gd name="T1" fmla="*/ 40 h 49"/>
                <a:gd name="T2" fmla="*/ 69 w 53"/>
                <a:gd name="T3" fmla="*/ 47 h 49"/>
                <a:gd name="T4" fmla="*/ 69 w 53"/>
                <a:gd name="T5" fmla="*/ 63 h 49"/>
                <a:gd name="T6" fmla="*/ 40 w 53"/>
                <a:gd name="T7" fmla="*/ 70 h 49"/>
                <a:gd name="T8" fmla="*/ 0 w 53"/>
                <a:gd name="T9" fmla="*/ 34 h 49"/>
                <a:gd name="T10" fmla="*/ 39 w 53"/>
                <a:gd name="T11" fmla="*/ 0 h 49"/>
                <a:gd name="T12" fmla="*/ 63 w 53"/>
                <a:gd name="T13" fmla="*/ 3 h 49"/>
                <a:gd name="T14" fmla="*/ 66 w 53"/>
                <a:gd name="T15" fmla="*/ 1 h 49"/>
                <a:gd name="T16" fmla="*/ 69 w 53"/>
                <a:gd name="T17" fmla="*/ 1 h 49"/>
                <a:gd name="T18" fmla="*/ 69 w 53"/>
                <a:gd name="T19" fmla="*/ 21 h 49"/>
                <a:gd name="T20" fmla="*/ 65 w 53"/>
                <a:gd name="T21" fmla="*/ 21 h 49"/>
                <a:gd name="T22" fmla="*/ 42 w 53"/>
                <a:gd name="T23" fmla="*/ 4 h 49"/>
                <a:gd name="T24" fmla="*/ 16 w 53"/>
                <a:gd name="T25" fmla="*/ 34 h 49"/>
                <a:gd name="T26" fmla="*/ 42 w 53"/>
                <a:gd name="T27" fmla="*/ 66 h 49"/>
                <a:gd name="T28" fmla="*/ 54 w 53"/>
                <a:gd name="T29" fmla="*/ 63 h 49"/>
                <a:gd name="T30" fmla="*/ 54 w 53"/>
                <a:gd name="T31" fmla="*/ 47 h 49"/>
                <a:gd name="T32" fmla="*/ 40 w 53"/>
                <a:gd name="T33" fmla="*/ 40 h 49"/>
                <a:gd name="T34" fmla="*/ 40 w 53"/>
                <a:gd name="T35" fmla="*/ 36 h 49"/>
                <a:gd name="T36" fmla="*/ 76 w 53"/>
                <a:gd name="T37" fmla="*/ 36 h 49"/>
                <a:gd name="T38" fmla="*/ 76 w 53"/>
                <a:gd name="T39" fmla="*/ 40 h 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3" h="49">
                  <a:moveTo>
                    <a:pt x="53" y="28"/>
                  </a:moveTo>
                  <a:cubicBezTo>
                    <a:pt x="49" y="28"/>
                    <a:pt x="48" y="30"/>
                    <a:pt x="48" y="33"/>
                  </a:cubicBezTo>
                  <a:cubicBezTo>
                    <a:pt x="48" y="44"/>
                    <a:pt x="48" y="44"/>
                    <a:pt x="48" y="44"/>
                  </a:cubicBezTo>
                  <a:cubicBezTo>
                    <a:pt x="43" y="47"/>
                    <a:pt x="35" y="49"/>
                    <a:pt x="28" y="49"/>
                  </a:cubicBezTo>
                  <a:cubicBezTo>
                    <a:pt x="9" y="49"/>
                    <a:pt x="0" y="38"/>
                    <a:pt x="0" y="24"/>
                  </a:cubicBezTo>
                  <a:cubicBezTo>
                    <a:pt x="0" y="10"/>
                    <a:pt x="11" y="0"/>
                    <a:pt x="27" y="0"/>
                  </a:cubicBezTo>
                  <a:cubicBezTo>
                    <a:pt x="35" y="0"/>
                    <a:pt x="41" y="2"/>
                    <a:pt x="44" y="2"/>
                  </a:cubicBezTo>
                  <a:cubicBezTo>
                    <a:pt x="45" y="2"/>
                    <a:pt x="46" y="2"/>
                    <a:pt x="46" y="1"/>
                  </a:cubicBezTo>
                  <a:cubicBezTo>
                    <a:pt x="48" y="1"/>
                    <a:pt x="48" y="1"/>
                    <a:pt x="48" y="1"/>
                  </a:cubicBezTo>
                  <a:cubicBezTo>
                    <a:pt x="48" y="15"/>
                    <a:pt x="48" y="15"/>
                    <a:pt x="48" y="15"/>
                  </a:cubicBezTo>
                  <a:cubicBezTo>
                    <a:pt x="45" y="15"/>
                    <a:pt x="45" y="15"/>
                    <a:pt x="45" y="15"/>
                  </a:cubicBezTo>
                  <a:cubicBezTo>
                    <a:pt x="43" y="7"/>
                    <a:pt x="37" y="3"/>
                    <a:pt x="29" y="3"/>
                  </a:cubicBezTo>
                  <a:cubicBezTo>
                    <a:pt x="18" y="3"/>
                    <a:pt x="11" y="11"/>
                    <a:pt x="11" y="24"/>
                  </a:cubicBezTo>
                  <a:cubicBezTo>
                    <a:pt x="11" y="36"/>
                    <a:pt x="19" y="46"/>
                    <a:pt x="29" y="46"/>
                  </a:cubicBezTo>
                  <a:cubicBezTo>
                    <a:pt x="32" y="46"/>
                    <a:pt x="36" y="45"/>
                    <a:pt x="38" y="44"/>
                  </a:cubicBezTo>
                  <a:cubicBezTo>
                    <a:pt x="38" y="33"/>
                    <a:pt x="38" y="33"/>
                    <a:pt x="38" y="33"/>
                  </a:cubicBezTo>
                  <a:cubicBezTo>
                    <a:pt x="38" y="29"/>
                    <a:pt x="36" y="28"/>
                    <a:pt x="28" y="28"/>
                  </a:cubicBezTo>
                  <a:cubicBezTo>
                    <a:pt x="28" y="25"/>
                    <a:pt x="28" y="25"/>
                    <a:pt x="28" y="25"/>
                  </a:cubicBezTo>
                  <a:cubicBezTo>
                    <a:pt x="53" y="25"/>
                    <a:pt x="53" y="25"/>
                    <a:pt x="53" y="25"/>
                  </a:cubicBezTo>
                  <a:lnTo>
                    <a:pt x="5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33">
              <a:extLst>
                <a:ext uri="{FF2B5EF4-FFF2-40B4-BE49-F238E27FC236}">
                  <a16:creationId xmlns:a16="http://schemas.microsoft.com/office/drawing/2014/main" id="{4C84C54F-488F-41F8-A54A-A992038F0C72}"/>
                </a:ext>
              </a:extLst>
            </p:cNvPr>
            <p:cNvSpPr>
              <a:spLocks/>
            </p:cNvSpPr>
            <p:nvPr userDrawn="1"/>
          </p:nvSpPr>
          <p:spPr bwMode="white">
            <a:xfrm>
              <a:off x="3263" y="913"/>
              <a:ext cx="79" cy="67"/>
            </a:xfrm>
            <a:custGeom>
              <a:avLst/>
              <a:gdLst>
                <a:gd name="T0" fmla="*/ 49 w 55"/>
                <a:gd name="T1" fmla="*/ 56 h 47"/>
                <a:gd name="T2" fmla="*/ 59 w 55"/>
                <a:gd name="T3" fmla="*/ 63 h 47"/>
                <a:gd name="T4" fmla="*/ 60 w 55"/>
                <a:gd name="T5" fmla="*/ 63 h 47"/>
                <a:gd name="T6" fmla="*/ 60 w 55"/>
                <a:gd name="T7" fmla="*/ 67 h 47"/>
                <a:gd name="T8" fmla="*/ 23 w 55"/>
                <a:gd name="T9" fmla="*/ 67 h 47"/>
                <a:gd name="T10" fmla="*/ 23 w 55"/>
                <a:gd name="T11" fmla="*/ 63 h 47"/>
                <a:gd name="T12" fmla="*/ 26 w 55"/>
                <a:gd name="T13" fmla="*/ 63 h 47"/>
                <a:gd name="T14" fmla="*/ 33 w 55"/>
                <a:gd name="T15" fmla="*/ 56 h 47"/>
                <a:gd name="T16" fmla="*/ 33 w 55"/>
                <a:gd name="T17" fmla="*/ 40 h 47"/>
                <a:gd name="T18" fmla="*/ 10 w 55"/>
                <a:gd name="T19" fmla="*/ 9 h 47"/>
                <a:gd name="T20" fmla="*/ 0 w 55"/>
                <a:gd name="T21" fmla="*/ 4 h 47"/>
                <a:gd name="T22" fmla="*/ 0 w 55"/>
                <a:gd name="T23" fmla="*/ 4 h 47"/>
                <a:gd name="T24" fmla="*/ 0 w 55"/>
                <a:gd name="T25" fmla="*/ 0 h 47"/>
                <a:gd name="T26" fmla="*/ 34 w 55"/>
                <a:gd name="T27" fmla="*/ 0 h 47"/>
                <a:gd name="T28" fmla="*/ 34 w 55"/>
                <a:gd name="T29" fmla="*/ 4 h 47"/>
                <a:gd name="T30" fmla="*/ 33 w 55"/>
                <a:gd name="T31" fmla="*/ 4 h 47"/>
                <a:gd name="T32" fmla="*/ 29 w 55"/>
                <a:gd name="T33" fmla="*/ 10 h 47"/>
                <a:gd name="T34" fmla="*/ 46 w 55"/>
                <a:gd name="T35" fmla="*/ 33 h 47"/>
                <a:gd name="T36" fmla="*/ 59 w 55"/>
                <a:gd name="T37" fmla="*/ 13 h 47"/>
                <a:gd name="T38" fmla="*/ 55 w 55"/>
                <a:gd name="T39" fmla="*/ 4 h 47"/>
                <a:gd name="T40" fmla="*/ 53 w 55"/>
                <a:gd name="T41" fmla="*/ 4 h 47"/>
                <a:gd name="T42" fmla="*/ 53 w 55"/>
                <a:gd name="T43" fmla="*/ 0 h 47"/>
                <a:gd name="T44" fmla="*/ 79 w 55"/>
                <a:gd name="T45" fmla="*/ 0 h 47"/>
                <a:gd name="T46" fmla="*/ 79 w 55"/>
                <a:gd name="T47" fmla="*/ 4 h 47"/>
                <a:gd name="T48" fmla="*/ 68 w 55"/>
                <a:gd name="T49" fmla="*/ 11 h 47"/>
                <a:gd name="T50" fmla="*/ 49 w 55"/>
                <a:gd name="T51" fmla="*/ 40 h 47"/>
                <a:gd name="T52" fmla="*/ 49 w 55"/>
                <a:gd name="T53" fmla="*/ 56 h 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5" h="47">
                  <a:moveTo>
                    <a:pt x="34" y="39"/>
                  </a:moveTo>
                  <a:cubicBezTo>
                    <a:pt x="34" y="42"/>
                    <a:pt x="35" y="44"/>
                    <a:pt x="41" y="44"/>
                  </a:cubicBezTo>
                  <a:cubicBezTo>
                    <a:pt x="42" y="44"/>
                    <a:pt x="42" y="44"/>
                    <a:pt x="42" y="44"/>
                  </a:cubicBezTo>
                  <a:cubicBezTo>
                    <a:pt x="42" y="47"/>
                    <a:pt x="42" y="47"/>
                    <a:pt x="42" y="47"/>
                  </a:cubicBezTo>
                  <a:cubicBezTo>
                    <a:pt x="16" y="47"/>
                    <a:pt x="16" y="47"/>
                    <a:pt x="16" y="47"/>
                  </a:cubicBezTo>
                  <a:cubicBezTo>
                    <a:pt x="16" y="44"/>
                    <a:pt x="16" y="44"/>
                    <a:pt x="16" y="44"/>
                  </a:cubicBezTo>
                  <a:cubicBezTo>
                    <a:pt x="18" y="44"/>
                    <a:pt x="18" y="44"/>
                    <a:pt x="18" y="44"/>
                  </a:cubicBezTo>
                  <a:cubicBezTo>
                    <a:pt x="22" y="44"/>
                    <a:pt x="23" y="42"/>
                    <a:pt x="23" y="39"/>
                  </a:cubicBezTo>
                  <a:cubicBezTo>
                    <a:pt x="23" y="28"/>
                    <a:pt x="23" y="28"/>
                    <a:pt x="23" y="28"/>
                  </a:cubicBezTo>
                  <a:cubicBezTo>
                    <a:pt x="7" y="6"/>
                    <a:pt x="7" y="6"/>
                    <a:pt x="7" y="6"/>
                  </a:cubicBezTo>
                  <a:cubicBezTo>
                    <a:pt x="5" y="3"/>
                    <a:pt x="4" y="3"/>
                    <a:pt x="0" y="3"/>
                  </a:cubicBezTo>
                  <a:cubicBezTo>
                    <a:pt x="0" y="3"/>
                    <a:pt x="0" y="3"/>
                    <a:pt x="0" y="3"/>
                  </a:cubicBezTo>
                  <a:cubicBezTo>
                    <a:pt x="0" y="0"/>
                    <a:pt x="0" y="0"/>
                    <a:pt x="0" y="0"/>
                  </a:cubicBezTo>
                  <a:cubicBezTo>
                    <a:pt x="24" y="0"/>
                    <a:pt x="24" y="0"/>
                    <a:pt x="24" y="0"/>
                  </a:cubicBezTo>
                  <a:cubicBezTo>
                    <a:pt x="24" y="3"/>
                    <a:pt x="24" y="3"/>
                    <a:pt x="24" y="3"/>
                  </a:cubicBezTo>
                  <a:cubicBezTo>
                    <a:pt x="23" y="3"/>
                    <a:pt x="23" y="3"/>
                    <a:pt x="23" y="3"/>
                  </a:cubicBezTo>
                  <a:cubicBezTo>
                    <a:pt x="19" y="3"/>
                    <a:pt x="18" y="5"/>
                    <a:pt x="20" y="7"/>
                  </a:cubicBezTo>
                  <a:cubicBezTo>
                    <a:pt x="32" y="23"/>
                    <a:pt x="32" y="23"/>
                    <a:pt x="32" y="23"/>
                  </a:cubicBezTo>
                  <a:cubicBezTo>
                    <a:pt x="41" y="9"/>
                    <a:pt x="41" y="9"/>
                    <a:pt x="41" y="9"/>
                  </a:cubicBezTo>
                  <a:cubicBezTo>
                    <a:pt x="43" y="6"/>
                    <a:pt x="44" y="3"/>
                    <a:pt x="38" y="3"/>
                  </a:cubicBezTo>
                  <a:cubicBezTo>
                    <a:pt x="37" y="3"/>
                    <a:pt x="37" y="3"/>
                    <a:pt x="37" y="3"/>
                  </a:cubicBezTo>
                  <a:cubicBezTo>
                    <a:pt x="37" y="0"/>
                    <a:pt x="37" y="0"/>
                    <a:pt x="37" y="0"/>
                  </a:cubicBezTo>
                  <a:cubicBezTo>
                    <a:pt x="55" y="0"/>
                    <a:pt x="55" y="0"/>
                    <a:pt x="55" y="0"/>
                  </a:cubicBezTo>
                  <a:cubicBezTo>
                    <a:pt x="55" y="3"/>
                    <a:pt x="55" y="3"/>
                    <a:pt x="55" y="3"/>
                  </a:cubicBezTo>
                  <a:cubicBezTo>
                    <a:pt x="51" y="3"/>
                    <a:pt x="50" y="4"/>
                    <a:pt x="47" y="8"/>
                  </a:cubicBezTo>
                  <a:cubicBezTo>
                    <a:pt x="34" y="28"/>
                    <a:pt x="34" y="28"/>
                    <a:pt x="34" y="28"/>
                  </a:cubicBezTo>
                  <a:lnTo>
                    <a:pt x="3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34">
              <a:extLst>
                <a:ext uri="{FF2B5EF4-FFF2-40B4-BE49-F238E27FC236}">
                  <a16:creationId xmlns:a16="http://schemas.microsoft.com/office/drawing/2014/main" id="{4AC7599A-5F54-4F06-BD6F-B75A43D93446}"/>
                </a:ext>
              </a:extLst>
            </p:cNvPr>
            <p:cNvSpPr>
              <a:spLocks/>
            </p:cNvSpPr>
            <p:nvPr userDrawn="1"/>
          </p:nvSpPr>
          <p:spPr bwMode="white">
            <a:xfrm>
              <a:off x="3416" y="912"/>
              <a:ext cx="50" cy="70"/>
            </a:xfrm>
            <a:custGeom>
              <a:avLst/>
              <a:gdLst>
                <a:gd name="T0" fmla="*/ 0 w 35"/>
                <a:gd name="T1" fmla="*/ 49 h 49"/>
                <a:gd name="T2" fmla="*/ 4 w 35"/>
                <a:gd name="T3" fmla="*/ 49 h 49"/>
                <a:gd name="T4" fmla="*/ 23 w 35"/>
                <a:gd name="T5" fmla="*/ 66 h 49"/>
                <a:gd name="T6" fmla="*/ 36 w 35"/>
                <a:gd name="T7" fmla="*/ 54 h 49"/>
                <a:gd name="T8" fmla="*/ 1 w 35"/>
                <a:gd name="T9" fmla="*/ 17 h 49"/>
                <a:gd name="T10" fmla="*/ 23 w 35"/>
                <a:gd name="T11" fmla="*/ 0 h 49"/>
                <a:gd name="T12" fmla="*/ 40 w 35"/>
                <a:gd name="T13" fmla="*/ 3 h 49"/>
                <a:gd name="T14" fmla="*/ 41 w 35"/>
                <a:gd name="T15" fmla="*/ 1 h 49"/>
                <a:gd name="T16" fmla="*/ 44 w 35"/>
                <a:gd name="T17" fmla="*/ 1 h 49"/>
                <a:gd name="T18" fmla="*/ 46 w 35"/>
                <a:gd name="T19" fmla="*/ 19 h 49"/>
                <a:gd name="T20" fmla="*/ 41 w 35"/>
                <a:gd name="T21" fmla="*/ 19 h 49"/>
                <a:gd name="T22" fmla="*/ 36 w 35"/>
                <a:gd name="T23" fmla="*/ 9 h 49"/>
                <a:gd name="T24" fmla="*/ 24 w 35"/>
                <a:gd name="T25" fmla="*/ 4 h 49"/>
                <a:gd name="T26" fmla="*/ 13 w 35"/>
                <a:gd name="T27" fmla="*/ 11 h 49"/>
                <a:gd name="T28" fmla="*/ 44 w 35"/>
                <a:gd name="T29" fmla="*/ 36 h 49"/>
                <a:gd name="T30" fmla="*/ 50 w 35"/>
                <a:gd name="T31" fmla="*/ 50 h 49"/>
                <a:gd name="T32" fmla="*/ 27 w 35"/>
                <a:gd name="T33" fmla="*/ 70 h 49"/>
                <a:gd name="T34" fmla="*/ 9 w 35"/>
                <a:gd name="T35" fmla="*/ 67 h 49"/>
                <a:gd name="T36" fmla="*/ 6 w 35"/>
                <a:gd name="T37" fmla="*/ 69 h 49"/>
                <a:gd name="T38" fmla="*/ 3 w 35"/>
                <a:gd name="T39" fmla="*/ 69 h 49"/>
                <a:gd name="T40" fmla="*/ 0 w 35"/>
                <a:gd name="T41" fmla="*/ 49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 h="49">
                  <a:moveTo>
                    <a:pt x="0" y="34"/>
                  </a:moveTo>
                  <a:cubicBezTo>
                    <a:pt x="3" y="34"/>
                    <a:pt x="3" y="34"/>
                    <a:pt x="3" y="34"/>
                  </a:cubicBezTo>
                  <a:cubicBezTo>
                    <a:pt x="6" y="42"/>
                    <a:pt x="10" y="46"/>
                    <a:pt x="16" y="46"/>
                  </a:cubicBezTo>
                  <a:cubicBezTo>
                    <a:pt x="21" y="46"/>
                    <a:pt x="25" y="42"/>
                    <a:pt x="25" y="38"/>
                  </a:cubicBezTo>
                  <a:cubicBezTo>
                    <a:pt x="25" y="27"/>
                    <a:pt x="1" y="27"/>
                    <a:pt x="1" y="12"/>
                  </a:cubicBezTo>
                  <a:cubicBezTo>
                    <a:pt x="1" y="5"/>
                    <a:pt x="7" y="0"/>
                    <a:pt x="16" y="0"/>
                  </a:cubicBezTo>
                  <a:cubicBezTo>
                    <a:pt x="22" y="0"/>
                    <a:pt x="26" y="2"/>
                    <a:pt x="28" y="2"/>
                  </a:cubicBezTo>
                  <a:cubicBezTo>
                    <a:pt x="28" y="2"/>
                    <a:pt x="29" y="1"/>
                    <a:pt x="29" y="1"/>
                  </a:cubicBezTo>
                  <a:cubicBezTo>
                    <a:pt x="31" y="1"/>
                    <a:pt x="31" y="1"/>
                    <a:pt x="31" y="1"/>
                  </a:cubicBezTo>
                  <a:cubicBezTo>
                    <a:pt x="32" y="13"/>
                    <a:pt x="32" y="13"/>
                    <a:pt x="32" y="13"/>
                  </a:cubicBezTo>
                  <a:cubicBezTo>
                    <a:pt x="29" y="13"/>
                    <a:pt x="29" y="13"/>
                    <a:pt x="29" y="13"/>
                  </a:cubicBezTo>
                  <a:cubicBezTo>
                    <a:pt x="28" y="10"/>
                    <a:pt x="27" y="7"/>
                    <a:pt x="25" y="6"/>
                  </a:cubicBezTo>
                  <a:cubicBezTo>
                    <a:pt x="23" y="4"/>
                    <a:pt x="20" y="3"/>
                    <a:pt x="17" y="3"/>
                  </a:cubicBezTo>
                  <a:cubicBezTo>
                    <a:pt x="13" y="3"/>
                    <a:pt x="9" y="5"/>
                    <a:pt x="9" y="8"/>
                  </a:cubicBezTo>
                  <a:cubicBezTo>
                    <a:pt x="9" y="15"/>
                    <a:pt x="22" y="16"/>
                    <a:pt x="31" y="25"/>
                  </a:cubicBezTo>
                  <a:cubicBezTo>
                    <a:pt x="34" y="28"/>
                    <a:pt x="35" y="31"/>
                    <a:pt x="35" y="35"/>
                  </a:cubicBezTo>
                  <a:cubicBezTo>
                    <a:pt x="35" y="43"/>
                    <a:pt x="28" y="49"/>
                    <a:pt x="19" y="49"/>
                  </a:cubicBezTo>
                  <a:cubicBezTo>
                    <a:pt x="13" y="49"/>
                    <a:pt x="7" y="47"/>
                    <a:pt x="6" y="47"/>
                  </a:cubicBezTo>
                  <a:cubicBezTo>
                    <a:pt x="5" y="47"/>
                    <a:pt x="4" y="47"/>
                    <a:pt x="4" y="48"/>
                  </a:cubicBezTo>
                  <a:cubicBezTo>
                    <a:pt x="2" y="48"/>
                    <a:pt x="2" y="48"/>
                    <a:pt x="2" y="48"/>
                  </a:cubicBez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35">
              <a:extLst>
                <a:ext uri="{FF2B5EF4-FFF2-40B4-BE49-F238E27FC236}">
                  <a16:creationId xmlns:a16="http://schemas.microsoft.com/office/drawing/2014/main" id="{DFA25419-2F67-4D46-AEA1-810B69779619}"/>
                </a:ext>
              </a:extLst>
            </p:cNvPr>
            <p:cNvSpPr>
              <a:spLocks/>
            </p:cNvSpPr>
            <p:nvPr userDrawn="1"/>
          </p:nvSpPr>
          <p:spPr bwMode="white">
            <a:xfrm>
              <a:off x="3486" y="913"/>
              <a:ext cx="67" cy="67"/>
            </a:xfrm>
            <a:custGeom>
              <a:avLst/>
              <a:gdLst>
                <a:gd name="T0" fmla="*/ 51 w 47"/>
                <a:gd name="T1" fmla="*/ 6 h 47"/>
                <a:gd name="T2" fmla="*/ 29 w 47"/>
                <a:gd name="T3" fmla="*/ 6 h 47"/>
                <a:gd name="T4" fmla="*/ 29 w 47"/>
                <a:gd name="T5" fmla="*/ 30 h 47"/>
                <a:gd name="T6" fmla="*/ 46 w 47"/>
                <a:gd name="T7" fmla="*/ 30 h 47"/>
                <a:gd name="T8" fmla="*/ 54 w 47"/>
                <a:gd name="T9" fmla="*/ 23 h 47"/>
                <a:gd name="T10" fmla="*/ 58 w 47"/>
                <a:gd name="T11" fmla="*/ 23 h 47"/>
                <a:gd name="T12" fmla="*/ 58 w 47"/>
                <a:gd name="T13" fmla="*/ 44 h 47"/>
                <a:gd name="T14" fmla="*/ 54 w 47"/>
                <a:gd name="T15" fmla="*/ 44 h 47"/>
                <a:gd name="T16" fmla="*/ 44 w 47"/>
                <a:gd name="T17" fmla="*/ 36 h 47"/>
                <a:gd name="T18" fmla="*/ 29 w 47"/>
                <a:gd name="T19" fmla="*/ 36 h 47"/>
                <a:gd name="T20" fmla="*/ 29 w 47"/>
                <a:gd name="T21" fmla="*/ 56 h 47"/>
                <a:gd name="T22" fmla="*/ 33 w 47"/>
                <a:gd name="T23" fmla="*/ 61 h 47"/>
                <a:gd name="T24" fmla="*/ 50 w 47"/>
                <a:gd name="T25" fmla="*/ 61 h 47"/>
                <a:gd name="T26" fmla="*/ 63 w 47"/>
                <a:gd name="T27" fmla="*/ 50 h 47"/>
                <a:gd name="T28" fmla="*/ 67 w 47"/>
                <a:gd name="T29" fmla="*/ 50 h 47"/>
                <a:gd name="T30" fmla="*/ 66 w 47"/>
                <a:gd name="T31" fmla="*/ 67 h 47"/>
                <a:gd name="T32" fmla="*/ 0 w 47"/>
                <a:gd name="T33" fmla="*/ 67 h 47"/>
                <a:gd name="T34" fmla="*/ 0 w 47"/>
                <a:gd name="T35" fmla="*/ 63 h 47"/>
                <a:gd name="T36" fmla="*/ 4 w 47"/>
                <a:gd name="T37" fmla="*/ 63 h 47"/>
                <a:gd name="T38" fmla="*/ 13 w 47"/>
                <a:gd name="T39" fmla="*/ 56 h 47"/>
                <a:gd name="T40" fmla="*/ 13 w 47"/>
                <a:gd name="T41" fmla="*/ 11 h 47"/>
                <a:gd name="T42" fmla="*/ 4 w 47"/>
                <a:gd name="T43" fmla="*/ 4 h 47"/>
                <a:gd name="T44" fmla="*/ 3 w 47"/>
                <a:gd name="T45" fmla="*/ 4 h 47"/>
                <a:gd name="T46" fmla="*/ 3 w 47"/>
                <a:gd name="T47" fmla="*/ 0 h 47"/>
                <a:gd name="T48" fmla="*/ 63 w 47"/>
                <a:gd name="T49" fmla="*/ 0 h 47"/>
                <a:gd name="T50" fmla="*/ 64 w 47"/>
                <a:gd name="T51" fmla="*/ 16 h 47"/>
                <a:gd name="T52" fmla="*/ 60 w 47"/>
                <a:gd name="T53" fmla="*/ 16 h 47"/>
                <a:gd name="T54" fmla="*/ 51 w 47"/>
                <a:gd name="T55" fmla="*/ 6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6"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3" y="43"/>
                  </a:cubicBezTo>
                  <a:cubicBezTo>
                    <a:pt x="35" y="43"/>
                    <a:pt x="35" y="43"/>
                    <a:pt x="35" y="43"/>
                  </a:cubicBezTo>
                  <a:cubicBezTo>
                    <a:pt x="40" y="43"/>
                    <a:pt x="43"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3" y="3"/>
                  </a:cubicBezTo>
                  <a:cubicBezTo>
                    <a:pt x="2" y="3"/>
                    <a:pt x="2" y="3"/>
                    <a:pt x="2" y="3"/>
                  </a:cubicBezTo>
                  <a:cubicBezTo>
                    <a:pt x="2" y="0"/>
                    <a:pt x="2" y="0"/>
                    <a:pt x="2" y="0"/>
                  </a:cubicBezTo>
                  <a:cubicBezTo>
                    <a:pt x="44" y="0"/>
                    <a:pt x="44" y="0"/>
                    <a:pt x="44" y="0"/>
                  </a:cubicBezTo>
                  <a:cubicBezTo>
                    <a:pt x="45" y="11"/>
                    <a:pt x="45" y="11"/>
                    <a:pt x="45" y="11"/>
                  </a:cubicBezTo>
                  <a:cubicBezTo>
                    <a:pt x="42" y="11"/>
                    <a:pt x="42" y="11"/>
                    <a:pt x="42" y="11"/>
                  </a:cubicBezTo>
                  <a:cubicBezTo>
                    <a:pt x="41" y="6"/>
                    <a:pt x="40" y="4"/>
                    <a:pt x="36"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36">
              <a:extLst>
                <a:ext uri="{FF2B5EF4-FFF2-40B4-BE49-F238E27FC236}">
                  <a16:creationId xmlns:a16="http://schemas.microsoft.com/office/drawing/2014/main" id="{725CFD74-E9AD-4835-AD18-81699804FD29}"/>
                </a:ext>
              </a:extLst>
            </p:cNvPr>
            <p:cNvSpPr>
              <a:spLocks noEditPoints="1"/>
            </p:cNvSpPr>
            <p:nvPr userDrawn="1"/>
          </p:nvSpPr>
          <p:spPr bwMode="white">
            <a:xfrm>
              <a:off x="3573" y="912"/>
              <a:ext cx="85" cy="70"/>
            </a:xfrm>
            <a:custGeom>
              <a:avLst/>
              <a:gdLst>
                <a:gd name="T0" fmla="*/ 26 w 59"/>
                <a:gd name="T1" fmla="*/ 57 h 49"/>
                <a:gd name="T2" fmla="*/ 35 w 59"/>
                <a:gd name="T3" fmla="*/ 64 h 49"/>
                <a:gd name="T4" fmla="*/ 39 w 59"/>
                <a:gd name="T5" fmla="*/ 64 h 49"/>
                <a:gd name="T6" fmla="*/ 39 w 59"/>
                <a:gd name="T7" fmla="*/ 69 h 49"/>
                <a:gd name="T8" fmla="*/ 0 w 59"/>
                <a:gd name="T9" fmla="*/ 69 h 49"/>
                <a:gd name="T10" fmla="*/ 0 w 59"/>
                <a:gd name="T11" fmla="*/ 64 h 49"/>
                <a:gd name="T12" fmla="*/ 1 w 59"/>
                <a:gd name="T13" fmla="*/ 64 h 49"/>
                <a:gd name="T14" fmla="*/ 12 w 59"/>
                <a:gd name="T15" fmla="*/ 57 h 49"/>
                <a:gd name="T16" fmla="*/ 12 w 59"/>
                <a:gd name="T17" fmla="*/ 14 h 49"/>
                <a:gd name="T18" fmla="*/ 3 w 59"/>
                <a:gd name="T19" fmla="*/ 6 h 49"/>
                <a:gd name="T20" fmla="*/ 0 w 59"/>
                <a:gd name="T21" fmla="*/ 6 h 49"/>
                <a:gd name="T22" fmla="*/ 0 w 59"/>
                <a:gd name="T23" fmla="*/ 1 h 49"/>
                <a:gd name="T24" fmla="*/ 14 w 59"/>
                <a:gd name="T25" fmla="*/ 0 h 49"/>
                <a:gd name="T26" fmla="*/ 32 w 59"/>
                <a:gd name="T27" fmla="*/ 0 h 49"/>
                <a:gd name="T28" fmla="*/ 63 w 59"/>
                <a:gd name="T29" fmla="*/ 7 h 49"/>
                <a:gd name="T30" fmla="*/ 68 w 59"/>
                <a:gd name="T31" fmla="*/ 20 h 49"/>
                <a:gd name="T32" fmla="*/ 52 w 59"/>
                <a:gd name="T33" fmla="*/ 37 h 49"/>
                <a:gd name="T34" fmla="*/ 71 w 59"/>
                <a:gd name="T35" fmla="*/ 59 h 49"/>
                <a:gd name="T36" fmla="*/ 85 w 59"/>
                <a:gd name="T37" fmla="*/ 66 h 49"/>
                <a:gd name="T38" fmla="*/ 85 w 59"/>
                <a:gd name="T39" fmla="*/ 70 h 49"/>
                <a:gd name="T40" fmla="*/ 78 w 59"/>
                <a:gd name="T41" fmla="*/ 70 h 49"/>
                <a:gd name="T42" fmla="*/ 53 w 59"/>
                <a:gd name="T43" fmla="*/ 63 h 49"/>
                <a:gd name="T44" fmla="*/ 35 w 59"/>
                <a:gd name="T45" fmla="*/ 40 h 49"/>
                <a:gd name="T46" fmla="*/ 26 w 59"/>
                <a:gd name="T47" fmla="*/ 40 h 49"/>
                <a:gd name="T48" fmla="*/ 26 w 59"/>
                <a:gd name="T49" fmla="*/ 57 h 49"/>
                <a:gd name="T50" fmla="*/ 26 w 59"/>
                <a:gd name="T51" fmla="*/ 36 h 49"/>
                <a:gd name="T52" fmla="*/ 30 w 59"/>
                <a:gd name="T53" fmla="*/ 36 h 49"/>
                <a:gd name="T54" fmla="*/ 52 w 59"/>
                <a:gd name="T55" fmla="*/ 20 h 49"/>
                <a:gd name="T56" fmla="*/ 32 w 59"/>
                <a:gd name="T57" fmla="*/ 4 h 49"/>
                <a:gd name="T58" fmla="*/ 26 w 59"/>
                <a:gd name="T59" fmla="*/ 4 h 49"/>
                <a:gd name="T60" fmla="*/ 26 w 59"/>
                <a:gd name="T61" fmla="*/ 36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9" h="49">
                  <a:moveTo>
                    <a:pt x="18" y="40"/>
                  </a:moveTo>
                  <a:cubicBezTo>
                    <a:pt x="18" y="44"/>
                    <a:pt x="20" y="45"/>
                    <a:pt x="24" y="45"/>
                  </a:cubicBezTo>
                  <a:cubicBezTo>
                    <a:pt x="27" y="45"/>
                    <a:pt x="27" y="45"/>
                    <a:pt x="27" y="45"/>
                  </a:cubicBezTo>
                  <a:cubicBezTo>
                    <a:pt x="27" y="48"/>
                    <a:pt x="27" y="48"/>
                    <a:pt x="27" y="48"/>
                  </a:cubicBezTo>
                  <a:cubicBezTo>
                    <a:pt x="0" y="48"/>
                    <a:pt x="0" y="48"/>
                    <a:pt x="0" y="48"/>
                  </a:cubicBezTo>
                  <a:cubicBezTo>
                    <a:pt x="0" y="45"/>
                    <a:pt x="0" y="45"/>
                    <a:pt x="0" y="45"/>
                  </a:cubicBezTo>
                  <a:cubicBezTo>
                    <a:pt x="1" y="45"/>
                    <a:pt x="1" y="45"/>
                    <a:pt x="1" y="45"/>
                  </a:cubicBezTo>
                  <a:cubicBezTo>
                    <a:pt x="6" y="45"/>
                    <a:pt x="8" y="44"/>
                    <a:pt x="8" y="40"/>
                  </a:cubicBezTo>
                  <a:cubicBezTo>
                    <a:pt x="8" y="10"/>
                    <a:pt x="8" y="10"/>
                    <a:pt x="8" y="10"/>
                  </a:cubicBezTo>
                  <a:cubicBezTo>
                    <a:pt x="8" y="6"/>
                    <a:pt x="7" y="4"/>
                    <a:pt x="2" y="4"/>
                  </a:cubicBezTo>
                  <a:cubicBezTo>
                    <a:pt x="0" y="4"/>
                    <a:pt x="0" y="4"/>
                    <a:pt x="0" y="4"/>
                  </a:cubicBezTo>
                  <a:cubicBezTo>
                    <a:pt x="0" y="1"/>
                    <a:pt x="0" y="1"/>
                    <a:pt x="0" y="1"/>
                  </a:cubicBezTo>
                  <a:cubicBezTo>
                    <a:pt x="4" y="1"/>
                    <a:pt x="7" y="0"/>
                    <a:pt x="10" y="0"/>
                  </a:cubicBezTo>
                  <a:cubicBezTo>
                    <a:pt x="14" y="0"/>
                    <a:pt x="20" y="0"/>
                    <a:pt x="22" y="0"/>
                  </a:cubicBezTo>
                  <a:cubicBezTo>
                    <a:pt x="34" y="0"/>
                    <a:pt x="40" y="1"/>
                    <a:pt x="44" y="5"/>
                  </a:cubicBezTo>
                  <a:cubicBezTo>
                    <a:pt x="46" y="7"/>
                    <a:pt x="47" y="10"/>
                    <a:pt x="47" y="14"/>
                  </a:cubicBezTo>
                  <a:cubicBezTo>
                    <a:pt x="47" y="19"/>
                    <a:pt x="43" y="24"/>
                    <a:pt x="36" y="26"/>
                  </a:cubicBezTo>
                  <a:cubicBezTo>
                    <a:pt x="41" y="30"/>
                    <a:pt x="44" y="36"/>
                    <a:pt x="49" y="41"/>
                  </a:cubicBezTo>
                  <a:cubicBezTo>
                    <a:pt x="52" y="45"/>
                    <a:pt x="54" y="46"/>
                    <a:pt x="59" y="46"/>
                  </a:cubicBezTo>
                  <a:cubicBezTo>
                    <a:pt x="59" y="49"/>
                    <a:pt x="59" y="49"/>
                    <a:pt x="59" y="49"/>
                  </a:cubicBezTo>
                  <a:cubicBezTo>
                    <a:pt x="57" y="49"/>
                    <a:pt x="57" y="49"/>
                    <a:pt x="54" y="49"/>
                  </a:cubicBezTo>
                  <a:cubicBezTo>
                    <a:pt x="45" y="49"/>
                    <a:pt x="41" y="48"/>
                    <a:pt x="37" y="44"/>
                  </a:cubicBezTo>
                  <a:cubicBezTo>
                    <a:pt x="34" y="40"/>
                    <a:pt x="29" y="32"/>
                    <a:pt x="24" y="28"/>
                  </a:cubicBezTo>
                  <a:cubicBezTo>
                    <a:pt x="18" y="28"/>
                    <a:pt x="18" y="28"/>
                    <a:pt x="18" y="28"/>
                  </a:cubicBezTo>
                  <a:lnTo>
                    <a:pt x="18" y="40"/>
                  </a:lnTo>
                  <a:close/>
                  <a:moveTo>
                    <a:pt x="18" y="25"/>
                  </a:moveTo>
                  <a:cubicBezTo>
                    <a:pt x="21" y="25"/>
                    <a:pt x="21" y="25"/>
                    <a:pt x="21" y="25"/>
                  </a:cubicBezTo>
                  <a:cubicBezTo>
                    <a:pt x="31" y="25"/>
                    <a:pt x="36" y="22"/>
                    <a:pt x="36" y="14"/>
                  </a:cubicBezTo>
                  <a:cubicBezTo>
                    <a:pt x="36" y="6"/>
                    <a:pt x="30" y="3"/>
                    <a:pt x="22" y="3"/>
                  </a:cubicBezTo>
                  <a:cubicBezTo>
                    <a:pt x="18" y="3"/>
                    <a:pt x="18" y="3"/>
                    <a:pt x="18" y="3"/>
                  </a:cubicBezTo>
                  <a:lnTo>
                    <a:pt x="18"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37">
              <a:extLst>
                <a:ext uri="{FF2B5EF4-FFF2-40B4-BE49-F238E27FC236}">
                  <a16:creationId xmlns:a16="http://schemas.microsoft.com/office/drawing/2014/main" id="{AFBE976B-03D2-4706-B7B3-E6A37C09A715}"/>
                </a:ext>
              </a:extLst>
            </p:cNvPr>
            <p:cNvSpPr>
              <a:spLocks/>
            </p:cNvSpPr>
            <p:nvPr userDrawn="1"/>
          </p:nvSpPr>
          <p:spPr bwMode="white">
            <a:xfrm>
              <a:off x="3659" y="913"/>
              <a:ext cx="82" cy="69"/>
            </a:xfrm>
            <a:custGeom>
              <a:avLst/>
              <a:gdLst>
                <a:gd name="T0" fmla="*/ 13 w 57"/>
                <a:gd name="T1" fmla="*/ 13 h 48"/>
                <a:gd name="T2" fmla="*/ 1 w 57"/>
                <a:gd name="T3" fmla="*/ 4 h 48"/>
                <a:gd name="T4" fmla="*/ 0 w 57"/>
                <a:gd name="T5" fmla="*/ 4 h 48"/>
                <a:gd name="T6" fmla="*/ 0 w 57"/>
                <a:gd name="T7" fmla="*/ 0 h 48"/>
                <a:gd name="T8" fmla="*/ 39 w 57"/>
                <a:gd name="T9" fmla="*/ 0 h 48"/>
                <a:gd name="T10" fmla="*/ 39 w 57"/>
                <a:gd name="T11" fmla="*/ 4 h 48"/>
                <a:gd name="T12" fmla="*/ 36 w 57"/>
                <a:gd name="T13" fmla="*/ 4 h 48"/>
                <a:gd name="T14" fmla="*/ 29 w 57"/>
                <a:gd name="T15" fmla="*/ 13 h 48"/>
                <a:gd name="T16" fmla="*/ 46 w 57"/>
                <a:gd name="T17" fmla="*/ 50 h 48"/>
                <a:gd name="T18" fmla="*/ 63 w 57"/>
                <a:gd name="T19" fmla="*/ 10 h 48"/>
                <a:gd name="T20" fmla="*/ 56 w 57"/>
                <a:gd name="T21" fmla="*/ 4 h 48"/>
                <a:gd name="T22" fmla="*/ 53 w 57"/>
                <a:gd name="T23" fmla="*/ 4 h 48"/>
                <a:gd name="T24" fmla="*/ 53 w 57"/>
                <a:gd name="T25" fmla="*/ 0 h 48"/>
                <a:gd name="T26" fmla="*/ 82 w 57"/>
                <a:gd name="T27" fmla="*/ 0 h 48"/>
                <a:gd name="T28" fmla="*/ 82 w 57"/>
                <a:gd name="T29" fmla="*/ 4 h 48"/>
                <a:gd name="T30" fmla="*/ 81 w 57"/>
                <a:gd name="T31" fmla="*/ 4 h 48"/>
                <a:gd name="T32" fmla="*/ 68 w 57"/>
                <a:gd name="T33" fmla="*/ 16 h 48"/>
                <a:gd name="T34" fmla="*/ 45 w 57"/>
                <a:gd name="T35" fmla="*/ 69 h 48"/>
                <a:gd name="T36" fmla="*/ 39 w 57"/>
                <a:gd name="T37" fmla="*/ 69 h 48"/>
                <a:gd name="T38" fmla="*/ 13 w 57"/>
                <a:gd name="T39" fmla="*/ 13 h 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7" h="48">
                  <a:moveTo>
                    <a:pt x="9" y="9"/>
                  </a:moveTo>
                  <a:cubicBezTo>
                    <a:pt x="6" y="4"/>
                    <a:pt x="5" y="3"/>
                    <a:pt x="1" y="3"/>
                  </a:cubicBezTo>
                  <a:cubicBezTo>
                    <a:pt x="0" y="3"/>
                    <a:pt x="0" y="3"/>
                    <a:pt x="0" y="3"/>
                  </a:cubicBezTo>
                  <a:cubicBezTo>
                    <a:pt x="0" y="0"/>
                    <a:pt x="0" y="0"/>
                    <a:pt x="0" y="0"/>
                  </a:cubicBezTo>
                  <a:cubicBezTo>
                    <a:pt x="27" y="0"/>
                    <a:pt x="27" y="0"/>
                    <a:pt x="27" y="0"/>
                  </a:cubicBezTo>
                  <a:cubicBezTo>
                    <a:pt x="27" y="3"/>
                    <a:pt x="27" y="3"/>
                    <a:pt x="27" y="3"/>
                  </a:cubicBezTo>
                  <a:cubicBezTo>
                    <a:pt x="25" y="3"/>
                    <a:pt x="25" y="3"/>
                    <a:pt x="25" y="3"/>
                  </a:cubicBezTo>
                  <a:cubicBezTo>
                    <a:pt x="19" y="3"/>
                    <a:pt x="18" y="5"/>
                    <a:pt x="20" y="9"/>
                  </a:cubicBezTo>
                  <a:cubicBezTo>
                    <a:pt x="32" y="35"/>
                    <a:pt x="32" y="35"/>
                    <a:pt x="32" y="35"/>
                  </a:cubicBezTo>
                  <a:cubicBezTo>
                    <a:pt x="44" y="7"/>
                    <a:pt x="44" y="7"/>
                    <a:pt x="44" y="7"/>
                  </a:cubicBezTo>
                  <a:cubicBezTo>
                    <a:pt x="45" y="4"/>
                    <a:pt x="43" y="3"/>
                    <a:pt x="39" y="3"/>
                  </a:cubicBezTo>
                  <a:cubicBezTo>
                    <a:pt x="37" y="3"/>
                    <a:pt x="37" y="3"/>
                    <a:pt x="37" y="3"/>
                  </a:cubicBezTo>
                  <a:cubicBezTo>
                    <a:pt x="37" y="0"/>
                    <a:pt x="37" y="0"/>
                    <a:pt x="37" y="0"/>
                  </a:cubicBezTo>
                  <a:cubicBezTo>
                    <a:pt x="57" y="0"/>
                    <a:pt x="57" y="0"/>
                    <a:pt x="57" y="0"/>
                  </a:cubicBezTo>
                  <a:cubicBezTo>
                    <a:pt x="57" y="3"/>
                    <a:pt x="57" y="3"/>
                    <a:pt x="57" y="3"/>
                  </a:cubicBezTo>
                  <a:cubicBezTo>
                    <a:pt x="56" y="3"/>
                    <a:pt x="56" y="3"/>
                    <a:pt x="56" y="3"/>
                  </a:cubicBezTo>
                  <a:cubicBezTo>
                    <a:pt x="52" y="3"/>
                    <a:pt x="50" y="5"/>
                    <a:pt x="47" y="11"/>
                  </a:cubicBezTo>
                  <a:cubicBezTo>
                    <a:pt x="31" y="48"/>
                    <a:pt x="31" y="48"/>
                    <a:pt x="31" y="48"/>
                  </a:cubicBezTo>
                  <a:cubicBezTo>
                    <a:pt x="27" y="48"/>
                    <a:pt x="27" y="48"/>
                    <a:pt x="27" y="48"/>
                  </a:cubicBezTo>
                  <a:lnTo>
                    <a:pt x="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38">
              <a:extLst>
                <a:ext uri="{FF2B5EF4-FFF2-40B4-BE49-F238E27FC236}">
                  <a16:creationId xmlns:a16="http://schemas.microsoft.com/office/drawing/2014/main" id="{2062B733-D626-45D4-888F-8D4027754829}"/>
                </a:ext>
              </a:extLst>
            </p:cNvPr>
            <p:cNvSpPr>
              <a:spLocks/>
            </p:cNvSpPr>
            <p:nvPr userDrawn="1"/>
          </p:nvSpPr>
          <p:spPr bwMode="white">
            <a:xfrm>
              <a:off x="3758" y="913"/>
              <a:ext cx="36" cy="67"/>
            </a:xfrm>
            <a:custGeom>
              <a:avLst/>
              <a:gdLst>
                <a:gd name="T0" fmla="*/ 0 w 25"/>
                <a:gd name="T1" fmla="*/ 0 h 47"/>
                <a:gd name="T2" fmla="*/ 36 w 25"/>
                <a:gd name="T3" fmla="*/ 0 h 47"/>
                <a:gd name="T4" fmla="*/ 36 w 25"/>
                <a:gd name="T5" fmla="*/ 4 h 47"/>
                <a:gd name="T6" fmla="*/ 33 w 25"/>
                <a:gd name="T7" fmla="*/ 4 h 47"/>
                <a:gd name="T8" fmla="*/ 26 w 25"/>
                <a:gd name="T9" fmla="*/ 11 h 47"/>
                <a:gd name="T10" fmla="*/ 26 w 25"/>
                <a:gd name="T11" fmla="*/ 56 h 47"/>
                <a:gd name="T12" fmla="*/ 35 w 25"/>
                <a:gd name="T13" fmla="*/ 63 h 47"/>
                <a:gd name="T14" fmla="*/ 36 w 25"/>
                <a:gd name="T15" fmla="*/ 63 h 47"/>
                <a:gd name="T16" fmla="*/ 36 w 25"/>
                <a:gd name="T17" fmla="*/ 67 h 47"/>
                <a:gd name="T18" fmla="*/ 0 w 25"/>
                <a:gd name="T19" fmla="*/ 67 h 47"/>
                <a:gd name="T20" fmla="*/ 0 w 25"/>
                <a:gd name="T21" fmla="*/ 63 h 47"/>
                <a:gd name="T22" fmla="*/ 3 w 25"/>
                <a:gd name="T23" fmla="*/ 63 h 47"/>
                <a:gd name="T24" fmla="*/ 10 w 25"/>
                <a:gd name="T25" fmla="*/ 56 h 47"/>
                <a:gd name="T26" fmla="*/ 10 w 25"/>
                <a:gd name="T27" fmla="*/ 11 h 47"/>
                <a:gd name="T28" fmla="*/ 1 w 25"/>
                <a:gd name="T29" fmla="*/ 4 h 47"/>
                <a:gd name="T30" fmla="*/ 0 w 25"/>
                <a:gd name="T31" fmla="*/ 4 h 47"/>
                <a:gd name="T32" fmla="*/ 0 w 25"/>
                <a:gd name="T33" fmla="*/ 0 h 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 h="47">
                  <a:moveTo>
                    <a:pt x="0" y="0"/>
                  </a:moveTo>
                  <a:cubicBezTo>
                    <a:pt x="25" y="0"/>
                    <a:pt x="25" y="0"/>
                    <a:pt x="25" y="0"/>
                  </a:cubicBezTo>
                  <a:cubicBezTo>
                    <a:pt x="25" y="3"/>
                    <a:pt x="25" y="3"/>
                    <a:pt x="25" y="3"/>
                  </a:cubicBezTo>
                  <a:cubicBezTo>
                    <a:pt x="23" y="3"/>
                    <a:pt x="23" y="3"/>
                    <a:pt x="23" y="3"/>
                  </a:cubicBezTo>
                  <a:cubicBezTo>
                    <a:pt x="19" y="3"/>
                    <a:pt x="18" y="4"/>
                    <a:pt x="18" y="8"/>
                  </a:cubicBezTo>
                  <a:cubicBezTo>
                    <a:pt x="18" y="39"/>
                    <a:pt x="18" y="39"/>
                    <a:pt x="18" y="39"/>
                  </a:cubicBezTo>
                  <a:cubicBezTo>
                    <a:pt x="18" y="42"/>
                    <a:pt x="19" y="44"/>
                    <a:pt x="24" y="44"/>
                  </a:cubicBezTo>
                  <a:cubicBezTo>
                    <a:pt x="25" y="44"/>
                    <a:pt x="25" y="44"/>
                    <a:pt x="25" y="44"/>
                  </a:cubicBezTo>
                  <a:cubicBezTo>
                    <a:pt x="25" y="47"/>
                    <a:pt x="25" y="47"/>
                    <a:pt x="25" y="47"/>
                  </a:cubicBezTo>
                  <a:cubicBezTo>
                    <a:pt x="0" y="47"/>
                    <a:pt x="0" y="47"/>
                    <a:pt x="0" y="47"/>
                  </a:cubicBezTo>
                  <a:cubicBezTo>
                    <a:pt x="0" y="44"/>
                    <a:pt x="0" y="44"/>
                    <a:pt x="0" y="44"/>
                  </a:cubicBezTo>
                  <a:cubicBezTo>
                    <a:pt x="2" y="44"/>
                    <a:pt x="2" y="44"/>
                    <a:pt x="2" y="44"/>
                  </a:cubicBezTo>
                  <a:cubicBezTo>
                    <a:pt x="6" y="44"/>
                    <a:pt x="7" y="42"/>
                    <a:pt x="7" y="39"/>
                  </a:cubicBezTo>
                  <a:cubicBezTo>
                    <a:pt x="7" y="8"/>
                    <a:pt x="7" y="8"/>
                    <a:pt x="7" y="8"/>
                  </a:cubicBezTo>
                  <a:cubicBezTo>
                    <a:pt x="7" y="4"/>
                    <a:pt x="6"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39">
              <a:extLst>
                <a:ext uri="{FF2B5EF4-FFF2-40B4-BE49-F238E27FC236}">
                  <a16:creationId xmlns:a16="http://schemas.microsoft.com/office/drawing/2014/main" id="{EB1987C9-C09D-4842-B185-DF8C06C9DFA7}"/>
                </a:ext>
              </a:extLst>
            </p:cNvPr>
            <p:cNvSpPr>
              <a:spLocks/>
            </p:cNvSpPr>
            <p:nvPr userDrawn="1"/>
          </p:nvSpPr>
          <p:spPr bwMode="white">
            <a:xfrm>
              <a:off x="3817" y="912"/>
              <a:ext cx="71" cy="70"/>
            </a:xfrm>
            <a:custGeom>
              <a:avLst/>
              <a:gdLst>
                <a:gd name="T0" fmla="*/ 71 w 50"/>
                <a:gd name="T1" fmla="*/ 50 h 49"/>
                <a:gd name="T2" fmla="*/ 64 w 50"/>
                <a:gd name="T3" fmla="*/ 69 h 49"/>
                <a:gd name="T4" fmla="*/ 58 w 50"/>
                <a:gd name="T5" fmla="*/ 69 h 49"/>
                <a:gd name="T6" fmla="*/ 40 w 50"/>
                <a:gd name="T7" fmla="*/ 70 h 49"/>
                <a:gd name="T8" fmla="*/ 0 w 50"/>
                <a:gd name="T9" fmla="*/ 36 h 49"/>
                <a:gd name="T10" fmla="*/ 41 w 50"/>
                <a:gd name="T11" fmla="*/ 0 h 49"/>
                <a:gd name="T12" fmla="*/ 62 w 50"/>
                <a:gd name="T13" fmla="*/ 4 h 49"/>
                <a:gd name="T14" fmla="*/ 64 w 50"/>
                <a:gd name="T15" fmla="*/ 3 h 49"/>
                <a:gd name="T16" fmla="*/ 67 w 50"/>
                <a:gd name="T17" fmla="*/ 3 h 49"/>
                <a:gd name="T18" fmla="*/ 68 w 50"/>
                <a:gd name="T19" fmla="*/ 21 h 49"/>
                <a:gd name="T20" fmla="*/ 64 w 50"/>
                <a:gd name="T21" fmla="*/ 21 h 49"/>
                <a:gd name="T22" fmla="*/ 43 w 50"/>
                <a:gd name="T23" fmla="*/ 6 h 49"/>
                <a:gd name="T24" fmla="*/ 16 w 50"/>
                <a:gd name="T25" fmla="*/ 34 h 49"/>
                <a:gd name="T26" fmla="*/ 44 w 50"/>
                <a:gd name="T27" fmla="*/ 66 h 49"/>
                <a:gd name="T28" fmla="*/ 67 w 50"/>
                <a:gd name="T29" fmla="*/ 50 h 49"/>
                <a:gd name="T30" fmla="*/ 71 w 50"/>
                <a:gd name="T31" fmla="*/ 50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0" h="49">
                  <a:moveTo>
                    <a:pt x="50" y="35"/>
                  </a:moveTo>
                  <a:cubicBezTo>
                    <a:pt x="49" y="39"/>
                    <a:pt x="47" y="44"/>
                    <a:pt x="45" y="48"/>
                  </a:cubicBezTo>
                  <a:cubicBezTo>
                    <a:pt x="44" y="48"/>
                    <a:pt x="43" y="48"/>
                    <a:pt x="41" y="48"/>
                  </a:cubicBezTo>
                  <a:cubicBezTo>
                    <a:pt x="37" y="48"/>
                    <a:pt x="33" y="49"/>
                    <a:pt x="28" y="49"/>
                  </a:cubicBezTo>
                  <a:cubicBezTo>
                    <a:pt x="12" y="49"/>
                    <a:pt x="0" y="38"/>
                    <a:pt x="0" y="25"/>
                  </a:cubicBezTo>
                  <a:cubicBezTo>
                    <a:pt x="0" y="11"/>
                    <a:pt x="13" y="0"/>
                    <a:pt x="29" y="0"/>
                  </a:cubicBezTo>
                  <a:cubicBezTo>
                    <a:pt x="37" y="0"/>
                    <a:pt x="42" y="3"/>
                    <a:pt x="44" y="3"/>
                  </a:cubicBezTo>
                  <a:cubicBezTo>
                    <a:pt x="44" y="3"/>
                    <a:pt x="45" y="3"/>
                    <a:pt x="45" y="2"/>
                  </a:cubicBezTo>
                  <a:cubicBezTo>
                    <a:pt x="47" y="2"/>
                    <a:pt x="47" y="2"/>
                    <a:pt x="47" y="2"/>
                  </a:cubicBezTo>
                  <a:cubicBezTo>
                    <a:pt x="48" y="15"/>
                    <a:pt x="48" y="15"/>
                    <a:pt x="48" y="15"/>
                  </a:cubicBezTo>
                  <a:cubicBezTo>
                    <a:pt x="45" y="15"/>
                    <a:pt x="45" y="15"/>
                    <a:pt x="45" y="15"/>
                  </a:cubicBezTo>
                  <a:cubicBezTo>
                    <a:pt x="43" y="8"/>
                    <a:pt x="37" y="4"/>
                    <a:pt x="30" y="4"/>
                  </a:cubicBezTo>
                  <a:cubicBezTo>
                    <a:pt x="19" y="4"/>
                    <a:pt x="11" y="12"/>
                    <a:pt x="11" y="24"/>
                  </a:cubicBezTo>
                  <a:cubicBezTo>
                    <a:pt x="11" y="36"/>
                    <a:pt x="20" y="46"/>
                    <a:pt x="31" y="46"/>
                  </a:cubicBezTo>
                  <a:cubicBezTo>
                    <a:pt x="38" y="46"/>
                    <a:pt x="43" y="41"/>
                    <a:pt x="47" y="35"/>
                  </a:cubicBezTo>
                  <a:lnTo>
                    <a:pt x="5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40">
              <a:extLst>
                <a:ext uri="{FF2B5EF4-FFF2-40B4-BE49-F238E27FC236}">
                  <a16:creationId xmlns:a16="http://schemas.microsoft.com/office/drawing/2014/main" id="{65B93244-E4DA-4E0B-B85F-BFFB5282689B}"/>
                </a:ext>
              </a:extLst>
            </p:cNvPr>
            <p:cNvSpPr>
              <a:spLocks/>
            </p:cNvSpPr>
            <p:nvPr userDrawn="1"/>
          </p:nvSpPr>
          <p:spPr bwMode="white">
            <a:xfrm>
              <a:off x="3907" y="913"/>
              <a:ext cx="67" cy="67"/>
            </a:xfrm>
            <a:custGeom>
              <a:avLst/>
              <a:gdLst>
                <a:gd name="T0" fmla="*/ 51 w 47"/>
                <a:gd name="T1" fmla="*/ 6 h 47"/>
                <a:gd name="T2" fmla="*/ 29 w 47"/>
                <a:gd name="T3" fmla="*/ 6 h 47"/>
                <a:gd name="T4" fmla="*/ 29 w 47"/>
                <a:gd name="T5" fmla="*/ 30 h 47"/>
                <a:gd name="T6" fmla="*/ 46 w 47"/>
                <a:gd name="T7" fmla="*/ 30 h 47"/>
                <a:gd name="T8" fmla="*/ 54 w 47"/>
                <a:gd name="T9" fmla="*/ 23 h 47"/>
                <a:gd name="T10" fmla="*/ 58 w 47"/>
                <a:gd name="T11" fmla="*/ 23 h 47"/>
                <a:gd name="T12" fmla="*/ 58 w 47"/>
                <a:gd name="T13" fmla="*/ 44 h 47"/>
                <a:gd name="T14" fmla="*/ 54 w 47"/>
                <a:gd name="T15" fmla="*/ 44 h 47"/>
                <a:gd name="T16" fmla="*/ 44 w 47"/>
                <a:gd name="T17" fmla="*/ 36 h 47"/>
                <a:gd name="T18" fmla="*/ 29 w 47"/>
                <a:gd name="T19" fmla="*/ 36 h 47"/>
                <a:gd name="T20" fmla="*/ 29 w 47"/>
                <a:gd name="T21" fmla="*/ 56 h 47"/>
                <a:gd name="T22" fmla="*/ 31 w 47"/>
                <a:gd name="T23" fmla="*/ 61 h 47"/>
                <a:gd name="T24" fmla="*/ 50 w 47"/>
                <a:gd name="T25" fmla="*/ 61 h 47"/>
                <a:gd name="T26" fmla="*/ 63 w 47"/>
                <a:gd name="T27" fmla="*/ 50 h 47"/>
                <a:gd name="T28" fmla="*/ 67 w 47"/>
                <a:gd name="T29" fmla="*/ 50 h 47"/>
                <a:gd name="T30" fmla="*/ 66 w 47"/>
                <a:gd name="T31" fmla="*/ 67 h 47"/>
                <a:gd name="T32" fmla="*/ 0 w 47"/>
                <a:gd name="T33" fmla="*/ 67 h 47"/>
                <a:gd name="T34" fmla="*/ 0 w 47"/>
                <a:gd name="T35" fmla="*/ 63 h 47"/>
                <a:gd name="T36" fmla="*/ 4 w 47"/>
                <a:gd name="T37" fmla="*/ 63 h 47"/>
                <a:gd name="T38" fmla="*/ 13 w 47"/>
                <a:gd name="T39" fmla="*/ 56 h 47"/>
                <a:gd name="T40" fmla="*/ 13 w 47"/>
                <a:gd name="T41" fmla="*/ 11 h 47"/>
                <a:gd name="T42" fmla="*/ 3 w 47"/>
                <a:gd name="T43" fmla="*/ 4 h 47"/>
                <a:gd name="T44" fmla="*/ 3 w 47"/>
                <a:gd name="T45" fmla="*/ 4 h 47"/>
                <a:gd name="T46" fmla="*/ 3 w 47"/>
                <a:gd name="T47" fmla="*/ 0 h 47"/>
                <a:gd name="T48" fmla="*/ 63 w 47"/>
                <a:gd name="T49" fmla="*/ 0 h 47"/>
                <a:gd name="T50" fmla="*/ 63 w 47"/>
                <a:gd name="T51" fmla="*/ 16 h 47"/>
                <a:gd name="T52" fmla="*/ 60 w 47"/>
                <a:gd name="T53" fmla="*/ 16 h 47"/>
                <a:gd name="T54" fmla="*/ 51 w 47"/>
                <a:gd name="T55" fmla="*/ 6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6"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2" y="43"/>
                  </a:cubicBezTo>
                  <a:cubicBezTo>
                    <a:pt x="35" y="43"/>
                    <a:pt x="35" y="43"/>
                    <a:pt x="35" y="43"/>
                  </a:cubicBezTo>
                  <a:cubicBezTo>
                    <a:pt x="40" y="43"/>
                    <a:pt x="42"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2" y="3"/>
                  </a:cubicBezTo>
                  <a:cubicBezTo>
                    <a:pt x="2" y="3"/>
                    <a:pt x="2" y="3"/>
                    <a:pt x="2" y="3"/>
                  </a:cubicBezTo>
                  <a:cubicBezTo>
                    <a:pt x="2" y="0"/>
                    <a:pt x="2" y="0"/>
                    <a:pt x="2" y="0"/>
                  </a:cubicBezTo>
                  <a:cubicBezTo>
                    <a:pt x="44" y="0"/>
                    <a:pt x="44" y="0"/>
                    <a:pt x="44" y="0"/>
                  </a:cubicBezTo>
                  <a:cubicBezTo>
                    <a:pt x="44" y="11"/>
                    <a:pt x="44" y="11"/>
                    <a:pt x="44" y="11"/>
                  </a:cubicBezTo>
                  <a:cubicBezTo>
                    <a:pt x="42" y="11"/>
                    <a:pt x="42" y="11"/>
                    <a:pt x="42" y="11"/>
                  </a:cubicBezTo>
                  <a:cubicBezTo>
                    <a:pt x="41" y="6"/>
                    <a:pt x="40" y="4"/>
                    <a:pt x="36"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41">
              <a:extLst>
                <a:ext uri="{FF2B5EF4-FFF2-40B4-BE49-F238E27FC236}">
                  <a16:creationId xmlns:a16="http://schemas.microsoft.com/office/drawing/2014/main" id="{1CEC14EE-61F4-454F-8D21-AA01C70A269E}"/>
                </a:ext>
              </a:extLst>
            </p:cNvPr>
            <p:cNvSpPr>
              <a:spLocks/>
            </p:cNvSpPr>
            <p:nvPr userDrawn="1"/>
          </p:nvSpPr>
          <p:spPr bwMode="white">
            <a:xfrm>
              <a:off x="4000" y="912"/>
              <a:ext cx="48" cy="70"/>
            </a:xfrm>
            <a:custGeom>
              <a:avLst/>
              <a:gdLst>
                <a:gd name="T0" fmla="*/ 0 w 34"/>
                <a:gd name="T1" fmla="*/ 49 h 49"/>
                <a:gd name="T2" fmla="*/ 3 w 34"/>
                <a:gd name="T3" fmla="*/ 49 h 49"/>
                <a:gd name="T4" fmla="*/ 23 w 34"/>
                <a:gd name="T5" fmla="*/ 66 h 49"/>
                <a:gd name="T6" fmla="*/ 34 w 34"/>
                <a:gd name="T7" fmla="*/ 54 h 49"/>
                <a:gd name="T8" fmla="*/ 0 w 34"/>
                <a:gd name="T9" fmla="*/ 17 h 49"/>
                <a:gd name="T10" fmla="*/ 21 w 34"/>
                <a:gd name="T11" fmla="*/ 0 h 49"/>
                <a:gd name="T12" fmla="*/ 38 w 34"/>
                <a:gd name="T13" fmla="*/ 3 h 49"/>
                <a:gd name="T14" fmla="*/ 41 w 34"/>
                <a:gd name="T15" fmla="*/ 1 h 49"/>
                <a:gd name="T16" fmla="*/ 42 w 34"/>
                <a:gd name="T17" fmla="*/ 1 h 49"/>
                <a:gd name="T18" fmla="*/ 45 w 34"/>
                <a:gd name="T19" fmla="*/ 19 h 49"/>
                <a:gd name="T20" fmla="*/ 41 w 34"/>
                <a:gd name="T21" fmla="*/ 19 h 49"/>
                <a:gd name="T22" fmla="*/ 34 w 34"/>
                <a:gd name="T23" fmla="*/ 9 h 49"/>
                <a:gd name="T24" fmla="*/ 23 w 34"/>
                <a:gd name="T25" fmla="*/ 4 h 49"/>
                <a:gd name="T26" fmla="*/ 13 w 34"/>
                <a:gd name="T27" fmla="*/ 11 h 49"/>
                <a:gd name="T28" fmla="*/ 42 w 34"/>
                <a:gd name="T29" fmla="*/ 36 h 49"/>
                <a:gd name="T30" fmla="*/ 48 w 34"/>
                <a:gd name="T31" fmla="*/ 50 h 49"/>
                <a:gd name="T32" fmla="*/ 25 w 34"/>
                <a:gd name="T33" fmla="*/ 70 h 49"/>
                <a:gd name="T34" fmla="*/ 7 w 34"/>
                <a:gd name="T35" fmla="*/ 67 h 49"/>
                <a:gd name="T36" fmla="*/ 4 w 34"/>
                <a:gd name="T37" fmla="*/ 69 h 49"/>
                <a:gd name="T38" fmla="*/ 1 w 34"/>
                <a:gd name="T39" fmla="*/ 69 h 49"/>
                <a:gd name="T40" fmla="*/ 0 w 34"/>
                <a:gd name="T41" fmla="*/ 49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 h="49">
                  <a:moveTo>
                    <a:pt x="0" y="34"/>
                  </a:moveTo>
                  <a:cubicBezTo>
                    <a:pt x="2" y="34"/>
                    <a:pt x="2" y="34"/>
                    <a:pt x="2" y="34"/>
                  </a:cubicBezTo>
                  <a:cubicBezTo>
                    <a:pt x="5" y="42"/>
                    <a:pt x="9" y="46"/>
                    <a:pt x="16" y="46"/>
                  </a:cubicBezTo>
                  <a:cubicBezTo>
                    <a:pt x="21" y="46"/>
                    <a:pt x="24" y="42"/>
                    <a:pt x="24" y="38"/>
                  </a:cubicBezTo>
                  <a:cubicBezTo>
                    <a:pt x="24" y="27"/>
                    <a:pt x="0" y="27"/>
                    <a:pt x="0" y="12"/>
                  </a:cubicBezTo>
                  <a:cubicBezTo>
                    <a:pt x="0" y="5"/>
                    <a:pt x="6" y="0"/>
                    <a:pt x="15" y="0"/>
                  </a:cubicBezTo>
                  <a:cubicBezTo>
                    <a:pt x="21" y="0"/>
                    <a:pt x="26" y="2"/>
                    <a:pt x="27" y="2"/>
                  </a:cubicBezTo>
                  <a:cubicBezTo>
                    <a:pt x="27" y="2"/>
                    <a:pt x="28" y="1"/>
                    <a:pt x="29" y="1"/>
                  </a:cubicBezTo>
                  <a:cubicBezTo>
                    <a:pt x="30" y="1"/>
                    <a:pt x="30" y="1"/>
                    <a:pt x="30" y="1"/>
                  </a:cubicBezTo>
                  <a:cubicBezTo>
                    <a:pt x="32" y="13"/>
                    <a:pt x="32" y="13"/>
                    <a:pt x="32" y="13"/>
                  </a:cubicBezTo>
                  <a:cubicBezTo>
                    <a:pt x="29" y="13"/>
                    <a:pt x="29" y="13"/>
                    <a:pt x="29" y="13"/>
                  </a:cubicBezTo>
                  <a:cubicBezTo>
                    <a:pt x="28" y="10"/>
                    <a:pt x="26" y="7"/>
                    <a:pt x="24" y="6"/>
                  </a:cubicBezTo>
                  <a:cubicBezTo>
                    <a:pt x="22" y="4"/>
                    <a:pt x="19" y="3"/>
                    <a:pt x="16" y="3"/>
                  </a:cubicBezTo>
                  <a:cubicBezTo>
                    <a:pt x="12" y="3"/>
                    <a:pt x="9" y="5"/>
                    <a:pt x="9" y="8"/>
                  </a:cubicBezTo>
                  <a:cubicBezTo>
                    <a:pt x="9" y="15"/>
                    <a:pt x="21" y="16"/>
                    <a:pt x="30" y="25"/>
                  </a:cubicBezTo>
                  <a:cubicBezTo>
                    <a:pt x="33" y="28"/>
                    <a:pt x="34" y="31"/>
                    <a:pt x="34" y="35"/>
                  </a:cubicBezTo>
                  <a:cubicBezTo>
                    <a:pt x="34" y="43"/>
                    <a:pt x="27" y="49"/>
                    <a:pt x="18" y="49"/>
                  </a:cubicBezTo>
                  <a:cubicBezTo>
                    <a:pt x="12" y="49"/>
                    <a:pt x="6" y="47"/>
                    <a:pt x="5" y="47"/>
                  </a:cubicBezTo>
                  <a:cubicBezTo>
                    <a:pt x="4" y="47"/>
                    <a:pt x="4" y="47"/>
                    <a:pt x="3" y="48"/>
                  </a:cubicBezTo>
                  <a:cubicBezTo>
                    <a:pt x="1" y="48"/>
                    <a:pt x="1" y="48"/>
                    <a:pt x="1" y="48"/>
                  </a:cubicBez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42">
              <a:extLst>
                <a:ext uri="{FF2B5EF4-FFF2-40B4-BE49-F238E27FC236}">
                  <a16:creationId xmlns:a16="http://schemas.microsoft.com/office/drawing/2014/main" id="{A85E12FB-B4C8-4297-88A5-12FCF4130762}"/>
                </a:ext>
              </a:extLst>
            </p:cNvPr>
            <p:cNvSpPr>
              <a:spLocks/>
            </p:cNvSpPr>
            <p:nvPr userDrawn="1"/>
          </p:nvSpPr>
          <p:spPr bwMode="white">
            <a:xfrm>
              <a:off x="2203" y="414"/>
              <a:ext cx="0" cy="604"/>
            </a:xfrm>
            <a:custGeom>
              <a:avLst/>
              <a:gdLst>
                <a:gd name="T0" fmla="*/ 604 h 604"/>
                <a:gd name="T1" fmla="*/ 0 h 604"/>
                <a:gd name="T2" fmla="*/ 604 h 604"/>
                <a:gd name="T3" fmla="*/ 0 60000 65536"/>
                <a:gd name="T4" fmla="*/ 0 60000 65536"/>
                <a:gd name="T5" fmla="*/ 0 60000 65536"/>
              </a:gdLst>
              <a:ahLst/>
              <a:cxnLst>
                <a:cxn ang="T3">
                  <a:pos x="0" y="T0"/>
                </a:cxn>
                <a:cxn ang="T4">
                  <a:pos x="0" y="T1"/>
                </a:cxn>
                <a:cxn ang="T5">
                  <a:pos x="0" y="T2"/>
                </a:cxn>
              </a:cxnLst>
              <a:rect l="0" t="0" r="r" b="b"/>
              <a:pathLst>
                <a:path h="604">
                  <a:moveTo>
                    <a:pt x="0" y="604"/>
                  </a:moveTo>
                  <a:lnTo>
                    <a:pt x="0" y="0"/>
                  </a:lnTo>
                  <a:lnTo>
                    <a:pt x="0" y="6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Rectangle 43">
              <a:extLst>
                <a:ext uri="{FF2B5EF4-FFF2-40B4-BE49-F238E27FC236}">
                  <a16:creationId xmlns:a16="http://schemas.microsoft.com/office/drawing/2014/main" id="{92E49480-1E68-4984-800F-0787CFF7C93B}"/>
                </a:ext>
              </a:extLst>
            </p:cNvPr>
            <p:cNvSpPr>
              <a:spLocks noChangeArrowheads="1"/>
            </p:cNvSpPr>
            <p:nvPr userDrawn="1"/>
          </p:nvSpPr>
          <p:spPr bwMode="white">
            <a:xfrm>
              <a:off x="2197" y="414"/>
              <a:ext cx="11" cy="6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 name="Freeform 44">
              <a:extLst>
                <a:ext uri="{FF2B5EF4-FFF2-40B4-BE49-F238E27FC236}">
                  <a16:creationId xmlns:a16="http://schemas.microsoft.com/office/drawing/2014/main" id="{C9A7B077-4569-40F5-A06C-BF6CB55437CC}"/>
                </a:ext>
              </a:extLst>
            </p:cNvPr>
            <p:cNvSpPr>
              <a:spLocks/>
            </p:cNvSpPr>
            <p:nvPr userDrawn="1"/>
          </p:nvSpPr>
          <p:spPr bwMode="white">
            <a:xfrm>
              <a:off x="1743" y="530"/>
              <a:ext cx="285" cy="47"/>
            </a:xfrm>
            <a:custGeom>
              <a:avLst/>
              <a:gdLst>
                <a:gd name="T0" fmla="*/ 153 w 199"/>
                <a:gd name="T1" fmla="*/ 16 h 33"/>
                <a:gd name="T2" fmla="*/ 155 w 199"/>
                <a:gd name="T3" fmla="*/ 17 h 33"/>
                <a:gd name="T4" fmla="*/ 252 w 199"/>
                <a:gd name="T5" fmla="*/ 47 h 33"/>
                <a:gd name="T6" fmla="*/ 276 w 199"/>
                <a:gd name="T7" fmla="*/ 46 h 33"/>
                <a:gd name="T8" fmla="*/ 285 w 199"/>
                <a:gd name="T9" fmla="*/ 30 h 33"/>
                <a:gd name="T10" fmla="*/ 284 w 199"/>
                <a:gd name="T11" fmla="*/ 26 h 33"/>
                <a:gd name="T12" fmla="*/ 142 w 199"/>
                <a:gd name="T13" fmla="*/ 0 h 33"/>
                <a:gd name="T14" fmla="*/ 3 w 199"/>
                <a:gd name="T15" fmla="*/ 24 h 33"/>
                <a:gd name="T16" fmla="*/ 0 w 199"/>
                <a:gd name="T17" fmla="*/ 27 h 33"/>
                <a:gd name="T18" fmla="*/ 1 w 199"/>
                <a:gd name="T19" fmla="*/ 31 h 33"/>
                <a:gd name="T20" fmla="*/ 3 w 199"/>
                <a:gd name="T21" fmla="*/ 36 h 33"/>
                <a:gd name="T22" fmla="*/ 7 w 199"/>
                <a:gd name="T23" fmla="*/ 37 h 33"/>
                <a:gd name="T24" fmla="*/ 9 w 199"/>
                <a:gd name="T25" fmla="*/ 36 h 33"/>
                <a:gd name="T26" fmla="*/ 7 w 199"/>
                <a:gd name="T27" fmla="*/ 33 h 33"/>
                <a:gd name="T28" fmla="*/ 9 w 199"/>
                <a:gd name="T29" fmla="*/ 28 h 33"/>
                <a:gd name="T30" fmla="*/ 13 w 199"/>
                <a:gd name="T31" fmla="*/ 27 h 33"/>
                <a:gd name="T32" fmla="*/ 16 w 199"/>
                <a:gd name="T33" fmla="*/ 28 h 33"/>
                <a:gd name="T34" fmla="*/ 17 w 199"/>
                <a:gd name="T35" fmla="*/ 31 h 33"/>
                <a:gd name="T36" fmla="*/ 33 w 199"/>
                <a:gd name="T37" fmla="*/ 28 h 33"/>
                <a:gd name="T38" fmla="*/ 36 w 199"/>
                <a:gd name="T39" fmla="*/ 27 h 33"/>
                <a:gd name="T40" fmla="*/ 36 w 199"/>
                <a:gd name="T41" fmla="*/ 23 h 33"/>
                <a:gd name="T42" fmla="*/ 39 w 199"/>
                <a:gd name="T43" fmla="*/ 19 h 33"/>
                <a:gd name="T44" fmla="*/ 44 w 199"/>
                <a:gd name="T45" fmla="*/ 17 h 33"/>
                <a:gd name="T46" fmla="*/ 49 w 199"/>
                <a:gd name="T47" fmla="*/ 20 h 33"/>
                <a:gd name="T48" fmla="*/ 50 w 199"/>
                <a:gd name="T49" fmla="*/ 24 h 33"/>
                <a:gd name="T50" fmla="*/ 73 w 199"/>
                <a:gd name="T51" fmla="*/ 21 h 33"/>
                <a:gd name="T52" fmla="*/ 76 w 199"/>
                <a:gd name="T53" fmla="*/ 20 h 33"/>
                <a:gd name="T54" fmla="*/ 76 w 199"/>
                <a:gd name="T55" fmla="*/ 17 h 33"/>
                <a:gd name="T56" fmla="*/ 80 w 199"/>
                <a:gd name="T57" fmla="*/ 11 h 33"/>
                <a:gd name="T58" fmla="*/ 89 w 199"/>
                <a:gd name="T59" fmla="*/ 11 h 33"/>
                <a:gd name="T60" fmla="*/ 95 w 199"/>
                <a:gd name="T61" fmla="*/ 14 h 33"/>
                <a:gd name="T62" fmla="*/ 96 w 199"/>
                <a:gd name="T63" fmla="*/ 17 h 33"/>
                <a:gd name="T64" fmla="*/ 99 w 199"/>
                <a:gd name="T65" fmla="*/ 19 h 33"/>
                <a:gd name="T66" fmla="*/ 129 w 199"/>
                <a:gd name="T67" fmla="*/ 17 h 33"/>
                <a:gd name="T68" fmla="*/ 130 w 199"/>
                <a:gd name="T69" fmla="*/ 16 h 33"/>
                <a:gd name="T70" fmla="*/ 130 w 199"/>
                <a:gd name="T71" fmla="*/ 14 h 33"/>
                <a:gd name="T72" fmla="*/ 132 w 199"/>
                <a:gd name="T73" fmla="*/ 10 h 33"/>
                <a:gd name="T74" fmla="*/ 136 w 199"/>
                <a:gd name="T75" fmla="*/ 10 h 33"/>
                <a:gd name="T76" fmla="*/ 146 w 199"/>
                <a:gd name="T77" fmla="*/ 10 h 33"/>
                <a:gd name="T78" fmla="*/ 152 w 199"/>
                <a:gd name="T79" fmla="*/ 10 h 33"/>
                <a:gd name="T80" fmla="*/ 152 w 199"/>
                <a:gd name="T81" fmla="*/ 14 h 33"/>
                <a:gd name="T82" fmla="*/ 153 w 199"/>
                <a:gd name="T83" fmla="*/ 16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9" h="33">
                  <a:moveTo>
                    <a:pt x="107" y="11"/>
                  </a:moveTo>
                  <a:cubicBezTo>
                    <a:pt x="107" y="12"/>
                    <a:pt x="108" y="12"/>
                    <a:pt x="108" y="12"/>
                  </a:cubicBezTo>
                  <a:cubicBezTo>
                    <a:pt x="150" y="10"/>
                    <a:pt x="174" y="26"/>
                    <a:pt x="176" y="33"/>
                  </a:cubicBezTo>
                  <a:cubicBezTo>
                    <a:pt x="193" y="32"/>
                    <a:pt x="193" y="32"/>
                    <a:pt x="193" y="32"/>
                  </a:cubicBezTo>
                  <a:cubicBezTo>
                    <a:pt x="199" y="21"/>
                    <a:pt x="199" y="21"/>
                    <a:pt x="199" y="21"/>
                  </a:cubicBezTo>
                  <a:cubicBezTo>
                    <a:pt x="199" y="20"/>
                    <a:pt x="199" y="19"/>
                    <a:pt x="198" y="18"/>
                  </a:cubicBezTo>
                  <a:cubicBezTo>
                    <a:pt x="193" y="13"/>
                    <a:pt x="151" y="0"/>
                    <a:pt x="99" y="0"/>
                  </a:cubicBezTo>
                  <a:cubicBezTo>
                    <a:pt x="44" y="0"/>
                    <a:pt x="9" y="11"/>
                    <a:pt x="2" y="17"/>
                  </a:cubicBezTo>
                  <a:cubicBezTo>
                    <a:pt x="2" y="17"/>
                    <a:pt x="0" y="18"/>
                    <a:pt x="0" y="19"/>
                  </a:cubicBezTo>
                  <a:cubicBezTo>
                    <a:pt x="0" y="20"/>
                    <a:pt x="1" y="22"/>
                    <a:pt x="1" y="22"/>
                  </a:cubicBezTo>
                  <a:cubicBezTo>
                    <a:pt x="2" y="25"/>
                    <a:pt x="2" y="25"/>
                    <a:pt x="2" y="25"/>
                  </a:cubicBezTo>
                  <a:cubicBezTo>
                    <a:pt x="3" y="26"/>
                    <a:pt x="4" y="26"/>
                    <a:pt x="5" y="26"/>
                  </a:cubicBezTo>
                  <a:cubicBezTo>
                    <a:pt x="5" y="26"/>
                    <a:pt x="6" y="25"/>
                    <a:pt x="6" y="25"/>
                  </a:cubicBezTo>
                  <a:cubicBezTo>
                    <a:pt x="6" y="24"/>
                    <a:pt x="5" y="23"/>
                    <a:pt x="5" y="23"/>
                  </a:cubicBezTo>
                  <a:cubicBezTo>
                    <a:pt x="4" y="21"/>
                    <a:pt x="6" y="20"/>
                    <a:pt x="6" y="20"/>
                  </a:cubicBezTo>
                  <a:cubicBezTo>
                    <a:pt x="9" y="19"/>
                    <a:pt x="9" y="19"/>
                    <a:pt x="9" y="19"/>
                  </a:cubicBezTo>
                  <a:cubicBezTo>
                    <a:pt x="11" y="18"/>
                    <a:pt x="11" y="19"/>
                    <a:pt x="11" y="20"/>
                  </a:cubicBezTo>
                  <a:cubicBezTo>
                    <a:pt x="11" y="20"/>
                    <a:pt x="12" y="22"/>
                    <a:pt x="12" y="22"/>
                  </a:cubicBezTo>
                  <a:cubicBezTo>
                    <a:pt x="13" y="23"/>
                    <a:pt x="16" y="21"/>
                    <a:pt x="23" y="20"/>
                  </a:cubicBezTo>
                  <a:cubicBezTo>
                    <a:pt x="24" y="20"/>
                    <a:pt x="24" y="19"/>
                    <a:pt x="25" y="19"/>
                  </a:cubicBezTo>
                  <a:cubicBezTo>
                    <a:pt x="26" y="19"/>
                    <a:pt x="25" y="16"/>
                    <a:pt x="25" y="16"/>
                  </a:cubicBezTo>
                  <a:cubicBezTo>
                    <a:pt x="25" y="15"/>
                    <a:pt x="24" y="14"/>
                    <a:pt x="27" y="13"/>
                  </a:cubicBezTo>
                  <a:cubicBezTo>
                    <a:pt x="31" y="12"/>
                    <a:pt x="31" y="12"/>
                    <a:pt x="31" y="12"/>
                  </a:cubicBezTo>
                  <a:cubicBezTo>
                    <a:pt x="34" y="12"/>
                    <a:pt x="34" y="13"/>
                    <a:pt x="34" y="14"/>
                  </a:cubicBezTo>
                  <a:cubicBezTo>
                    <a:pt x="34" y="14"/>
                    <a:pt x="34" y="16"/>
                    <a:pt x="35" y="17"/>
                  </a:cubicBezTo>
                  <a:cubicBezTo>
                    <a:pt x="35" y="18"/>
                    <a:pt x="36" y="16"/>
                    <a:pt x="51" y="15"/>
                  </a:cubicBezTo>
                  <a:cubicBezTo>
                    <a:pt x="51" y="15"/>
                    <a:pt x="53" y="15"/>
                    <a:pt x="53" y="14"/>
                  </a:cubicBezTo>
                  <a:cubicBezTo>
                    <a:pt x="54" y="13"/>
                    <a:pt x="53" y="12"/>
                    <a:pt x="53" y="12"/>
                  </a:cubicBezTo>
                  <a:cubicBezTo>
                    <a:pt x="53" y="10"/>
                    <a:pt x="53" y="9"/>
                    <a:pt x="56" y="8"/>
                  </a:cubicBezTo>
                  <a:cubicBezTo>
                    <a:pt x="62" y="8"/>
                    <a:pt x="62" y="8"/>
                    <a:pt x="62" y="8"/>
                  </a:cubicBezTo>
                  <a:cubicBezTo>
                    <a:pt x="67" y="7"/>
                    <a:pt x="66" y="9"/>
                    <a:pt x="66" y="10"/>
                  </a:cubicBezTo>
                  <a:cubicBezTo>
                    <a:pt x="66" y="10"/>
                    <a:pt x="66" y="12"/>
                    <a:pt x="67" y="12"/>
                  </a:cubicBezTo>
                  <a:cubicBezTo>
                    <a:pt x="67" y="13"/>
                    <a:pt x="69" y="13"/>
                    <a:pt x="69" y="13"/>
                  </a:cubicBezTo>
                  <a:cubicBezTo>
                    <a:pt x="77" y="12"/>
                    <a:pt x="81" y="12"/>
                    <a:pt x="90" y="12"/>
                  </a:cubicBezTo>
                  <a:cubicBezTo>
                    <a:pt x="90" y="12"/>
                    <a:pt x="91" y="12"/>
                    <a:pt x="91" y="11"/>
                  </a:cubicBezTo>
                  <a:cubicBezTo>
                    <a:pt x="92" y="11"/>
                    <a:pt x="91" y="10"/>
                    <a:pt x="91" y="10"/>
                  </a:cubicBezTo>
                  <a:cubicBezTo>
                    <a:pt x="91" y="9"/>
                    <a:pt x="91" y="8"/>
                    <a:pt x="92" y="7"/>
                  </a:cubicBezTo>
                  <a:cubicBezTo>
                    <a:pt x="93" y="6"/>
                    <a:pt x="94" y="7"/>
                    <a:pt x="95" y="7"/>
                  </a:cubicBezTo>
                  <a:cubicBezTo>
                    <a:pt x="102" y="7"/>
                    <a:pt x="102" y="7"/>
                    <a:pt x="102" y="7"/>
                  </a:cubicBezTo>
                  <a:cubicBezTo>
                    <a:pt x="103" y="7"/>
                    <a:pt x="105" y="6"/>
                    <a:pt x="106" y="7"/>
                  </a:cubicBezTo>
                  <a:cubicBezTo>
                    <a:pt x="106" y="7"/>
                    <a:pt x="106" y="10"/>
                    <a:pt x="106" y="10"/>
                  </a:cubicBezTo>
                  <a:cubicBezTo>
                    <a:pt x="106" y="10"/>
                    <a:pt x="106" y="11"/>
                    <a:pt x="107"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45">
              <a:extLst>
                <a:ext uri="{FF2B5EF4-FFF2-40B4-BE49-F238E27FC236}">
                  <a16:creationId xmlns:a16="http://schemas.microsoft.com/office/drawing/2014/main" id="{1E663C96-590E-48BE-A49E-456B9AE69AE0}"/>
                </a:ext>
              </a:extLst>
            </p:cNvPr>
            <p:cNvSpPr>
              <a:spLocks/>
            </p:cNvSpPr>
            <p:nvPr userDrawn="1"/>
          </p:nvSpPr>
          <p:spPr bwMode="white">
            <a:xfrm>
              <a:off x="1723" y="447"/>
              <a:ext cx="327" cy="110"/>
            </a:xfrm>
            <a:custGeom>
              <a:avLst/>
              <a:gdLst>
                <a:gd name="T0" fmla="*/ 162 w 228"/>
                <a:gd name="T1" fmla="*/ 0 h 77"/>
                <a:gd name="T2" fmla="*/ 43 w 228"/>
                <a:gd name="T3" fmla="*/ 43 h 77"/>
                <a:gd name="T4" fmla="*/ 43 w 228"/>
                <a:gd name="T5" fmla="*/ 43 h 77"/>
                <a:gd name="T6" fmla="*/ 44 w 228"/>
                <a:gd name="T7" fmla="*/ 46 h 77"/>
                <a:gd name="T8" fmla="*/ 169 w 228"/>
                <a:gd name="T9" fmla="*/ 57 h 77"/>
                <a:gd name="T10" fmla="*/ 168 w 228"/>
                <a:gd name="T11" fmla="*/ 59 h 77"/>
                <a:gd name="T12" fmla="*/ 102 w 228"/>
                <a:gd name="T13" fmla="*/ 63 h 77"/>
                <a:gd name="T14" fmla="*/ 55 w 228"/>
                <a:gd name="T15" fmla="*/ 71 h 77"/>
                <a:gd name="T16" fmla="*/ 7 w 228"/>
                <a:gd name="T17" fmla="*/ 90 h 77"/>
                <a:gd name="T18" fmla="*/ 3 w 228"/>
                <a:gd name="T19" fmla="*/ 94 h 77"/>
                <a:gd name="T20" fmla="*/ 1 w 228"/>
                <a:gd name="T21" fmla="*/ 99 h 77"/>
                <a:gd name="T22" fmla="*/ 0 w 228"/>
                <a:gd name="T23" fmla="*/ 106 h 77"/>
                <a:gd name="T24" fmla="*/ 4 w 228"/>
                <a:gd name="T25" fmla="*/ 107 h 77"/>
                <a:gd name="T26" fmla="*/ 24 w 228"/>
                <a:gd name="T27" fmla="*/ 93 h 77"/>
                <a:gd name="T28" fmla="*/ 73 w 228"/>
                <a:gd name="T29" fmla="*/ 79 h 77"/>
                <a:gd name="T30" fmla="*/ 161 w 228"/>
                <a:gd name="T31" fmla="*/ 70 h 77"/>
                <a:gd name="T32" fmla="*/ 250 w 228"/>
                <a:gd name="T33" fmla="*/ 79 h 77"/>
                <a:gd name="T34" fmla="*/ 310 w 228"/>
                <a:gd name="T35" fmla="*/ 97 h 77"/>
                <a:gd name="T36" fmla="*/ 323 w 228"/>
                <a:gd name="T37" fmla="*/ 106 h 77"/>
                <a:gd name="T38" fmla="*/ 327 w 228"/>
                <a:gd name="T39" fmla="*/ 106 h 77"/>
                <a:gd name="T40" fmla="*/ 320 w 228"/>
                <a:gd name="T41" fmla="*/ 91 h 77"/>
                <a:gd name="T42" fmla="*/ 162 w 228"/>
                <a:gd name="T43" fmla="*/ 0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8" h="77">
                  <a:moveTo>
                    <a:pt x="113" y="0"/>
                  </a:moveTo>
                  <a:cubicBezTo>
                    <a:pt x="72" y="0"/>
                    <a:pt x="46" y="14"/>
                    <a:pt x="30" y="30"/>
                  </a:cubicBezTo>
                  <a:cubicBezTo>
                    <a:pt x="30" y="30"/>
                    <a:pt x="30" y="30"/>
                    <a:pt x="30" y="30"/>
                  </a:cubicBezTo>
                  <a:cubicBezTo>
                    <a:pt x="29" y="31"/>
                    <a:pt x="29" y="32"/>
                    <a:pt x="31" y="32"/>
                  </a:cubicBezTo>
                  <a:cubicBezTo>
                    <a:pt x="66" y="17"/>
                    <a:pt x="105" y="26"/>
                    <a:pt x="118" y="40"/>
                  </a:cubicBezTo>
                  <a:cubicBezTo>
                    <a:pt x="118" y="41"/>
                    <a:pt x="118" y="41"/>
                    <a:pt x="117" y="41"/>
                  </a:cubicBezTo>
                  <a:cubicBezTo>
                    <a:pt x="105" y="41"/>
                    <a:pt x="94" y="40"/>
                    <a:pt x="71" y="44"/>
                  </a:cubicBezTo>
                  <a:cubicBezTo>
                    <a:pt x="59" y="45"/>
                    <a:pt x="47" y="47"/>
                    <a:pt x="38" y="50"/>
                  </a:cubicBezTo>
                  <a:cubicBezTo>
                    <a:pt x="23" y="54"/>
                    <a:pt x="12" y="59"/>
                    <a:pt x="5" y="63"/>
                  </a:cubicBezTo>
                  <a:cubicBezTo>
                    <a:pt x="3" y="64"/>
                    <a:pt x="3" y="65"/>
                    <a:pt x="2" y="66"/>
                  </a:cubicBezTo>
                  <a:cubicBezTo>
                    <a:pt x="2" y="68"/>
                    <a:pt x="2" y="68"/>
                    <a:pt x="1" y="69"/>
                  </a:cubicBezTo>
                  <a:cubicBezTo>
                    <a:pt x="1" y="72"/>
                    <a:pt x="0" y="74"/>
                    <a:pt x="0" y="74"/>
                  </a:cubicBezTo>
                  <a:cubicBezTo>
                    <a:pt x="0" y="76"/>
                    <a:pt x="2" y="75"/>
                    <a:pt x="3" y="75"/>
                  </a:cubicBezTo>
                  <a:cubicBezTo>
                    <a:pt x="4" y="73"/>
                    <a:pt x="9" y="68"/>
                    <a:pt x="17" y="65"/>
                  </a:cubicBezTo>
                  <a:cubicBezTo>
                    <a:pt x="25" y="61"/>
                    <a:pt x="37" y="57"/>
                    <a:pt x="51" y="55"/>
                  </a:cubicBezTo>
                  <a:cubicBezTo>
                    <a:pt x="69" y="51"/>
                    <a:pt x="91" y="49"/>
                    <a:pt x="112" y="49"/>
                  </a:cubicBezTo>
                  <a:cubicBezTo>
                    <a:pt x="135" y="49"/>
                    <a:pt x="157" y="51"/>
                    <a:pt x="174" y="55"/>
                  </a:cubicBezTo>
                  <a:cubicBezTo>
                    <a:pt x="192" y="58"/>
                    <a:pt x="206" y="63"/>
                    <a:pt x="216" y="68"/>
                  </a:cubicBezTo>
                  <a:cubicBezTo>
                    <a:pt x="220" y="70"/>
                    <a:pt x="222" y="72"/>
                    <a:pt x="225" y="74"/>
                  </a:cubicBezTo>
                  <a:cubicBezTo>
                    <a:pt x="228" y="77"/>
                    <a:pt x="228" y="75"/>
                    <a:pt x="228" y="74"/>
                  </a:cubicBezTo>
                  <a:cubicBezTo>
                    <a:pt x="228" y="74"/>
                    <a:pt x="227" y="71"/>
                    <a:pt x="223" y="64"/>
                  </a:cubicBezTo>
                  <a:cubicBezTo>
                    <a:pt x="212" y="42"/>
                    <a:pt x="180" y="0"/>
                    <a:pt x="11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46">
              <a:extLst>
                <a:ext uri="{FF2B5EF4-FFF2-40B4-BE49-F238E27FC236}">
                  <a16:creationId xmlns:a16="http://schemas.microsoft.com/office/drawing/2014/main" id="{F8578827-CA5F-4558-8E9F-D8FCABE4D4DD}"/>
                </a:ext>
              </a:extLst>
            </p:cNvPr>
            <p:cNvSpPr>
              <a:spLocks/>
            </p:cNvSpPr>
            <p:nvPr userDrawn="1"/>
          </p:nvSpPr>
          <p:spPr bwMode="white">
            <a:xfrm>
              <a:off x="1713" y="806"/>
              <a:ext cx="352" cy="80"/>
            </a:xfrm>
            <a:custGeom>
              <a:avLst/>
              <a:gdLst>
                <a:gd name="T0" fmla="*/ 0 w 246"/>
                <a:gd name="T1" fmla="*/ 39 h 56"/>
                <a:gd name="T2" fmla="*/ 176 w 246"/>
                <a:gd name="T3" fmla="*/ 80 h 56"/>
                <a:gd name="T4" fmla="*/ 352 w 246"/>
                <a:gd name="T5" fmla="*/ 39 h 56"/>
                <a:gd name="T6" fmla="*/ 351 w 246"/>
                <a:gd name="T7" fmla="*/ 17 h 56"/>
                <a:gd name="T8" fmla="*/ 351 w 246"/>
                <a:gd name="T9" fmla="*/ 17 h 56"/>
                <a:gd name="T10" fmla="*/ 326 w 246"/>
                <a:gd name="T11" fmla="*/ 11 h 56"/>
                <a:gd name="T12" fmla="*/ 325 w 246"/>
                <a:gd name="T13" fmla="*/ 0 h 56"/>
                <a:gd name="T14" fmla="*/ 319 w 246"/>
                <a:gd name="T15" fmla="*/ 6 h 56"/>
                <a:gd name="T16" fmla="*/ 173 w 246"/>
                <a:gd name="T17" fmla="*/ 27 h 56"/>
                <a:gd name="T18" fmla="*/ 21 w 246"/>
                <a:gd name="T19" fmla="*/ 0 h 56"/>
                <a:gd name="T20" fmla="*/ 21 w 246"/>
                <a:gd name="T21" fmla="*/ 19 h 56"/>
                <a:gd name="T22" fmla="*/ 220 w 246"/>
                <a:gd name="T23" fmla="*/ 46 h 56"/>
                <a:gd name="T24" fmla="*/ 226 w 246"/>
                <a:gd name="T25" fmla="*/ 47 h 56"/>
                <a:gd name="T26" fmla="*/ 225 w 246"/>
                <a:gd name="T27" fmla="*/ 50 h 56"/>
                <a:gd name="T28" fmla="*/ 0 w 246"/>
                <a:gd name="T29" fmla="*/ 24 h 56"/>
                <a:gd name="T30" fmla="*/ 0 w 246"/>
                <a:gd name="T31" fmla="*/ 39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6" h="56">
                  <a:moveTo>
                    <a:pt x="0" y="27"/>
                  </a:moveTo>
                  <a:cubicBezTo>
                    <a:pt x="0" y="37"/>
                    <a:pt x="40" y="56"/>
                    <a:pt x="123" y="56"/>
                  </a:cubicBezTo>
                  <a:cubicBezTo>
                    <a:pt x="203" y="56"/>
                    <a:pt x="246" y="37"/>
                    <a:pt x="246" y="27"/>
                  </a:cubicBezTo>
                  <a:cubicBezTo>
                    <a:pt x="245" y="12"/>
                    <a:pt x="245" y="12"/>
                    <a:pt x="245" y="12"/>
                  </a:cubicBezTo>
                  <a:cubicBezTo>
                    <a:pt x="245" y="12"/>
                    <a:pt x="245" y="11"/>
                    <a:pt x="245" y="12"/>
                  </a:cubicBezTo>
                  <a:cubicBezTo>
                    <a:pt x="245" y="9"/>
                    <a:pt x="241" y="8"/>
                    <a:pt x="228" y="8"/>
                  </a:cubicBezTo>
                  <a:cubicBezTo>
                    <a:pt x="227" y="0"/>
                    <a:pt x="227" y="0"/>
                    <a:pt x="227" y="0"/>
                  </a:cubicBezTo>
                  <a:cubicBezTo>
                    <a:pt x="227" y="1"/>
                    <a:pt x="225" y="3"/>
                    <a:pt x="223" y="4"/>
                  </a:cubicBezTo>
                  <a:cubicBezTo>
                    <a:pt x="212" y="10"/>
                    <a:pt x="172" y="19"/>
                    <a:pt x="121" y="19"/>
                  </a:cubicBezTo>
                  <a:cubicBezTo>
                    <a:pt x="63" y="19"/>
                    <a:pt x="22" y="7"/>
                    <a:pt x="15" y="0"/>
                  </a:cubicBezTo>
                  <a:cubicBezTo>
                    <a:pt x="15" y="13"/>
                    <a:pt x="15" y="13"/>
                    <a:pt x="15" y="13"/>
                  </a:cubicBezTo>
                  <a:cubicBezTo>
                    <a:pt x="34" y="26"/>
                    <a:pt x="94" y="39"/>
                    <a:pt x="154" y="32"/>
                  </a:cubicBezTo>
                  <a:cubicBezTo>
                    <a:pt x="156" y="32"/>
                    <a:pt x="156" y="32"/>
                    <a:pt x="158" y="33"/>
                  </a:cubicBezTo>
                  <a:cubicBezTo>
                    <a:pt x="158" y="33"/>
                    <a:pt x="160" y="34"/>
                    <a:pt x="157" y="35"/>
                  </a:cubicBezTo>
                  <a:cubicBezTo>
                    <a:pt x="122" y="47"/>
                    <a:pt x="36" y="44"/>
                    <a:pt x="0" y="17"/>
                  </a:cubicBezTo>
                  <a:cubicBezTo>
                    <a:pt x="0" y="27"/>
                    <a:pt x="0" y="27"/>
                    <a:pt x="0" y="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47">
              <a:extLst>
                <a:ext uri="{FF2B5EF4-FFF2-40B4-BE49-F238E27FC236}">
                  <a16:creationId xmlns:a16="http://schemas.microsoft.com/office/drawing/2014/main" id="{2B5D6F9E-4621-434E-BA0B-84BF1FA33321}"/>
                </a:ext>
              </a:extLst>
            </p:cNvPr>
            <p:cNvSpPr>
              <a:spLocks/>
            </p:cNvSpPr>
            <p:nvPr userDrawn="1"/>
          </p:nvSpPr>
          <p:spPr bwMode="white">
            <a:xfrm>
              <a:off x="1958" y="571"/>
              <a:ext cx="2" cy="0"/>
            </a:xfrm>
            <a:custGeom>
              <a:avLst/>
              <a:gdLst>
                <a:gd name="T0" fmla="*/ 0 w 1"/>
                <a:gd name="T1" fmla="*/ 2 w 1"/>
                <a:gd name="T2" fmla="*/ 2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1" y="0"/>
                    <a:pt x="1" y="0"/>
                    <a:pt x="1" y="0"/>
                  </a:cubicBezTo>
                  <a:cubicBezTo>
                    <a:pt x="1" y="0"/>
                    <a:pt x="1" y="0"/>
                    <a:pt x="1" y="0"/>
                  </a:cubicBezTo>
                  <a:cubicBezTo>
                    <a:pt x="1"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48">
              <a:extLst>
                <a:ext uri="{FF2B5EF4-FFF2-40B4-BE49-F238E27FC236}">
                  <a16:creationId xmlns:a16="http://schemas.microsoft.com/office/drawing/2014/main" id="{3F935D6D-9346-4BB1-9667-8033FBF16BFC}"/>
                </a:ext>
              </a:extLst>
            </p:cNvPr>
            <p:cNvSpPr>
              <a:spLocks/>
            </p:cNvSpPr>
            <p:nvPr userDrawn="1"/>
          </p:nvSpPr>
          <p:spPr bwMode="white">
            <a:xfrm>
              <a:off x="1957" y="573"/>
              <a:ext cx="0" cy="3"/>
            </a:xfrm>
            <a:custGeom>
              <a:avLst/>
              <a:gdLst>
                <a:gd name="T0" fmla="*/ 3 h 2"/>
                <a:gd name="T1" fmla="*/ 3 h 2"/>
                <a:gd name="T2" fmla="*/ 0 h 2"/>
                <a:gd name="T3" fmla="*/ 0 h 2"/>
                <a:gd name="T4" fmla="*/ 0 h 2"/>
                <a:gd name="T5" fmla="*/ 0 h 2"/>
                <a:gd name="T6" fmla="*/ 3 h 2"/>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2">
                  <a:moveTo>
                    <a:pt x="0" y="2"/>
                  </a:moveTo>
                  <a:cubicBezTo>
                    <a:pt x="0" y="2"/>
                    <a:pt x="0" y="2"/>
                    <a:pt x="0" y="2"/>
                  </a:cubicBezTo>
                  <a:cubicBezTo>
                    <a:pt x="0" y="0"/>
                    <a:pt x="0" y="0"/>
                    <a:pt x="0" y="0"/>
                  </a:cubicBezTo>
                  <a:cubicBezTo>
                    <a:pt x="0" y="0"/>
                    <a:pt x="0" y="0"/>
                    <a:pt x="0" y="0"/>
                  </a:cubicBezTo>
                  <a:cubicBezTo>
                    <a:pt x="0" y="0"/>
                    <a:pt x="0" y="0"/>
                    <a:pt x="0" y="0"/>
                  </a:cubicBezTo>
                  <a:cubicBezTo>
                    <a:pt x="0" y="0"/>
                    <a:pt x="0" y="0"/>
                    <a:pt x="0" y="0"/>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Rectangle 49">
              <a:extLst>
                <a:ext uri="{FF2B5EF4-FFF2-40B4-BE49-F238E27FC236}">
                  <a16:creationId xmlns:a16="http://schemas.microsoft.com/office/drawing/2014/main" id="{423D3009-1603-4A93-B0D6-B9B224658391}"/>
                </a:ext>
              </a:extLst>
            </p:cNvPr>
            <p:cNvSpPr>
              <a:spLocks noChangeArrowheads="1"/>
            </p:cNvSpPr>
            <p:nvPr userDrawn="1"/>
          </p:nvSpPr>
          <p:spPr bwMode="white">
            <a:xfrm>
              <a:off x="1957" y="573"/>
              <a:ext cx="1" cy="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4" name="Freeform 50">
              <a:extLst>
                <a:ext uri="{FF2B5EF4-FFF2-40B4-BE49-F238E27FC236}">
                  <a16:creationId xmlns:a16="http://schemas.microsoft.com/office/drawing/2014/main" id="{1DBC6791-6D1D-410B-ADCC-DDD76EF57AB7}"/>
                </a:ext>
              </a:extLst>
            </p:cNvPr>
            <p:cNvSpPr>
              <a:spLocks/>
            </p:cNvSpPr>
            <p:nvPr userDrawn="1"/>
          </p:nvSpPr>
          <p:spPr bwMode="white">
            <a:xfrm>
              <a:off x="1925" y="570"/>
              <a:ext cx="2" cy="0"/>
            </a:xfrm>
            <a:custGeom>
              <a:avLst/>
              <a:gdLst>
                <a:gd name="T0" fmla="*/ 0 w 1"/>
                <a:gd name="T1" fmla="*/ 2 w 1"/>
                <a:gd name="T2" fmla="*/ 0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0" y="0"/>
                    <a:pt x="1" y="0"/>
                    <a:pt x="1" y="0"/>
                  </a:cubicBezTo>
                  <a:cubicBezTo>
                    <a:pt x="0" y="0"/>
                    <a:pt x="0" y="0"/>
                    <a:pt x="0" y="0"/>
                  </a:cubicBezTo>
                  <a:cubicBezTo>
                    <a:pt x="0"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Rectangle 51">
              <a:extLst>
                <a:ext uri="{FF2B5EF4-FFF2-40B4-BE49-F238E27FC236}">
                  <a16:creationId xmlns:a16="http://schemas.microsoft.com/office/drawing/2014/main" id="{03422C66-E8FD-4E7C-A4EA-7EE636CF61D0}"/>
                </a:ext>
              </a:extLst>
            </p:cNvPr>
            <p:cNvSpPr>
              <a:spLocks noChangeArrowheads="1"/>
            </p:cNvSpPr>
            <p:nvPr userDrawn="1"/>
          </p:nvSpPr>
          <p:spPr bwMode="white">
            <a:xfrm>
              <a:off x="1957" y="576"/>
              <a:ext cx="1" cy="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6" name="Freeform 52">
              <a:extLst>
                <a:ext uri="{FF2B5EF4-FFF2-40B4-BE49-F238E27FC236}">
                  <a16:creationId xmlns:a16="http://schemas.microsoft.com/office/drawing/2014/main" id="{B74C03F1-43F7-41C4-AB9E-5D4EEAF5F1ED}"/>
                </a:ext>
              </a:extLst>
            </p:cNvPr>
            <p:cNvSpPr>
              <a:spLocks/>
            </p:cNvSpPr>
            <p:nvPr userDrawn="1"/>
          </p:nvSpPr>
          <p:spPr bwMode="white">
            <a:xfrm>
              <a:off x="1925" y="563"/>
              <a:ext cx="36" cy="254"/>
            </a:xfrm>
            <a:custGeom>
              <a:avLst/>
              <a:gdLst>
                <a:gd name="T0" fmla="*/ 35 w 25"/>
                <a:gd name="T1" fmla="*/ 0 h 178"/>
                <a:gd name="T2" fmla="*/ 1 w 25"/>
                <a:gd name="T3" fmla="*/ 0 h 178"/>
                <a:gd name="T4" fmla="*/ 0 w 25"/>
                <a:gd name="T5" fmla="*/ 3 h 178"/>
                <a:gd name="T6" fmla="*/ 0 w 25"/>
                <a:gd name="T7" fmla="*/ 6 h 178"/>
                <a:gd name="T8" fmla="*/ 1 w 25"/>
                <a:gd name="T9" fmla="*/ 9 h 178"/>
                <a:gd name="T10" fmla="*/ 12 w 25"/>
                <a:gd name="T11" fmla="*/ 9 h 178"/>
                <a:gd name="T12" fmla="*/ 13 w 25"/>
                <a:gd name="T13" fmla="*/ 9 h 178"/>
                <a:gd name="T14" fmla="*/ 12 w 25"/>
                <a:gd name="T15" fmla="*/ 11 h 178"/>
                <a:gd name="T16" fmla="*/ 6 w 25"/>
                <a:gd name="T17" fmla="*/ 14 h 178"/>
                <a:gd name="T18" fmla="*/ 4 w 25"/>
                <a:gd name="T19" fmla="*/ 17 h 178"/>
                <a:gd name="T20" fmla="*/ 4 w 25"/>
                <a:gd name="T21" fmla="*/ 250 h 178"/>
                <a:gd name="T22" fmla="*/ 19 w 25"/>
                <a:gd name="T23" fmla="*/ 254 h 178"/>
                <a:gd name="T24" fmla="*/ 33 w 25"/>
                <a:gd name="T25" fmla="*/ 250 h 178"/>
                <a:gd name="T26" fmla="*/ 33 w 25"/>
                <a:gd name="T27" fmla="*/ 10 h 178"/>
                <a:gd name="T28" fmla="*/ 33 w 25"/>
                <a:gd name="T29" fmla="*/ 9 h 178"/>
                <a:gd name="T30" fmla="*/ 35 w 25"/>
                <a:gd name="T31" fmla="*/ 9 h 178"/>
                <a:gd name="T32" fmla="*/ 36 w 25"/>
                <a:gd name="T33" fmla="*/ 6 h 178"/>
                <a:gd name="T34" fmla="*/ 36 w 25"/>
                <a:gd name="T35" fmla="*/ 3 h 178"/>
                <a:gd name="T36" fmla="*/ 35 w 25"/>
                <a:gd name="T37" fmla="*/ 0 h 1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78">
                  <a:moveTo>
                    <a:pt x="24" y="0"/>
                  </a:moveTo>
                  <a:cubicBezTo>
                    <a:pt x="1" y="0"/>
                    <a:pt x="1" y="0"/>
                    <a:pt x="1" y="0"/>
                  </a:cubicBezTo>
                  <a:cubicBezTo>
                    <a:pt x="0" y="0"/>
                    <a:pt x="0" y="0"/>
                    <a:pt x="0" y="2"/>
                  </a:cubicBezTo>
                  <a:cubicBezTo>
                    <a:pt x="0" y="4"/>
                    <a:pt x="0" y="4"/>
                    <a:pt x="0" y="4"/>
                  </a:cubicBezTo>
                  <a:cubicBezTo>
                    <a:pt x="0" y="5"/>
                    <a:pt x="0" y="6"/>
                    <a:pt x="1" y="6"/>
                  </a:cubicBezTo>
                  <a:cubicBezTo>
                    <a:pt x="8" y="6"/>
                    <a:pt x="8" y="6"/>
                    <a:pt x="8" y="6"/>
                  </a:cubicBezTo>
                  <a:cubicBezTo>
                    <a:pt x="9" y="6"/>
                    <a:pt x="9" y="6"/>
                    <a:pt x="9" y="6"/>
                  </a:cubicBezTo>
                  <a:cubicBezTo>
                    <a:pt x="9" y="7"/>
                    <a:pt x="8" y="8"/>
                    <a:pt x="8" y="8"/>
                  </a:cubicBezTo>
                  <a:cubicBezTo>
                    <a:pt x="4" y="10"/>
                    <a:pt x="4" y="10"/>
                    <a:pt x="4" y="10"/>
                  </a:cubicBezTo>
                  <a:cubicBezTo>
                    <a:pt x="4" y="10"/>
                    <a:pt x="3" y="11"/>
                    <a:pt x="3" y="12"/>
                  </a:cubicBezTo>
                  <a:cubicBezTo>
                    <a:pt x="3" y="175"/>
                    <a:pt x="3" y="175"/>
                    <a:pt x="3" y="175"/>
                  </a:cubicBezTo>
                  <a:cubicBezTo>
                    <a:pt x="4" y="178"/>
                    <a:pt x="8" y="178"/>
                    <a:pt x="13" y="178"/>
                  </a:cubicBezTo>
                  <a:cubicBezTo>
                    <a:pt x="17" y="178"/>
                    <a:pt x="22" y="178"/>
                    <a:pt x="23" y="175"/>
                  </a:cubicBezTo>
                  <a:cubicBezTo>
                    <a:pt x="23" y="175"/>
                    <a:pt x="22" y="20"/>
                    <a:pt x="23" y="7"/>
                  </a:cubicBezTo>
                  <a:cubicBezTo>
                    <a:pt x="23" y="6"/>
                    <a:pt x="23" y="6"/>
                    <a:pt x="23" y="6"/>
                  </a:cubicBezTo>
                  <a:cubicBezTo>
                    <a:pt x="23" y="6"/>
                    <a:pt x="24" y="6"/>
                    <a:pt x="24" y="6"/>
                  </a:cubicBezTo>
                  <a:cubicBezTo>
                    <a:pt x="25" y="6"/>
                    <a:pt x="25" y="5"/>
                    <a:pt x="25" y="4"/>
                  </a:cubicBezTo>
                  <a:cubicBezTo>
                    <a:pt x="25" y="2"/>
                    <a:pt x="25" y="2"/>
                    <a:pt x="25" y="2"/>
                  </a:cubicBezTo>
                  <a:cubicBezTo>
                    <a:pt x="25" y="1"/>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53">
              <a:extLst>
                <a:ext uri="{FF2B5EF4-FFF2-40B4-BE49-F238E27FC236}">
                  <a16:creationId xmlns:a16="http://schemas.microsoft.com/office/drawing/2014/main" id="{58FE0CE2-7FB7-40F6-A9A1-7738BEFC6813}"/>
                </a:ext>
              </a:extLst>
            </p:cNvPr>
            <p:cNvSpPr>
              <a:spLocks/>
            </p:cNvSpPr>
            <p:nvPr userDrawn="1"/>
          </p:nvSpPr>
          <p:spPr bwMode="white">
            <a:xfrm>
              <a:off x="1864" y="722"/>
              <a:ext cx="45" cy="81"/>
            </a:xfrm>
            <a:custGeom>
              <a:avLst/>
              <a:gdLst>
                <a:gd name="T0" fmla="*/ 42 w 32"/>
                <a:gd name="T1" fmla="*/ 3 h 57"/>
                <a:gd name="T2" fmla="*/ 42 w 32"/>
                <a:gd name="T3" fmla="*/ 1 h 57"/>
                <a:gd name="T4" fmla="*/ 45 w 32"/>
                <a:gd name="T5" fmla="*/ 1 h 57"/>
                <a:gd name="T6" fmla="*/ 45 w 32"/>
                <a:gd name="T7" fmla="*/ 0 h 57"/>
                <a:gd name="T8" fmla="*/ 0 w 32"/>
                <a:gd name="T9" fmla="*/ 0 h 57"/>
                <a:gd name="T10" fmla="*/ 0 w 32"/>
                <a:gd name="T11" fmla="*/ 1 h 57"/>
                <a:gd name="T12" fmla="*/ 3 w 32"/>
                <a:gd name="T13" fmla="*/ 1 h 57"/>
                <a:gd name="T14" fmla="*/ 3 w 32"/>
                <a:gd name="T15" fmla="*/ 3 h 57"/>
                <a:gd name="T16" fmla="*/ 6 w 32"/>
                <a:gd name="T17" fmla="*/ 9 h 57"/>
                <a:gd name="T18" fmla="*/ 7 w 32"/>
                <a:gd name="T19" fmla="*/ 9 h 57"/>
                <a:gd name="T20" fmla="*/ 10 w 32"/>
                <a:gd name="T21" fmla="*/ 10 h 57"/>
                <a:gd name="T22" fmla="*/ 20 w 32"/>
                <a:gd name="T23" fmla="*/ 10 h 57"/>
                <a:gd name="T24" fmla="*/ 23 w 32"/>
                <a:gd name="T25" fmla="*/ 10 h 57"/>
                <a:gd name="T26" fmla="*/ 21 w 32"/>
                <a:gd name="T27" fmla="*/ 13 h 57"/>
                <a:gd name="T28" fmla="*/ 8 w 32"/>
                <a:gd name="T29" fmla="*/ 21 h 57"/>
                <a:gd name="T30" fmla="*/ 7 w 32"/>
                <a:gd name="T31" fmla="*/ 24 h 57"/>
                <a:gd name="T32" fmla="*/ 7 w 32"/>
                <a:gd name="T33" fmla="*/ 26 h 57"/>
                <a:gd name="T34" fmla="*/ 7 w 32"/>
                <a:gd name="T35" fmla="*/ 68 h 57"/>
                <a:gd name="T36" fmla="*/ 3 w 32"/>
                <a:gd name="T37" fmla="*/ 70 h 57"/>
                <a:gd name="T38" fmla="*/ 3 w 32"/>
                <a:gd name="T39" fmla="*/ 80 h 57"/>
                <a:gd name="T40" fmla="*/ 42 w 32"/>
                <a:gd name="T41" fmla="*/ 80 h 57"/>
                <a:gd name="T42" fmla="*/ 42 w 32"/>
                <a:gd name="T43" fmla="*/ 70 h 57"/>
                <a:gd name="T44" fmla="*/ 38 w 32"/>
                <a:gd name="T45" fmla="*/ 68 h 57"/>
                <a:gd name="T46" fmla="*/ 38 w 32"/>
                <a:gd name="T47" fmla="*/ 10 h 57"/>
                <a:gd name="T48" fmla="*/ 42 w 32"/>
                <a:gd name="T49" fmla="*/ 3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57">
                  <a:moveTo>
                    <a:pt x="30" y="2"/>
                  </a:moveTo>
                  <a:cubicBezTo>
                    <a:pt x="30" y="1"/>
                    <a:pt x="30" y="1"/>
                    <a:pt x="30" y="1"/>
                  </a:cubicBezTo>
                  <a:cubicBezTo>
                    <a:pt x="32" y="1"/>
                    <a:pt x="32" y="1"/>
                    <a:pt x="32" y="1"/>
                  </a:cubicBezTo>
                  <a:cubicBezTo>
                    <a:pt x="32" y="0"/>
                    <a:pt x="32" y="0"/>
                    <a:pt x="32" y="0"/>
                  </a:cubicBezTo>
                  <a:cubicBezTo>
                    <a:pt x="0" y="0"/>
                    <a:pt x="0" y="0"/>
                    <a:pt x="0" y="0"/>
                  </a:cubicBezTo>
                  <a:cubicBezTo>
                    <a:pt x="0" y="1"/>
                    <a:pt x="0" y="1"/>
                    <a:pt x="0" y="1"/>
                  </a:cubicBezTo>
                  <a:cubicBezTo>
                    <a:pt x="2" y="1"/>
                    <a:pt x="2" y="1"/>
                    <a:pt x="2" y="1"/>
                  </a:cubicBezTo>
                  <a:cubicBezTo>
                    <a:pt x="2" y="2"/>
                    <a:pt x="2" y="2"/>
                    <a:pt x="2" y="2"/>
                  </a:cubicBezTo>
                  <a:cubicBezTo>
                    <a:pt x="4" y="6"/>
                    <a:pt x="4" y="6"/>
                    <a:pt x="4" y="6"/>
                  </a:cubicBezTo>
                  <a:cubicBezTo>
                    <a:pt x="4" y="6"/>
                    <a:pt x="5" y="6"/>
                    <a:pt x="5" y="6"/>
                  </a:cubicBezTo>
                  <a:cubicBezTo>
                    <a:pt x="5" y="7"/>
                    <a:pt x="6" y="7"/>
                    <a:pt x="7" y="7"/>
                  </a:cubicBezTo>
                  <a:cubicBezTo>
                    <a:pt x="15" y="7"/>
                    <a:pt x="13" y="7"/>
                    <a:pt x="14" y="7"/>
                  </a:cubicBezTo>
                  <a:cubicBezTo>
                    <a:pt x="15" y="7"/>
                    <a:pt x="16" y="7"/>
                    <a:pt x="16" y="7"/>
                  </a:cubicBezTo>
                  <a:cubicBezTo>
                    <a:pt x="16" y="8"/>
                    <a:pt x="17" y="8"/>
                    <a:pt x="15" y="9"/>
                  </a:cubicBezTo>
                  <a:cubicBezTo>
                    <a:pt x="13" y="11"/>
                    <a:pt x="8" y="14"/>
                    <a:pt x="6" y="15"/>
                  </a:cubicBezTo>
                  <a:cubicBezTo>
                    <a:pt x="6" y="16"/>
                    <a:pt x="5" y="16"/>
                    <a:pt x="5" y="17"/>
                  </a:cubicBezTo>
                  <a:cubicBezTo>
                    <a:pt x="5" y="17"/>
                    <a:pt x="5" y="18"/>
                    <a:pt x="5" y="18"/>
                  </a:cubicBezTo>
                  <a:cubicBezTo>
                    <a:pt x="5" y="48"/>
                    <a:pt x="5" y="48"/>
                    <a:pt x="5" y="48"/>
                  </a:cubicBezTo>
                  <a:cubicBezTo>
                    <a:pt x="2" y="49"/>
                    <a:pt x="2" y="49"/>
                    <a:pt x="2" y="49"/>
                  </a:cubicBezTo>
                  <a:cubicBezTo>
                    <a:pt x="2" y="49"/>
                    <a:pt x="1" y="55"/>
                    <a:pt x="2" y="56"/>
                  </a:cubicBezTo>
                  <a:cubicBezTo>
                    <a:pt x="3" y="57"/>
                    <a:pt x="29" y="57"/>
                    <a:pt x="30" y="56"/>
                  </a:cubicBezTo>
                  <a:cubicBezTo>
                    <a:pt x="31" y="55"/>
                    <a:pt x="30" y="49"/>
                    <a:pt x="30" y="49"/>
                  </a:cubicBezTo>
                  <a:cubicBezTo>
                    <a:pt x="27" y="48"/>
                    <a:pt x="27" y="48"/>
                    <a:pt x="27" y="48"/>
                  </a:cubicBezTo>
                  <a:cubicBezTo>
                    <a:pt x="27" y="7"/>
                    <a:pt x="27" y="7"/>
                    <a:pt x="27" y="7"/>
                  </a:cubicBezTo>
                  <a:lnTo>
                    <a:pt x="3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54">
              <a:extLst>
                <a:ext uri="{FF2B5EF4-FFF2-40B4-BE49-F238E27FC236}">
                  <a16:creationId xmlns:a16="http://schemas.microsoft.com/office/drawing/2014/main" id="{E245B35F-6844-479B-B361-E73EC8191A71}"/>
                </a:ext>
              </a:extLst>
            </p:cNvPr>
            <p:cNvSpPr>
              <a:spLocks/>
            </p:cNvSpPr>
            <p:nvPr userDrawn="1"/>
          </p:nvSpPr>
          <p:spPr bwMode="white">
            <a:xfrm>
              <a:off x="1988" y="576"/>
              <a:ext cx="36" cy="231"/>
            </a:xfrm>
            <a:custGeom>
              <a:avLst/>
              <a:gdLst>
                <a:gd name="T0" fmla="*/ 35 w 25"/>
                <a:gd name="T1" fmla="*/ 0 h 162"/>
                <a:gd name="T2" fmla="*/ 1 w 25"/>
                <a:gd name="T3" fmla="*/ 0 h 162"/>
                <a:gd name="T4" fmla="*/ 0 w 25"/>
                <a:gd name="T5" fmla="*/ 1 h 162"/>
                <a:gd name="T6" fmla="*/ 0 w 25"/>
                <a:gd name="T7" fmla="*/ 6 h 162"/>
                <a:gd name="T8" fmla="*/ 1 w 25"/>
                <a:gd name="T9" fmla="*/ 9 h 162"/>
                <a:gd name="T10" fmla="*/ 12 w 25"/>
                <a:gd name="T11" fmla="*/ 9 h 162"/>
                <a:gd name="T12" fmla="*/ 13 w 25"/>
                <a:gd name="T13" fmla="*/ 9 h 162"/>
                <a:gd name="T14" fmla="*/ 12 w 25"/>
                <a:gd name="T15" fmla="*/ 11 h 162"/>
                <a:gd name="T16" fmla="*/ 6 w 25"/>
                <a:gd name="T17" fmla="*/ 14 h 162"/>
                <a:gd name="T18" fmla="*/ 4 w 25"/>
                <a:gd name="T19" fmla="*/ 17 h 162"/>
                <a:gd name="T20" fmla="*/ 4 w 25"/>
                <a:gd name="T21" fmla="*/ 227 h 162"/>
                <a:gd name="T22" fmla="*/ 19 w 25"/>
                <a:gd name="T23" fmla="*/ 231 h 162"/>
                <a:gd name="T24" fmla="*/ 33 w 25"/>
                <a:gd name="T25" fmla="*/ 227 h 162"/>
                <a:gd name="T26" fmla="*/ 33 w 25"/>
                <a:gd name="T27" fmla="*/ 10 h 162"/>
                <a:gd name="T28" fmla="*/ 33 w 25"/>
                <a:gd name="T29" fmla="*/ 9 h 162"/>
                <a:gd name="T30" fmla="*/ 35 w 25"/>
                <a:gd name="T31" fmla="*/ 9 h 162"/>
                <a:gd name="T32" fmla="*/ 36 w 25"/>
                <a:gd name="T33" fmla="*/ 6 h 162"/>
                <a:gd name="T34" fmla="*/ 36 w 25"/>
                <a:gd name="T35" fmla="*/ 1 h 162"/>
                <a:gd name="T36" fmla="*/ 35 w 25"/>
                <a:gd name="T37" fmla="*/ 0 h 1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62">
                  <a:moveTo>
                    <a:pt x="24" y="0"/>
                  </a:moveTo>
                  <a:cubicBezTo>
                    <a:pt x="1" y="0"/>
                    <a:pt x="1" y="0"/>
                    <a:pt x="1" y="0"/>
                  </a:cubicBezTo>
                  <a:cubicBezTo>
                    <a:pt x="0" y="0"/>
                    <a:pt x="0" y="0"/>
                    <a:pt x="0" y="1"/>
                  </a:cubicBezTo>
                  <a:cubicBezTo>
                    <a:pt x="0" y="4"/>
                    <a:pt x="0" y="4"/>
                    <a:pt x="0" y="4"/>
                  </a:cubicBezTo>
                  <a:cubicBezTo>
                    <a:pt x="0" y="5"/>
                    <a:pt x="0" y="6"/>
                    <a:pt x="1" y="6"/>
                  </a:cubicBezTo>
                  <a:cubicBezTo>
                    <a:pt x="8" y="6"/>
                    <a:pt x="8" y="6"/>
                    <a:pt x="8" y="6"/>
                  </a:cubicBezTo>
                  <a:cubicBezTo>
                    <a:pt x="9" y="6"/>
                    <a:pt x="9" y="6"/>
                    <a:pt x="9" y="6"/>
                  </a:cubicBezTo>
                  <a:cubicBezTo>
                    <a:pt x="9" y="7"/>
                    <a:pt x="8" y="7"/>
                    <a:pt x="8" y="8"/>
                  </a:cubicBezTo>
                  <a:cubicBezTo>
                    <a:pt x="4" y="10"/>
                    <a:pt x="4" y="10"/>
                    <a:pt x="4" y="10"/>
                  </a:cubicBezTo>
                  <a:cubicBezTo>
                    <a:pt x="4" y="10"/>
                    <a:pt x="3" y="11"/>
                    <a:pt x="3" y="12"/>
                  </a:cubicBezTo>
                  <a:cubicBezTo>
                    <a:pt x="3" y="159"/>
                    <a:pt x="3" y="159"/>
                    <a:pt x="3" y="159"/>
                  </a:cubicBezTo>
                  <a:cubicBezTo>
                    <a:pt x="3" y="161"/>
                    <a:pt x="8" y="162"/>
                    <a:pt x="13" y="162"/>
                  </a:cubicBezTo>
                  <a:cubicBezTo>
                    <a:pt x="17" y="162"/>
                    <a:pt x="22" y="161"/>
                    <a:pt x="23" y="159"/>
                  </a:cubicBezTo>
                  <a:cubicBezTo>
                    <a:pt x="23" y="159"/>
                    <a:pt x="22" y="20"/>
                    <a:pt x="23" y="7"/>
                  </a:cubicBezTo>
                  <a:cubicBezTo>
                    <a:pt x="23" y="6"/>
                    <a:pt x="23" y="6"/>
                    <a:pt x="23" y="6"/>
                  </a:cubicBezTo>
                  <a:cubicBezTo>
                    <a:pt x="23" y="6"/>
                    <a:pt x="24" y="6"/>
                    <a:pt x="24" y="6"/>
                  </a:cubicBezTo>
                  <a:cubicBezTo>
                    <a:pt x="25" y="6"/>
                    <a:pt x="25" y="5"/>
                    <a:pt x="25" y="4"/>
                  </a:cubicBezTo>
                  <a:cubicBezTo>
                    <a:pt x="25" y="1"/>
                    <a:pt x="25" y="1"/>
                    <a:pt x="25" y="1"/>
                  </a:cubicBezTo>
                  <a:cubicBezTo>
                    <a:pt x="25" y="0"/>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55">
              <a:extLst>
                <a:ext uri="{FF2B5EF4-FFF2-40B4-BE49-F238E27FC236}">
                  <a16:creationId xmlns:a16="http://schemas.microsoft.com/office/drawing/2014/main" id="{5E0CCDFC-C25D-47A6-AA4B-3CF54103FB4D}"/>
                </a:ext>
              </a:extLst>
            </p:cNvPr>
            <p:cNvSpPr>
              <a:spLocks/>
            </p:cNvSpPr>
            <p:nvPr userDrawn="1"/>
          </p:nvSpPr>
          <p:spPr bwMode="white">
            <a:xfrm>
              <a:off x="1811" y="563"/>
              <a:ext cx="35" cy="254"/>
            </a:xfrm>
            <a:custGeom>
              <a:avLst/>
              <a:gdLst>
                <a:gd name="T0" fmla="*/ 34 w 25"/>
                <a:gd name="T1" fmla="*/ 0 h 178"/>
                <a:gd name="T2" fmla="*/ 1 w 25"/>
                <a:gd name="T3" fmla="*/ 0 h 178"/>
                <a:gd name="T4" fmla="*/ 0 w 25"/>
                <a:gd name="T5" fmla="*/ 3 h 178"/>
                <a:gd name="T6" fmla="*/ 0 w 25"/>
                <a:gd name="T7" fmla="*/ 6 h 178"/>
                <a:gd name="T8" fmla="*/ 1 w 25"/>
                <a:gd name="T9" fmla="*/ 9 h 178"/>
                <a:gd name="T10" fmla="*/ 11 w 25"/>
                <a:gd name="T11" fmla="*/ 9 h 178"/>
                <a:gd name="T12" fmla="*/ 13 w 25"/>
                <a:gd name="T13" fmla="*/ 9 h 178"/>
                <a:gd name="T14" fmla="*/ 11 w 25"/>
                <a:gd name="T15" fmla="*/ 11 h 178"/>
                <a:gd name="T16" fmla="*/ 6 w 25"/>
                <a:gd name="T17" fmla="*/ 14 h 178"/>
                <a:gd name="T18" fmla="*/ 4 w 25"/>
                <a:gd name="T19" fmla="*/ 17 h 178"/>
                <a:gd name="T20" fmla="*/ 4 w 25"/>
                <a:gd name="T21" fmla="*/ 250 h 178"/>
                <a:gd name="T22" fmla="*/ 18 w 25"/>
                <a:gd name="T23" fmla="*/ 254 h 178"/>
                <a:gd name="T24" fmla="*/ 32 w 25"/>
                <a:gd name="T25" fmla="*/ 250 h 178"/>
                <a:gd name="T26" fmla="*/ 32 w 25"/>
                <a:gd name="T27" fmla="*/ 10 h 178"/>
                <a:gd name="T28" fmla="*/ 32 w 25"/>
                <a:gd name="T29" fmla="*/ 9 h 178"/>
                <a:gd name="T30" fmla="*/ 34 w 25"/>
                <a:gd name="T31" fmla="*/ 9 h 178"/>
                <a:gd name="T32" fmla="*/ 35 w 25"/>
                <a:gd name="T33" fmla="*/ 6 h 178"/>
                <a:gd name="T34" fmla="*/ 35 w 25"/>
                <a:gd name="T35" fmla="*/ 3 h 178"/>
                <a:gd name="T36" fmla="*/ 34 w 25"/>
                <a:gd name="T37" fmla="*/ 0 h 1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78">
                  <a:moveTo>
                    <a:pt x="24" y="0"/>
                  </a:moveTo>
                  <a:cubicBezTo>
                    <a:pt x="1" y="0"/>
                    <a:pt x="1" y="0"/>
                    <a:pt x="1" y="0"/>
                  </a:cubicBezTo>
                  <a:cubicBezTo>
                    <a:pt x="0" y="0"/>
                    <a:pt x="0" y="0"/>
                    <a:pt x="0" y="2"/>
                  </a:cubicBezTo>
                  <a:cubicBezTo>
                    <a:pt x="0" y="4"/>
                    <a:pt x="0" y="4"/>
                    <a:pt x="0" y="4"/>
                  </a:cubicBezTo>
                  <a:cubicBezTo>
                    <a:pt x="0" y="5"/>
                    <a:pt x="0" y="6"/>
                    <a:pt x="1" y="6"/>
                  </a:cubicBezTo>
                  <a:cubicBezTo>
                    <a:pt x="8" y="6"/>
                    <a:pt x="8" y="6"/>
                    <a:pt x="8" y="6"/>
                  </a:cubicBezTo>
                  <a:cubicBezTo>
                    <a:pt x="9" y="6"/>
                    <a:pt x="9" y="6"/>
                    <a:pt x="9" y="6"/>
                  </a:cubicBezTo>
                  <a:cubicBezTo>
                    <a:pt x="9" y="7"/>
                    <a:pt x="8" y="8"/>
                    <a:pt x="8" y="8"/>
                  </a:cubicBezTo>
                  <a:cubicBezTo>
                    <a:pt x="4" y="10"/>
                    <a:pt x="4" y="10"/>
                    <a:pt x="4" y="10"/>
                  </a:cubicBezTo>
                  <a:cubicBezTo>
                    <a:pt x="4" y="10"/>
                    <a:pt x="3" y="11"/>
                    <a:pt x="3" y="12"/>
                  </a:cubicBezTo>
                  <a:cubicBezTo>
                    <a:pt x="3" y="175"/>
                    <a:pt x="3" y="175"/>
                    <a:pt x="3" y="175"/>
                  </a:cubicBezTo>
                  <a:cubicBezTo>
                    <a:pt x="4" y="178"/>
                    <a:pt x="8" y="178"/>
                    <a:pt x="13" y="178"/>
                  </a:cubicBezTo>
                  <a:cubicBezTo>
                    <a:pt x="17" y="178"/>
                    <a:pt x="22" y="178"/>
                    <a:pt x="23" y="175"/>
                  </a:cubicBezTo>
                  <a:cubicBezTo>
                    <a:pt x="23" y="175"/>
                    <a:pt x="22" y="20"/>
                    <a:pt x="23" y="7"/>
                  </a:cubicBezTo>
                  <a:cubicBezTo>
                    <a:pt x="23" y="6"/>
                    <a:pt x="23" y="6"/>
                    <a:pt x="23" y="6"/>
                  </a:cubicBezTo>
                  <a:cubicBezTo>
                    <a:pt x="23" y="6"/>
                    <a:pt x="24" y="6"/>
                    <a:pt x="24" y="6"/>
                  </a:cubicBezTo>
                  <a:cubicBezTo>
                    <a:pt x="25" y="6"/>
                    <a:pt x="25" y="5"/>
                    <a:pt x="25" y="4"/>
                  </a:cubicBezTo>
                  <a:cubicBezTo>
                    <a:pt x="25" y="2"/>
                    <a:pt x="25" y="2"/>
                    <a:pt x="25" y="2"/>
                  </a:cubicBezTo>
                  <a:cubicBezTo>
                    <a:pt x="25" y="1"/>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56">
              <a:extLst>
                <a:ext uri="{FF2B5EF4-FFF2-40B4-BE49-F238E27FC236}">
                  <a16:creationId xmlns:a16="http://schemas.microsoft.com/office/drawing/2014/main" id="{DB123158-9C2D-4082-B389-4E60798D0B4B}"/>
                </a:ext>
              </a:extLst>
            </p:cNvPr>
            <p:cNvSpPr>
              <a:spLocks/>
            </p:cNvSpPr>
            <p:nvPr userDrawn="1"/>
          </p:nvSpPr>
          <p:spPr bwMode="white">
            <a:xfrm>
              <a:off x="1746" y="576"/>
              <a:ext cx="38" cy="231"/>
            </a:xfrm>
            <a:custGeom>
              <a:avLst/>
              <a:gdLst>
                <a:gd name="T0" fmla="*/ 37 w 26"/>
                <a:gd name="T1" fmla="*/ 0 h 162"/>
                <a:gd name="T2" fmla="*/ 3 w 26"/>
                <a:gd name="T3" fmla="*/ 0 h 162"/>
                <a:gd name="T4" fmla="*/ 0 w 26"/>
                <a:gd name="T5" fmla="*/ 3 h 162"/>
                <a:gd name="T6" fmla="*/ 0 w 26"/>
                <a:gd name="T7" fmla="*/ 6 h 162"/>
                <a:gd name="T8" fmla="*/ 3 w 26"/>
                <a:gd name="T9" fmla="*/ 9 h 162"/>
                <a:gd name="T10" fmla="*/ 13 w 26"/>
                <a:gd name="T11" fmla="*/ 9 h 162"/>
                <a:gd name="T12" fmla="*/ 15 w 26"/>
                <a:gd name="T13" fmla="*/ 9 h 162"/>
                <a:gd name="T14" fmla="*/ 13 w 26"/>
                <a:gd name="T15" fmla="*/ 11 h 162"/>
                <a:gd name="T16" fmla="*/ 7 w 26"/>
                <a:gd name="T17" fmla="*/ 14 h 162"/>
                <a:gd name="T18" fmla="*/ 6 w 26"/>
                <a:gd name="T19" fmla="*/ 19 h 162"/>
                <a:gd name="T20" fmla="*/ 6 w 26"/>
                <a:gd name="T21" fmla="*/ 227 h 162"/>
                <a:gd name="T22" fmla="*/ 20 w 26"/>
                <a:gd name="T23" fmla="*/ 231 h 162"/>
                <a:gd name="T24" fmla="*/ 34 w 26"/>
                <a:gd name="T25" fmla="*/ 227 h 162"/>
                <a:gd name="T26" fmla="*/ 34 w 26"/>
                <a:gd name="T27" fmla="*/ 10 h 162"/>
                <a:gd name="T28" fmla="*/ 35 w 26"/>
                <a:gd name="T29" fmla="*/ 9 h 162"/>
                <a:gd name="T30" fmla="*/ 37 w 26"/>
                <a:gd name="T31" fmla="*/ 9 h 162"/>
                <a:gd name="T32" fmla="*/ 38 w 26"/>
                <a:gd name="T33" fmla="*/ 7 h 162"/>
                <a:gd name="T34" fmla="*/ 38 w 26"/>
                <a:gd name="T35" fmla="*/ 3 h 162"/>
                <a:gd name="T36" fmla="*/ 37 w 26"/>
                <a:gd name="T37" fmla="*/ 0 h 1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6" h="162">
                  <a:moveTo>
                    <a:pt x="25" y="0"/>
                  </a:moveTo>
                  <a:cubicBezTo>
                    <a:pt x="2" y="0"/>
                    <a:pt x="2" y="0"/>
                    <a:pt x="2" y="0"/>
                  </a:cubicBezTo>
                  <a:cubicBezTo>
                    <a:pt x="1" y="0"/>
                    <a:pt x="0" y="1"/>
                    <a:pt x="0" y="2"/>
                  </a:cubicBezTo>
                  <a:cubicBezTo>
                    <a:pt x="0" y="4"/>
                    <a:pt x="0" y="4"/>
                    <a:pt x="0" y="4"/>
                  </a:cubicBezTo>
                  <a:cubicBezTo>
                    <a:pt x="0" y="6"/>
                    <a:pt x="1" y="6"/>
                    <a:pt x="2" y="6"/>
                  </a:cubicBezTo>
                  <a:cubicBezTo>
                    <a:pt x="9" y="6"/>
                    <a:pt x="9" y="6"/>
                    <a:pt x="9" y="6"/>
                  </a:cubicBezTo>
                  <a:cubicBezTo>
                    <a:pt x="10" y="6"/>
                    <a:pt x="10" y="6"/>
                    <a:pt x="10" y="6"/>
                  </a:cubicBezTo>
                  <a:cubicBezTo>
                    <a:pt x="10" y="7"/>
                    <a:pt x="9" y="8"/>
                    <a:pt x="9" y="8"/>
                  </a:cubicBezTo>
                  <a:cubicBezTo>
                    <a:pt x="5" y="10"/>
                    <a:pt x="5" y="10"/>
                    <a:pt x="5" y="10"/>
                  </a:cubicBezTo>
                  <a:cubicBezTo>
                    <a:pt x="5" y="11"/>
                    <a:pt x="4" y="11"/>
                    <a:pt x="4" y="13"/>
                  </a:cubicBezTo>
                  <a:cubicBezTo>
                    <a:pt x="4" y="159"/>
                    <a:pt x="4" y="159"/>
                    <a:pt x="4" y="159"/>
                  </a:cubicBezTo>
                  <a:cubicBezTo>
                    <a:pt x="4" y="162"/>
                    <a:pt x="9" y="162"/>
                    <a:pt x="14" y="162"/>
                  </a:cubicBezTo>
                  <a:cubicBezTo>
                    <a:pt x="18" y="162"/>
                    <a:pt x="23" y="162"/>
                    <a:pt x="23" y="159"/>
                  </a:cubicBezTo>
                  <a:cubicBezTo>
                    <a:pt x="23" y="159"/>
                    <a:pt x="23" y="20"/>
                    <a:pt x="23" y="7"/>
                  </a:cubicBezTo>
                  <a:cubicBezTo>
                    <a:pt x="23" y="6"/>
                    <a:pt x="24" y="6"/>
                    <a:pt x="24" y="6"/>
                  </a:cubicBezTo>
                  <a:cubicBezTo>
                    <a:pt x="24" y="6"/>
                    <a:pt x="25" y="6"/>
                    <a:pt x="25" y="6"/>
                  </a:cubicBezTo>
                  <a:cubicBezTo>
                    <a:pt x="26" y="6"/>
                    <a:pt x="26" y="6"/>
                    <a:pt x="26" y="5"/>
                  </a:cubicBezTo>
                  <a:cubicBezTo>
                    <a:pt x="26" y="2"/>
                    <a:pt x="26" y="2"/>
                    <a:pt x="26" y="2"/>
                  </a:cubicBezTo>
                  <a:cubicBezTo>
                    <a:pt x="26" y="1"/>
                    <a:pt x="26" y="0"/>
                    <a:pt x="2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57">
              <a:extLst>
                <a:ext uri="{FF2B5EF4-FFF2-40B4-BE49-F238E27FC236}">
                  <a16:creationId xmlns:a16="http://schemas.microsoft.com/office/drawing/2014/main" id="{CB594067-B9F4-4125-AAFE-496D1C324A12}"/>
                </a:ext>
              </a:extLst>
            </p:cNvPr>
            <p:cNvSpPr>
              <a:spLocks/>
            </p:cNvSpPr>
            <p:nvPr userDrawn="1"/>
          </p:nvSpPr>
          <p:spPr bwMode="white">
            <a:xfrm>
              <a:off x="2347" y="461"/>
              <a:ext cx="318" cy="266"/>
            </a:xfrm>
            <a:custGeom>
              <a:avLst/>
              <a:gdLst>
                <a:gd name="T0" fmla="*/ 318 w 222"/>
                <a:gd name="T1" fmla="*/ 0 h 186"/>
                <a:gd name="T2" fmla="*/ 318 w 222"/>
                <a:gd name="T3" fmla="*/ 7 h 186"/>
                <a:gd name="T4" fmla="*/ 281 w 222"/>
                <a:gd name="T5" fmla="*/ 46 h 186"/>
                <a:gd name="T6" fmla="*/ 281 w 222"/>
                <a:gd name="T7" fmla="*/ 159 h 186"/>
                <a:gd name="T8" fmla="*/ 156 w 222"/>
                <a:gd name="T9" fmla="*/ 266 h 186"/>
                <a:gd name="T10" fmla="*/ 36 w 222"/>
                <a:gd name="T11" fmla="*/ 162 h 186"/>
                <a:gd name="T12" fmla="*/ 36 w 222"/>
                <a:gd name="T13" fmla="*/ 39 h 186"/>
                <a:gd name="T14" fmla="*/ 0 w 222"/>
                <a:gd name="T15" fmla="*/ 7 h 186"/>
                <a:gd name="T16" fmla="*/ 0 w 222"/>
                <a:gd name="T17" fmla="*/ 0 h 186"/>
                <a:gd name="T18" fmla="*/ 107 w 222"/>
                <a:gd name="T19" fmla="*/ 0 h 186"/>
                <a:gd name="T20" fmla="*/ 107 w 222"/>
                <a:gd name="T21" fmla="*/ 7 h 186"/>
                <a:gd name="T22" fmla="*/ 103 w 222"/>
                <a:gd name="T23" fmla="*/ 7 h 186"/>
                <a:gd name="T24" fmla="*/ 70 w 222"/>
                <a:gd name="T25" fmla="*/ 39 h 186"/>
                <a:gd name="T26" fmla="*/ 70 w 222"/>
                <a:gd name="T27" fmla="*/ 154 h 186"/>
                <a:gd name="T28" fmla="*/ 166 w 222"/>
                <a:gd name="T29" fmla="*/ 245 h 186"/>
                <a:gd name="T30" fmla="*/ 261 w 222"/>
                <a:gd name="T31" fmla="*/ 154 h 186"/>
                <a:gd name="T32" fmla="*/ 261 w 222"/>
                <a:gd name="T33" fmla="*/ 57 h 186"/>
                <a:gd name="T34" fmla="*/ 221 w 222"/>
                <a:gd name="T35" fmla="*/ 7 h 186"/>
                <a:gd name="T36" fmla="*/ 221 w 222"/>
                <a:gd name="T37" fmla="*/ 0 h 186"/>
                <a:gd name="T38" fmla="*/ 318 w 222"/>
                <a:gd name="T39" fmla="*/ 0 h 18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22" h="186">
                  <a:moveTo>
                    <a:pt x="222" y="0"/>
                  </a:moveTo>
                  <a:cubicBezTo>
                    <a:pt x="222" y="5"/>
                    <a:pt x="222" y="5"/>
                    <a:pt x="222" y="5"/>
                  </a:cubicBezTo>
                  <a:cubicBezTo>
                    <a:pt x="203" y="6"/>
                    <a:pt x="196" y="14"/>
                    <a:pt x="196" y="32"/>
                  </a:cubicBezTo>
                  <a:cubicBezTo>
                    <a:pt x="196" y="111"/>
                    <a:pt x="196" y="111"/>
                    <a:pt x="196" y="111"/>
                  </a:cubicBezTo>
                  <a:cubicBezTo>
                    <a:pt x="196" y="147"/>
                    <a:pt x="173" y="186"/>
                    <a:pt x="109" y="186"/>
                  </a:cubicBezTo>
                  <a:cubicBezTo>
                    <a:pt x="54" y="186"/>
                    <a:pt x="25" y="154"/>
                    <a:pt x="25" y="113"/>
                  </a:cubicBezTo>
                  <a:cubicBezTo>
                    <a:pt x="25" y="27"/>
                    <a:pt x="25" y="27"/>
                    <a:pt x="25" y="27"/>
                  </a:cubicBezTo>
                  <a:cubicBezTo>
                    <a:pt x="25" y="9"/>
                    <a:pt x="20" y="6"/>
                    <a:pt x="0" y="5"/>
                  </a:cubicBezTo>
                  <a:cubicBezTo>
                    <a:pt x="0" y="0"/>
                    <a:pt x="0" y="0"/>
                    <a:pt x="0" y="0"/>
                  </a:cubicBezTo>
                  <a:cubicBezTo>
                    <a:pt x="75" y="0"/>
                    <a:pt x="75" y="0"/>
                    <a:pt x="75" y="0"/>
                  </a:cubicBezTo>
                  <a:cubicBezTo>
                    <a:pt x="75" y="5"/>
                    <a:pt x="75" y="5"/>
                    <a:pt x="75" y="5"/>
                  </a:cubicBezTo>
                  <a:cubicBezTo>
                    <a:pt x="72" y="5"/>
                    <a:pt x="72" y="5"/>
                    <a:pt x="72" y="5"/>
                  </a:cubicBezTo>
                  <a:cubicBezTo>
                    <a:pt x="56" y="5"/>
                    <a:pt x="49" y="10"/>
                    <a:pt x="49" y="27"/>
                  </a:cubicBezTo>
                  <a:cubicBezTo>
                    <a:pt x="49" y="108"/>
                    <a:pt x="49" y="108"/>
                    <a:pt x="49" y="108"/>
                  </a:cubicBezTo>
                  <a:cubicBezTo>
                    <a:pt x="49" y="147"/>
                    <a:pt x="72" y="171"/>
                    <a:pt x="116" y="171"/>
                  </a:cubicBezTo>
                  <a:cubicBezTo>
                    <a:pt x="149" y="171"/>
                    <a:pt x="182" y="157"/>
                    <a:pt x="182" y="108"/>
                  </a:cubicBezTo>
                  <a:cubicBezTo>
                    <a:pt x="182" y="40"/>
                    <a:pt x="182" y="40"/>
                    <a:pt x="182" y="40"/>
                  </a:cubicBezTo>
                  <a:cubicBezTo>
                    <a:pt x="182" y="12"/>
                    <a:pt x="178" y="7"/>
                    <a:pt x="154" y="5"/>
                  </a:cubicBezTo>
                  <a:cubicBezTo>
                    <a:pt x="154" y="0"/>
                    <a:pt x="154" y="0"/>
                    <a:pt x="154" y="0"/>
                  </a:cubicBez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58">
              <a:extLst>
                <a:ext uri="{FF2B5EF4-FFF2-40B4-BE49-F238E27FC236}">
                  <a16:creationId xmlns:a16="http://schemas.microsoft.com/office/drawing/2014/main" id="{A36F4AB2-814D-400F-94D0-996647530450}"/>
                </a:ext>
              </a:extLst>
            </p:cNvPr>
            <p:cNvSpPr>
              <a:spLocks/>
            </p:cNvSpPr>
            <p:nvPr userDrawn="1"/>
          </p:nvSpPr>
          <p:spPr bwMode="white">
            <a:xfrm>
              <a:off x="2658" y="461"/>
              <a:ext cx="320" cy="263"/>
            </a:xfrm>
            <a:custGeom>
              <a:avLst/>
              <a:gdLst>
                <a:gd name="T0" fmla="*/ 271 w 224"/>
                <a:gd name="T1" fmla="*/ 263 h 184"/>
                <a:gd name="T2" fmla="*/ 54 w 224"/>
                <a:gd name="T3" fmla="*/ 36 h 184"/>
                <a:gd name="T4" fmla="*/ 54 w 224"/>
                <a:gd name="T5" fmla="*/ 216 h 184"/>
                <a:gd name="T6" fmla="*/ 97 w 224"/>
                <a:gd name="T7" fmla="*/ 252 h 184"/>
                <a:gd name="T8" fmla="*/ 97 w 224"/>
                <a:gd name="T9" fmla="*/ 260 h 184"/>
                <a:gd name="T10" fmla="*/ 0 w 224"/>
                <a:gd name="T11" fmla="*/ 260 h 184"/>
                <a:gd name="T12" fmla="*/ 0 w 224"/>
                <a:gd name="T13" fmla="*/ 252 h 184"/>
                <a:gd name="T14" fmla="*/ 1 w 224"/>
                <a:gd name="T15" fmla="*/ 252 h 184"/>
                <a:gd name="T16" fmla="*/ 36 w 224"/>
                <a:gd name="T17" fmla="*/ 223 h 184"/>
                <a:gd name="T18" fmla="*/ 36 w 224"/>
                <a:gd name="T19" fmla="*/ 19 h 184"/>
                <a:gd name="T20" fmla="*/ 1 w 224"/>
                <a:gd name="T21" fmla="*/ 7 h 184"/>
                <a:gd name="T22" fmla="*/ 1 w 224"/>
                <a:gd name="T23" fmla="*/ 0 h 184"/>
                <a:gd name="T24" fmla="*/ 67 w 224"/>
                <a:gd name="T25" fmla="*/ 0 h 184"/>
                <a:gd name="T26" fmla="*/ 263 w 224"/>
                <a:gd name="T27" fmla="*/ 204 h 184"/>
                <a:gd name="T28" fmla="*/ 263 w 224"/>
                <a:gd name="T29" fmla="*/ 39 h 184"/>
                <a:gd name="T30" fmla="*/ 221 w 224"/>
                <a:gd name="T31" fmla="*/ 7 h 184"/>
                <a:gd name="T32" fmla="*/ 221 w 224"/>
                <a:gd name="T33" fmla="*/ 0 h 184"/>
                <a:gd name="T34" fmla="*/ 320 w 224"/>
                <a:gd name="T35" fmla="*/ 0 h 184"/>
                <a:gd name="T36" fmla="*/ 320 w 224"/>
                <a:gd name="T37" fmla="*/ 7 h 184"/>
                <a:gd name="T38" fmla="*/ 281 w 224"/>
                <a:gd name="T39" fmla="*/ 30 h 184"/>
                <a:gd name="T40" fmla="*/ 281 w 224"/>
                <a:gd name="T41" fmla="*/ 263 h 184"/>
                <a:gd name="T42" fmla="*/ 271 w 224"/>
                <a:gd name="T43" fmla="*/ 263 h 18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4" h="184">
                  <a:moveTo>
                    <a:pt x="190" y="184"/>
                  </a:moveTo>
                  <a:cubicBezTo>
                    <a:pt x="38" y="25"/>
                    <a:pt x="38" y="25"/>
                    <a:pt x="38" y="25"/>
                  </a:cubicBezTo>
                  <a:cubicBezTo>
                    <a:pt x="38" y="151"/>
                    <a:pt x="38" y="151"/>
                    <a:pt x="38" y="151"/>
                  </a:cubicBezTo>
                  <a:cubicBezTo>
                    <a:pt x="38" y="172"/>
                    <a:pt x="43" y="176"/>
                    <a:pt x="68" y="176"/>
                  </a:cubicBezTo>
                  <a:cubicBezTo>
                    <a:pt x="68" y="182"/>
                    <a:pt x="68" y="182"/>
                    <a:pt x="68" y="182"/>
                  </a:cubicBezTo>
                  <a:cubicBezTo>
                    <a:pt x="0" y="182"/>
                    <a:pt x="0" y="182"/>
                    <a:pt x="0" y="182"/>
                  </a:cubicBezTo>
                  <a:cubicBezTo>
                    <a:pt x="0" y="176"/>
                    <a:pt x="0" y="176"/>
                    <a:pt x="0" y="176"/>
                  </a:cubicBezTo>
                  <a:cubicBezTo>
                    <a:pt x="1" y="176"/>
                    <a:pt x="1" y="176"/>
                    <a:pt x="1" y="176"/>
                  </a:cubicBezTo>
                  <a:cubicBezTo>
                    <a:pt x="19" y="176"/>
                    <a:pt x="25" y="170"/>
                    <a:pt x="25" y="156"/>
                  </a:cubicBezTo>
                  <a:cubicBezTo>
                    <a:pt x="25" y="13"/>
                    <a:pt x="25" y="13"/>
                    <a:pt x="25" y="13"/>
                  </a:cubicBezTo>
                  <a:cubicBezTo>
                    <a:pt x="19" y="8"/>
                    <a:pt x="11" y="6"/>
                    <a:pt x="1" y="5"/>
                  </a:cubicBezTo>
                  <a:cubicBezTo>
                    <a:pt x="1" y="0"/>
                    <a:pt x="1" y="0"/>
                    <a:pt x="1" y="0"/>
                  </a:cubicBezTo>
                  <a:cubicBezTo>
                    <a:pt x="47" y="0"/>
                    <a:pt x="47" y="0"/>
                    <a:pt x="47" y="0"/>
                  </a:cubicBezTo>
                  <a:cubicBezTo>
                    <a:pt x="184" y="143"/>
                    <a:pt x="184" y="143"/>
                    <a:pt x="184" y="143"/>
                  </a:cubicBezTo>
                  <a:cubicBezTo>
                    <a:pt x="184" y="27"/>
                    <a:pt x="184" y="27"/>
                    <a:pt x="184" y="27"/>
                  </a:cubicBezTo>
                  <a:cubicBezTo>
                    <a:pt x="184" y="9"/>
                    <a:pt x="179" y="6"/>
                    <a:pt x="155" y="5"/>
                  </a:cubicBezTo>
                  <a:cubicBezTo>
                    <a:pt x="155" y="0"/>
                    <a:pt x="155" y="0"/>
                    <a:pt x="155" y="0"/>
                  </a:cubicBezTo>
                  <a:cubicBezTo>
                    <a:pt x="224" y="0"/>
                    <a:pt x="224" y="0"/>
                    <a:pt x="224" y="0"/>
                  </a:cubicBezTo>
                  <a:cubicBezTo>
                    <a:pt x="224" y="5"/>
                    <a:pt x="224" y="5"/>
                    <a:pt x="224" y="5"/>
                  </a:cubicBezTo>
                  <a:cubicBezTo>
                    <a:pt x="202" y="5"/>
                    <a:pt x="197" y="9"/>
                    <a:pt x="197" y="21"/>
                  </a:cubicBezTo>
                  <a:cubicBezTo>
                    <a:pt x="197" y="184"/>
                    <a:pt x="197" y="184"/>
                    <a:pt x="197" y="184"/>
                  </a:cubicBezTo>
                  <a:lnTo>
                    <a:pt x="190" y="18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59">
              <a:extLst>
                <a:ext uri="{FF2B5EF4-FFF2-40B4-BE49-F238E27FC236}">
                  <a16:creationId xmlns:a16="http://schemas.microsoft.com/office/drawing/2014/main" id="{4F04D44A-4FBE-49E7-BE94-6202714B2605}"/>
                </a:ext>
              </a:extLst>
            </p:cNvPr>
            <p:cNvSpPr>
              <a:spLocks/>
            </p:cNvSpPr>
            <p:nvPr userDrawn="1"/>
          </p:nvSpPr>
          <p:spPr bwMode="white">
            <a:xfrm>
              <a:off x="2980" y="455"/>
              <a:ext cx="266" cy="272"/>
            </a:xfrm>
            <a:custGeom>
              <a:avLst/>
              <a:gdLst>
                <a:gd name="T0" fmla="*/ 247 w 186"/>
                <a:gd name="T1" fmla="*/ 74 h 190"/>
                <a:gd name="T2" fmla="*/ 152 w 186"/>
                <a:gd name="T3" fmla="*/ 10 h 190"/>
                <a:gd name="T4" fmla="*/ 39 w 186"/>
                <a:gd name="T5" fmla="*/ 130 h 190"/>
                <a:gd name="T6" fmla="*/ 157 w 186"/>
                <a:gd name="T7" fmla="*/ 262 h 190"/>
                <a:gd name="T8" fmla="*/ 259 w 186"/>
                <a:gd name="T9" fmla="*/ 200 h 190"/>
                <a:gd name="T10" fmla="*/ 266 w 186"/>
                <a:gd name="T11" fmla="*/ 200 h 190"/>
                <a:gd name="T12" fmla="*/ 240 w 186"/>
                <a:gd name="T13" fmla="*/ 261 h 190"/>
                <a:gd name="T14" fmla="*/ 146 w 186"/>
                <a:gd name="T15" fmla="*/ 272 h 190"/>
                <a:gd name="T16" fmla="*/ 0 w 186"/>
                <a:gd name="T17" fmla="*/ 139 h 190"/>
                <a:gd name="T18" fmla="*/ 150 w 186"/>
                <a:gd name="T19" fmla="*/ 0 h 190"/>
                <a:gd name="T20" fmla="*/ 237 w 186"/>
                <a:gd name="T21" fmla="*/ 16 h 190"/>
                <a:gd name="T22" fmla="*/ 246 w 186"/>
                <a:gd name="T23" fmla="*/ 13 h 190"/>
                <a:gd name="T24" fmla="*/ 252 w 186"/>
                <a:gd name="T25" fmla="*/ 13 h 190"/>
                <a:gd name="T26" fmla="*/ 256 w 186"/>
                <a:gd name="T27" fmla="*/ 74 h 190"/>
                <a:gd name="T28" fmla="*/ 247 w 186"/>
                <a:gd name="T29" fmla="*/ 74 h 1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6" h="190">
                  <a:moveTo>
                    <a:pt x="173" y="52"/>
                  </a:moveTo>
                  <a:cubicBezTo>
                    <a:pt x="163" y="25"/>
                    <a:pt x="138" y="7"/>
                    <a:pt x="106" y="7"/>
                  </a:cubicBezTo>
                  <a:cubicBezTo>
                    <a:pt x="58" y="7"/>
                    <a:pt x="27" y="42"/>
                    <a:pt x="27" y="91"/>
                  </a:cubicBezTo>
                  <a:cubicBezTo>
                    <a:pt x="27" y="144"/>
                    <a:pt x="65" y="183"/>
                    <a:pt x="110" y="183"/>
                  </a:cubicBezTo>
                  <a:cubicBezTo>
                    <a:pt x="133" y="183"/>
                    <a:pt x="161" y="175"/>
                    <a:pt x="181" y="140"/>
                  </a:cubicBezTo>
                  <a:cubicBezTo>
                    <a:pt x="186" y="140"/>
                    <a:pt x="186" y="140"/>
                    <a:pt x="186" y="140"/>
                  </a:cubicBezTo>
                  <a:cubicBezTo>
                    <a:pt x="183" y="153"/>
                    <a:pt x="175" y="171"/>
                    <a:pt x="168" y="182"/>
                  </a:cubicBezTo>
                  <a:cubicBezTo>
                    <a:pt x="149" y="180"/>
                    <a:pt x="136" y="190"/>
                    <a:pt x="102" y="190"/>
                  </a:cubicBezTo>
                  <a:cubicBezTo>
                    <a:pt x="43" y="190"/>
                    <a:pt x="0" y="151"/>
                    <a:pt x="0" y="97"/>
                  </a:cubicBezTo>
                  <a:cubicBezTo>
                    <a:pt x="0" y="40"/>
                    <a:pt x="44" y="0"/>
                    <a:pt x="105" y="0"/>
                  </a:cubicBezTo>
                  <a:cubicBezTo>
                    <a:pt x="142" y="0"/>
                    <a:pt x="157" y="11"/>
                    <a:pt x="166" y="11"/>
                  </a:cubicBezTo>
                  <a:cubicBezTo>
                    <a:pt x="170" y="11"/>
                    <a:pt x="171" y="10"/>
                    <a:pt x="172" y="9"/>
                  </a:cubicBezTo>
                  <a:cubicBezTo>
                    <a:pt x="176" y="9"/>
                    <a:pt x="176" y="9"/>
                    <a:pt x="176" y="9"/>
                  </a:cubicBezTo>
                  <a:cubicBezTo>
                    <a:pt x="179" y="52"/>
                    <a:pt x="179" y="52"/>
                    <a:pt x="179" y="52"/>
                  </a:cubicBezTo>
                  <a:lnTo>
                    <a:pt x="173" y="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2770" name="Rectangle 2"/>
          <p:cNvSpPr>
            <a:spLocks noGrp="1" noChangeArrowheads="1"/>
          </p:cNvSpPr>
          <p:nvPr>
            <p:ph type="ctrTitle"/>
          </p:nvPr>
        </p:nvSpPr>
        <p:spPr bwMode="auto">
          <a:xfrm>
            <a:off x="0" y="3178175"/>
            <a:ext cx="9144000" cy="1470025"/>
          </a:xfrm>
          <a:effectLst/>
        </p:spPr>
        <p:txBody>
          <a:bodyPr/>
          <a:lstStyle>
            <a:lvl1pPr algn="ctr">
              <a:defRPr sz="4800">
                <a:solidFill>
                  <a:srgbClr val="336699"/>
                </a:solidFill>
              </a:defRPr>
            </a:lvl1pPr>
          </a:lstStyle>
          <a:p>
            <a:r>
              <a:rPr lang="en-US"/>
              <a:t>Click to edit Master title style</a:t>
            </a:r>
          </a:p>
        </p:txBody>
      </p:sp>
      <p:sp>
        <p:nvSpPr>
          <p:cNvPr id="32771" name="Rectangle 3"/>
          <p:cNvSpPr>
            <a:spLocks noGrp="1" noChangeArrowheads="1"/>
          </p:cNvSpPr>
          <p:nvPr>
            <p:ph type="subTitle" idx="1"/>
          </p:nvPr>
        </p:nvSpPr>
        <p:spPr bwMode="gray">
          <a:xfrm>
            <a:off x="0" y="4957763"/>
            <a:ext cx="9144000" cy="1814512"/>
          </a:xfrm>
        </p:spPr>
        <p:txBody>
          <a:bodyPr/>
          <a:lstStyle>
            <a:lvl1pPr marL="0" indent="0" algn="ctr">
              <a:lnSpc>
                <a:spcPct val="85000"/>
              </a:lnSpc>
              <a:spcBef>
                <a:spcPct val="0"/>
              </a:spcBef>
              <a:spcAft>
                <a:spcPct val="0"/>
              </a:spcAft>
              <a:buFont typeface="Wingdings" pitchFamily="2" charset="2"/>
              <a:buNone/>
              <a:defRPr sz="2800">
                <a:solidFill>
                  <a:srgbClr val="5F5F5F"/>
                </a:solidFill>
              </a:defRPr>
            </a:lvl1pPr>
          </a:lstStyle>
          <a:p>
            <a:r>
              <a:rPr lang="en-US"/>
              <a:t>Click to edit Master subtitle style</a:t>
            </a:r>
          </a:p>
        </p:txBody>
      </p:sp>
    </p:spTree>
    <p:extLst>
      <p:ext uri="{BB962C8B-B14F-4D97-AF65-F5344CB8AC3E}">
        <p14:creationId xmlns:p14="http://schemas.microsoft.com/office/powerpoint/2010/main" val="919111765"/>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375172"/>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25126446"/>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1102619"/>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4300474"/>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433802"/>
      </p:ext>
    </p:extLst>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325401"/>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86241756"/>
      </p:ext>
    </p:extLst>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11809327"/>
      </p:ext>
    </p:extLst>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7523561"/>
      </p:ext>
    </p:extLst>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5125" y="47625"/>
            <a:ext cx="2085975" cy="60785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7625"/>
            <a:ext cx="6105525" cy="60785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845533"/>
      </p:ext>
    </p:extLst>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49488" y="47625"/>
            <a:ext cx="6551612"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855612"/>
      </p:ext>
    </p:extLst>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61305713"/>
      </p:ext>
    </p:extLst>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4731357"/>
      </p:ext>
    </p:extLst>
  </p:cSld>
  <p:clrMapOvr>
    <a:masterClrMapping/>
  </p:clrMapOvr>
  <p:transition advClick="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84114412"/>
      </p:ext>
    </p:extLst>
  </p:cSld>
  <p:clrMapOvr>
    <a:masterClrMapping/>
  </p:clrMapOvr>
  <p:transition advClick="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5064904"/>
      </p:ext>
    </p:extLst>
  </p:cSld>
  <p:clrMapOvr>
    <a:masterClrMapping/>
  </p:clrMapOvr>
  <p:transition advClick="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823633"/>
      </p:ext>
    </p:extLst>
  </p:cSld>
  <p:clrMapOvr>
    <a:masterClrMapping/>
  </p:clrMapOvr>
  <p:transition advClick="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43090742"/>
      </p:ext>
    </p:extLst>
  </p:cSld>
  <p:clrMapOvr>
    <a:masterClrMapping/>
  </p:clrMapOvr>
  <p:transition advClick="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392874"/>
      </p:ext>
    </p:extLst>
  </p:cSld>
  <p:clrMapOvr>
    <a:masterClrMapping/>
  </p:clrMapOvr>
  <p:transition advClick="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37208303"/>
      </p:ext>
    </p:extLst>
  </p:cSld>
  <p:clrMapOvr>
    <a:masterClrMapping/>
  </p:clrMapOvr>
  <p:transition advClick="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06579131"/>
      </p:ext>
    </p:extLst>
  </p:cSld>
  <p:clrMapOvr>
    <a:masterClrMapping/>
  </p:clrMapOvr>
  <p:transition advClick="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8372902"/>
      </p:ext>
    </p:extLst>
  </p:cSld>
  <p:clrMapOvr>
    <a:masterClrMapping/>
  </p:clrMapOvr>
  <p:transition advClick="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366838"/>
            <a:ext cx="2057400" cy="47593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366838"/>
            <a:ext cx="6019800" cy="47593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34479"/>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FE7"/>
        </a:solidFill>
        <a:effectLst/>
      </p:bgPr>
    </p:bg>
    <p:spTree>
      <p:nvGrpSpPr>
        <p:cNvPr id="1" name=""/>
        <p:cNvGrpSpPr/>
        <p:nvPr/>
      </p:nvGrpSpPr>
      <p:grpSpPr>
        <a:xfrm>
          <a:off x="0" y="0"/>
          <a:ext cx="0" cy="0"/>
          <a:chOff x="0" y="0"/>
          <a:chExt cx="0" cy="0"/>
        </a:xfrm>
      </p:grpSpPr>
      <p:sp>
        <p:nvSpPr>
          <p:cNvPr id="1026" name="Line 64">
            <a:extLst>
              <a:ext uri="{FF2B5EF4-FFF2-40B4-BE49-F238E27FC236}">
                <a16:creationId xmlns:a16="http://schemas.microsoft.com/office/drawing/2014/main" id="{78C96EDF-A47B-49FC-9D90-2943FE1CA04A}"/>
              </a:ext>
            </a:extLst>
          </p:cNvPr>
          <p:cNvSpPr>
            <a:spLocks noChangeShapeType="1"/>
          </p:cNvSpPr>
          <p:nvPr/>
        </p:nvSpPr>
        <p:spPr bwMode="gray">
          <a:xfrm>
            <a:off x="0" y="6483350"/>
            <a:ext cx="9144000" cy="0"/>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027" name="Picture 63" descr="its_bkgd_bw">
            <a:extLst>
              <a:ext uri="{FF2B5EF4-FFF2-40B4-BE49-F238E27FC236}">
                <a16:creationId xmlns:a16="http://schemas.microsoft.com/office/drawing/2014/main" id="{31872444-130C-422D-B71A-406F27A3C0B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8" descr="its_bkgd_khaki">
            <a:extLst>
              <a:ext uri="{FF2B5EF4-FFF2-40B4-BE49-F238E27FC236}">
                <a16:creationId xmlns:a16="http://schemas.microsoft.com/office/drawing/2014/main" id="{044A2B13-0FAF-422B-8910-BB0BA74577C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hidden">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2">
            <a:extLst>
              <a:ext uri="{FF2B5EF4-FFF2-40B4-BE49-F238E27FC236}">
                <a16:creationId xmlns:a16="http://schemas.microsoft.com/office/drawing/2014/main" id="{6470E0C4-DBDC-4839-8F01-D3251E89A38D}"/>
              </a:ext>
            </a:extLst>
          </p:cNvPr>
          <p:cNvSpPr>
            <a:spLocks noGrp="1" noChangeArrowheads="1"/>
          </p:cNvSpPr>
          <p:nvPr>
            <p:ph type="title"/>
          </p:nvPr>
        </p:nvSpPr>
        <p:spPr bwMode="white">
          <a:xfrm>
            <a:off x="2249488" y="47625"/>
            <a:ext cx="6551612" cy="1143000"/>
          </a:xfrm>
          <a:prstGeom prst="rect">
            <a:avLst/>
          </a:prstGeom>
          <a:noFill/>
          <a:ln>
            <a:noFill/>
          </a:ln>
          <a:effectLst>
            <a:outerShdw dist="35921" dir="2700000" algn="ctr" rotWithShape="0">
              <a:srgbClr val="336699"/>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3">
            <a:extLst>
              <a:ext uri="{FF2B5EF4-FFF2-40B4-BE49-F238E27FC236}">
                <a16:creationId xmlns:a16="http://schemas.microsoft.com/office/drawing/2014/main" id="{1E3D5AA9-6DE7-4284-9F9A-084172218493}"/>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Text Box 10">
            <a:extLst>
              <a:ext uri="{FF2B5EF4-FFF2-40B4-BE49-F238E27FC236}">
                <a16:creationId xmlns:a16="http://schemas.microsoft.com/office/drawing/2014/main" id="{424B5AE3-2EC4-414E-815A-5A563F8198A8}"/>
              </a:ext>
            </a:extLst>
          </p:cNvPr>
          <p:cNvSpPr txBox="1">
            <a:spLocks noChangeArrowheads="1"/>
          </p:cNvSpPr>
          <p:nvPr/>
        </p:nvSpPr>
        <p:spPr bwMode="auto">
          <a:xfrm>
            <a:off x="36513" y="6564313"/>
            <a:ext cx="9699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00" b="1">
                <a:solidFill>
                  <a:srgbClr val="666666"/>
                </a:solidFill>
                <a:latin typeface="Verdana" pitchFamily="34" charset="0"/>
              </a:rPr>
              <a:t>its.unc.edu</a:t>
            </a:r>
          </a:p>
        </p:txBody>
      </p:sp>
      <p:sp>
        <p:nvSpPr>
          <p:cNvPr id="1032" name="Text Box 11">
            <a:extLst>
              <a:ext uri="{FF2B5EF4-FFF2-40B4-BE49-F238E27FC236}">
                <a16:creationId xmlns:a16="http://schemas.microsoft.com/office/drawing/2014/main" id="{4D5CC737-AB1E-4901-9228-3FE79695377A}"/>
              </a:ext>
            </a:extLst>
          </p:cNvPr>
          <p:cNvSpPr txBox="1">
            <a:spLocks noChangeArrowheads="1"/>
          </p:cNvSpPr>
          <p:nvPr/>
        </p:nvSpPr>
        <p:spPr bwMode="auto">
          <a:xfrm>
            <a:off x="8667750" y="65674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EF93BF-A640-4FBB-BE1C-3B51C738F617}" type="slidenum">
              <a:rPr lang="en-US" altLang="en-US" sz="1000" b="1">
                <a:solidFill>
                  <a:srgbClr val="666666"/>
                </a:solidFill>
                <a:latin typeface="Verdana" panose="020B0604030504040204" pitchFamily="34" charset="0"/>
              </a:rPr>
              <a:pPr eaLnBrk="1" hangingPunct="1"/>
              <a:t>‹#›</a:t>
            </a:fld>
            <a:endParaRPr lang="en-US" altLang="en-US" sz="1000" b="1">
              <a:solidFill>
                <a:srgbClr val="666666"/>
              </a:solidFill>
              <a:latin typeface="Verdana" panose="020B0604030504040204" pitchFamily="34" charset="0"/>
            </a:endParaRPr>
          </a:p>
        </p:txBody>
      </p:sp>
      <p:grpSp>
        <p:nvGrpSpPr>
          <p:cNvPr id="1033" name="Group 61">
            <a:extLst>
              <a:ext uri="{FF2B5EF4-FFF2-40B4-BE49-F238E27FC236}">
                <a16:creationId xmlns:a16="http://schemas.microsoft.com/office/drawing/2014/main" id="{D21758A6-CF77-4D92-B8CD-DFE5DB340A97}"/>
              </a:ext>
            </a:extLst>
          </p:cNvPr>
          <p:cNvGrpSpPr>
            <a:grpSpLocks/>
          </p:cNvGrpSpPr>
          <p:nvPr/>
        </p:nvGrpSpPr>
        <p:grpSpPr bwMode="auto">
          <a:xfrm>
            <a:off x="249238" y="244475"/>
            <a:ext cx="2122487" cy="547688"/>
            <a:chOff x="157" y="154"/>
            <a:chExt cx="1337" cy="345"/>
          </a:xfrm>
        </p:grpSpPr>
        <p:sp>
          <p:nvSpPr>
            <p:cNvPr id="1034" name="Freeform 14">
              <a:extLst>
                <a:ext uri="{FF2B5EF4-FFF2-40B4-BE49-F238E27FC236}">
                  <a16:creationId xmlns:a16="http://schemas.microsoft.com/office/drawing/2014/main" id="{72469928-DDE4-4995-B07E-9DDE1ED58F00}"/>
                </a:ext>
              </a:extLst>
            </p:cNvPr>
            <p:cNvSpPr>
              <a:spLocks/>
            </p:cNvSpPr>
            <p:nvPr userDrawn="1"/>
          </p:nvSpPr>
          <p:spPr bwMode="white">
            <a:xfrm>
              <a:off x="539" y="371"/>
              <a:ext cx="20" cy="39"/>
            </a:xfrm>
            <a:custGeom>
              <a:avLst/>
              <a:gdLst>
                <a:gd name="T0" fmla="*/ 0 w 24"/>
                <a:gd name="T1" fmla="*/ 0 h 48"/>
                <a:gd name="T2" fmla="*/ 20 w 24"/>
                <a:gd name="T3" fmla="*/ 0 h 48"/>
                <a:gd name="T4" fmla="*/ 20 w 24"/>
                <a:gd name="T5" fmla="*/ 2 h 48"/>
                <a:gd name="T6" fmla="*/ 19 w 24"/>
                <a:gd name="T7" fmla="*/ 2 h 48"/>
                <a:gd name="T8" fmla="*/ 14 w 24"/>
                <a:gd name="T9" fmla="*/ 7 h 48"/>
                <a:gd name="T10" fmla="*/ 14 w 24"/>
                <a:gd name="T11" fmla="*/ 32 h 48"/>
                <a:gd name="T12" fmla="*/ 19 w 24"/>
                <a:gd name="T13" fmla="*/ 37 h 48"/>
                <a:gd name="T14" fmla="*/ 20 w 24"/>
                <a:gd name="T15" fmla="*/ 37 h 48"/>
                <a:gd name="T16" fmla="*/ 20 w 24"/>
                <a:gd name="T17" fmla="*/ 39 h 48"/>
                <a:gd name="T18" fmla="*/ 0 w 24"/>
                <a:gd name="T19" fmla="*/ 39 h 48"/>
                <a:gd name="T20" fmla="*/ 0 w 24"/>
                <a:gd name="T21" fmla="*/ 37 h 48"/>
                <a:gd name="T22" fmla="*/ 1 w 24"/>
                <a:gd name="T23" fmla="*/ 37 h 48"/>
                <a:gd name="T24" fmla="*/ 6 w 24"/>
                <a:gd name="T25" fmla="*/ 33 h 48"/>
                <a:gd name="T26" fmla="*/ 6 w 24"/>
                <a:gd name="T27" fmla="*/ 7 h 48"/>
                <a:gd name="T28" fmla="*/ 1 w 24"/>
                <a:gd name="T29" fmla="*/ 2 h 48"/>
                <a:gd name="T30" fmla="*/ 0 w 24"/>
                <a:gd name="T31" fmla="*/ 2 h 48"/>
                <a:gd name="T32" fmla="*/ 0 w 24"/>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 h="48">
                  <a:moveTo>
                    <a:pt x="0" y="0"/>
                  </a:moveTo>
                  <a:cubicBezTo>
                    <a:pt x="24" y="0"/>
                    <a:pt x="24" y="0"/>
                    <a:pt x="24" y="0"/>
                  </a:cubicBezTo>
                  <a:cubicBezTo>
                    <a:pt x="24" y="3"/>
                    <a:pt x="24" y="3"/>
                    <a:pt x="24" y="3"/>
                  </a:cubicBezTo>
                  <a:cubicBezTo>
                    <a:pt x="23" y="3"/>
                    <a:pt x="23" y="3"/>
                    <a:pt x="23" y="3"/>
                  </a:cubicBezTo>
                  <a:cubicBezTo>
                    <a:pt x="19" y="3"/>
                    <a:pt x="17" y="5"/>
                    <a:pt x="17" y="9"/>
                  </a:cubicBezTo>
                  <a:cubicBezTo>
                    <a:pt x="17" y="39"/>
                    <a:pt x="17" y="39"/>
                    <a:pt x="17" y="39"/>
                  </a:cubicBezTo>
                  <a:cubicBezTo>
                    <a:pt x="17" y="43"/>
                    <a:pt x="18" y="45"/>
                    <a:pt x="23" y="45"/>
                  </a:cubicBezTo>
                  <a:cubicBezTo>
                    <a:pt x="24" y="45"/>
                    <a:pt x="24" y="45"/>
                    <a:pt x="24" y="45"/>
                  </a:cubicBezTo>
                  <a:cubicBezTo>
                    <a:pt x="24" y="48"/>
                    <a:pt x="24" y="48"/>
                    <a:pt x="24" y="48"/>
                  </a:cubicBezTo>
                  <a:cubicBezTo>
                    <a:pt x="0" y="48"/>
                    <a:pt x="0" y="48"/>
                    <a:pt x="0" y="48"/>
                  </a:cubicBezTo>
                  <a:cubicBezTo>
                    <a:pt x="0" y="45"/>
                    <a:pt x="0" y="45"/>
                    <a:pt x="0" y="45"/>
                  </a:cubicBezTo>
                  <a:cubicBezTo>
                    <a:pt x="1" y="45"/>
                    <a:pt x="1" y="45"/>
                    <a:pt x="1" y="45"/>
                  </a:cubicBezTo>
                  <a:cubicBezTo>
                    <a:pt x="5" y="45"/>
                    <a:pt x="7" y="43"/>
                    <a:pt x="7" y="40"/>
                  </a:cubicBezTo>
                  <a:cubicBezTo>
                    <a:pt x="7" y="9"/>
                    <a:pt x="7" y="9"/>
                    <a:pt x="7" y="9"/>
                  </a:cubicBezTo>
                  <a:cubicBezTo>
                    <a:pt x="7" y="5"/>
                    <a:pt x="5"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5" name="Freeform 15">
              <a:extLst>
                <a:ext uri="{FF2B5EF4-FFF2-40B4-BE49-F238E27FC236}">
                  <a16:creationId xmlns:a16="http://schemas.microsoft.com/office/drawing/2014/main" id="{540D40B9-68CD-47A0-858D-5ADE4539E9D5}"/>
                </a:ext>
              </a:extLst>
            </p:cNvPr>
            <p:cNvSpPr>
              <a:spLocks/>
            </p:cNvSpPr>
            <p:nvPr userDrawn="1"/>
          </p:nvSpPr>
          <p:spPr bwMode="white">
            <a:xfrm>
              <a:off x="571" y="371"/>
              <a:ext cx="48" cy="39"/>
            </a:xfrm>
            <a:custGeom>
              <a:avLst/>
              <a:gdLst>
                <a:gd name="T0" fmla="*/ 8 w 58"/>
                <a:gd name="T1" fmla="*/ 32 h 48"/>
                <a:gd name="T2" fmla="*/ 15 w 58"/>
                <a:gd name="T3" fmla="*/ 37 h 48"/>
                <a:gd name="T4" fmla="*/ 15 w 58"/>
                <a:gd name="T5" fmla="*/ 39 h 48"/>
                <a:gd name="T6" fmla="*/ 0 w 58"/>
                <a:gd name="T7" fmla="*/ 39 h 48"/>
                <a:gd name="T8" fmla="*/ 0 w 58"/>
                <a:gd name="T9" fmla="*/ 37 h 48"/>
                <a:gd name="T10" fmla="*/ 0 w 58"/>
                <a:gd name="T11" fmla="*/ 37 h 48"/>
                <a:gd name="T12" fmla="*/ 5 w 58"/>
                <a:gd name="T13" fmla="*/ 33 h 48"/>
                <a:gd name="T14" fmla="*/ 5 w 58"/>
                <a:gd name="T15" fmla="*/ 4 h 48"/>
                <a:gd name="T16" fmla="*/ 0 w 58"/>
                <a:gd name="T17" fmla="*/ 2 h 48"/>
                <a:gd name="T18" fmla="*/ 0 w 58"/>
                <a:gd name="T19" fmla="*/ 0 h 48"/>
                <a:gd name="T20" fmla="*/ 12 w 58"/>
                <a:gd name="T21" fmla="*/ 0 h 48"/>
                <a:gd name="T22" fmla="*/ 38 w 58"/>
                <a:gd name="T23" fmla="*/ 27 h 48"/>
                <a:gd name="T24" fmla="*/ 38 w 58"/>
                <a:gd name="T25" fmla="*/ 8 h 48"/>
                <a:gd name="T26" fmla="*/ 32 w 58"/>
                <a:gd name="T27" fmla="*/ 2 h 48"/>
                <a:gd name="T28" fmla="*/ 31 w 58"/>
                <a:gd name="T29" fmla="*/ 2 h 48"/>
                <a:gd name="T30" fmla="*/ 31 w 58"/>
                <a:gd name="T31" fmla="*/ 0 h 48"/>
                <a:gd name="T32" fmla="*/ 48 w 58"/>
                <a:gd name="T33" fmla="*/ 0 h 48"/>
                <a:gd name="T34" fmla="*/ 48 w 58"/>
                <a:gd name="T35" fmla="*/ 2 h 48"/>
                <a:gd name="T36" fmla="*/ 47 w 58"/>
                <a:gd name="T37" fmla="*/ 2 h 48"/>
                <a:gd name="T38" fmla="*/ 42 w 58"/>
                <a:gd name="T39" fmla="*/ 6 h 48"/>
                <a:gd name="T40" fmla="*/ 42 w 58"/>
                <a:gd name="T41" fmla="*/ 39 h 48"/>
                <a:gd name="T42" fmla="*/ 39 w 58"/>
                <a:gd name="T43" fmla="*/ 39 h 48"/>
                <a:gd name="T44" fmla="*/ 8 w 58"/>
                <a:gd name="T45" fmla="*/ 8 h 48"/>
                <a:gd name="T46" fmla="*/ 8 w 58"/>
                <a:gd name="T47" fmla="*/ 32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8" h="48">
                  <a:moveTo>
                    <a:pt x="10" y="39"/>
                  </a:moveTo>
                  <a:cubicBezTo>
                    <a:pt x="10" y="43"/>
                    <a:pt x="12" y="45"/>
                    <a:pt x="18" y="45"/>
                  </a:cubicBezTo>
                  <a:cubicBezTo>
                    <a:pt x="18" y="48"/>
                    <a:pt x="18" y="48"/>
                    <a:pt x="18" y="48"/>
                  </a:cubicBezTo>
                  <a:cubicBezTo>
                    <a:pt x="0" y="48"/>
                    <a:pt x="0" y="48"/>
                    <a:pt x="0" y="48"/>
                  </a:cubicBezTo>
                  <a:cubicBezTo>
                    <a:pt x="0" y="45"/>
                    <a:pt x="0" y="45"/>
                    <a:pt x="0" y="45"/>
                  </a:cubicBezTo>
                  <a:cubicBezTo>
                    <a:pt x="0" y="45"/>
                    <a:pt x="0" y="45"/>
                    <a:pt x="0" y="45"/>
                  </a:cubicBezTo>
                  <a:cubicBezTo>
                    <a:pt x="5" y="45"/>
                    <a:pt x="6" y="43"/>
                    <a:pt x="6" y="40"/>
                  </a:cubicBezTo>
                  <a:cubicBezTo>
                    <a:pt x="6" y="5"/>
                    <a:pt x="6" y="5"/>
                    <a:pt x="6" y="5"/>
                  </a:cubicBezTo>
                  <a:cubicBezTo>
                    <a:pt x="4" y="4"/>
                    <a:pt x="2" y="3"/>
                    <a:pt x="0" y="3"/>
                  </a:cubicBezTo>
                  <a:cubicBezTo>
                    <a:pt x="0" y="0"/>
                    <a:pt x="0" y="0"/>
                    <a:pt x="0" y="0"/>
                  </a:cubicBezTo>
                  <a:cubicBezTo>
                    <a:pt x="15" y="0"/>
                    <a:pt x="15" y="0"/>
                    <a:pt x="15" y="0"/>
                  </a:cubicBezTo>
                  <a:cubicBezTo>
                    <a:pt x="46" y="33"/>
                    <a:pt x="46" y="33"/>
                    <a:pt x="46" y="33"/>
                  </a:cubicBezTo>
                  <a:cubicBezTo>
                    <a:pt x="46" y="10"/>
                    <a:pt x="46" y="10"/>
                    <a:pt x="46" y="10"/>
                  </a:cubicBezTo>
                  <a:cubicBezTo>
                    <a:pt x="46" y="4"/>
                    <a:pt x="45" y="3"/>
                    <a:pt x="39" y="3"/>
                  </a:cubicBezTo>
                  <a:cubicBezTo>
                    <a:pt x="38" y="3"/>
                    <a:pt x="38" y="3"/>
                    <a:pt x="38" y="3"/>
                  </a:cubicBezTo>
                  <a:cubicBezTo>
                    <a:pt x="38" y="0"/>
                    <a:pt x="38" y="0"/>
                    <a:pt x="38" y="0"/>
                  </a:cubicBezTo>
                  <a:cubicBezTo>
                    <a:pt x="58" y="0"/>
                    <a:pt x="58" y="0"/>
                    <a:pt x="58" y="0"/>
                  </a:cubicBezTo>
                  <a:cubicBezTo>
                    <a:pt x="58" y="3"/>
                    <a:pt x="58" y="3"/>
                    <a:pt x="58" y="3"/>
                  </a:cubicBezTo>
                  <a:cubicBezTo>
                    <a:pt x="57" y="3"/>
                    <a:pt x="57" y="3"/>
                    <a:pt x="57" y="3"/>
                  </a:cubicBezTo>
                  <a:cubicBezTo>
                    <a:pt x="53" y="3"/>
                    <a:pt x="51" y="4"/>
                    <a:pt x="51" y="7"/>
                  </a:cubicBezTo>
                  <a:cubicBezTo>
                    <a:pt x="51" y="48"/>
                    <a:pt x="51" y="48"/>
                    <a:pt x="51" y="48"/>
                  </a:cubicBezTo>
                  <a:cubicBezTo>
                    <a:pt x="47" y="48"/>
                    <a:pt x="47" y="48"/>
                    <a:pt x="47" y="48"/>
                  </a:cubicBezTo>
                  <a:cubicBezTo>
                    <a:pt x="10" y="10"/>
                    <a:pt x="10" y="10"/>
                    <a:pt x="10" y="10"/>
                  </a:cubicBezTo>
                  <a:lnTo>
                    <a:pt x="10"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6" name="Freeform 16">
              <a:extLst>
                <a:ext uri="{FF2B5EF4-FFF2-40B4-BE49-F238E27FC236}">
                  <a16:creationId xmlns:a16="http://schemas.microsoft.com/office/drawing/2014/main" id="{2B97B297-8E9D-4669-8945-34FEC4DEFB97}"/>
                </a:ext>
              </a:extLst>
            </p:cNvPr>
            <p:cNvSpPr>
              <a:spLocks/>
            </p:cNvSpPr>
            <p:nvPr userDrawn="1"/>
          </p:nvSpPr>
          <p:spPr bwMode="white">
            <a:xfrm>
              <a:off x="631" y="371"/>
              <a:ext cx="32" cy="39"/>
            </a:xfrm>
            <a:custGeom>
              <a:avLst/>
              <a:gdLst>
                <a:gd name="T0" fmla="*/ 13 w 39"/>
                <a:gd name="T1" fmla="*/ 18 h 48"/>
                <a:gd name="T2" fmla="*/ 22 w 39"/>
                <a:gd name="T3" fmla="*/ 18 h 48"/>
                <a:gd name="T4" fmla="*/ 28 w 39"/>
                <a:gd name="T5" fmla="*/ 13 h 48"/>
                <a:gd name="T6" fmla="*/ 30 w 39"/>
                <a:gd name="T7" fmla="*/ 13 h 48"/>
                <a:gd name="T8" fmla="*/ 30 w 39"/>
                <a:gd name="T9" fmla="*/ 25 h 48"/>
                <a:gd name="T10" fmla="*/ 28 w 39"/>
                <a:gd name="T11" fmla="*/ 25 h 48"/>
                <a:gd name="T12" fmla="*/ 23 w 39"/>
                <a:gd name="T13" fmla="*/ 21 h 48"/>
                <a:gd name="T14" fmla="*/ 13 w 39"/>
                <a:gd name="T15" fmla="*/ 21 h 48"/>
                <a:gd name="T16" fmla="*/ 13 w 39"/>
                <a:gd name="T17" fmla="*/ 31 h 48"/>
                <a:gd name="T18" fmla="*/ 18 w 39"/>
                <a:gd name="T19" fmla="*/ 37 h 48"/>
                <a:gd name="T20" fmla="*/ 19 w 39"/>
                <a:gd name="T21" fmla="*/ 37 h 48"/>
                <a:gd name="T22" fmla="*/ 19 w 39"/>
                <a:gd name="T23" fmla="*/ 39 h 48"/>
                <a:gd name="T24" fmla="*/ 0 w 39"/>
                <a:gd name="T25" fmla="*/ 39 h 48"/>
                <a:gd name="T26" fmla="*/ 0 w 39"/>
                <a:gd name="T27" fmla="*/ 37 h 48"/>
                <a:gd name="T28" fmla="*/ 1 w 39"/>
                <a:gd name="T29" fmla="*/ 37 h 48"/>
                <a:gd name="T30" fmla="*/ 5 w 39"/>
                <a:gd name="T31" fmla="*/ 33 h 48"/>
                <a:gd name="T32" fmla="*/ 5 w 39"/>
                <a:gd name="T33" fmla="*/ 8 h 48"/>
                <a:gd name="T34" fmla="*/ 1 w 39"/>
                <a:gd name="T35" fmla="*/ 2 h 48"/>
                <a:gd name="T36" fmla="*/ 0 w 39"/>
                <a:gd name="T37" fmla="*/ 2 h 48"/>
                <a:gd name="T38" fmla="*/ 0 w 39"/>
                <a:gd name="T39" fmla="*/ 0 h 48"/>
                <a:gd name="T40" fmla="*/ 32 w 39"/>
                <a:gd name="T41" fmla="*/ 0 h 48"/>
                <a:gd name="T42" fmla="*/ 32 w 39"/>
                <a:gd name="T43" fmla="*/ 9 h 48"/>
                <a:gd name="T44" fmla="*/ 30 w 39"/>
                <a:gd name="T45" fmla="*/ 9 h 48"/>
                <a:gd name="T46" fmla="*/ 25 w 39"/>
                <a:gd name="T47" fmla="*/ 4 h 48"/>
                <a:gd name="T48" fmla="*/ 13 w 39"/>
                <a:gd name="T49" fmla="*/ 4 h 48"/>
                <a:gd name="T50" fmla="*/ 13 w 39"/>
                <a:gd name="T51" fmla="*/ 18 h 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9" h="48">
                  <a:moveTo>
                    <a:pt x="16" y="22"/>
                  </a:moveTo>
                  <a:cubicBezTo>
                    <a:pt x="27" y="22"/>
                    <a:pt x="27" y="22"/>
                    <a:pt x="27" y="22"/>
                  </a:cubicBezTo>
                  <a:cubicBezTo>
                    <a:pt x="32" y="22"/>
                    <a:pt x="34" y="21"/>
                    <a:pt x="34" y="16"/>
                  </a:cubicBezTo>
                  <a:cubicBezTo>
                    <a:pt x="37" y="16"/>
                    <a:pt x="37" y="16"/>
                    <a:pt x="37" y="16"/>
                  </a:cubicBezTo>
                  <a:cubicBezTo>
                    <a:pt x="37" y="31"/>
                    <a:pt x="37" y="31"/>
                    <a:pt x="37" y="31"/>
                  </a:cubicBezTo>
                  <a:cubicBezTo>
                    <a:pt x="34" y="31"/>
                    <a:pt x="34" y="31"/>
                    <a:pt x="34" y="31"/>
                  </a:cubicBezTo>
                  <a:cubicBezTo>
                    <a:pt x="34" y="28"/>
                    <a:pt x="32" y="26"/>
                    <a:pt x="28" y="26"/>
                  </a:cubicBezTo>
                  <a:cubicBezTo>
                    <a:pt x="16" y="26"/>
                    <a:pt x="16" y="26"/>
                    <a:pt x="16" y="26"/>
                  </a:cubicBezTo>
                  <a:cubicBezTo>
                    <a:pt x="16" y="38"/>
                    <a:pt x="16" y="38"/>
                    <a:pt x="16" y="38"/>
                  </a:cubicBezTo>
                  <a:cubicBezTo>
                    <a:pt x="16" y="44"/>
                    <a:pt x="17" y="45"/>
                    <a:pt x="22" y="45"/>
                  </a:cubicBezTo>
                  <a:cubicBezTo>
                    <a:pt x="23" y="45"/>
                    <a:pt x="23" y="45"/>
                    <a:pt x="23" y="45"/>
                  </a:cubicBezTo>
                  <a:cubicBezTo>
                    <a:pt x="23" y="48"/>
                    <a:pt x="23" y="48"/>
                    <a:pt x="23" y="48"/>
                  </a:cubicBezTo>
                  <a:cubicBezTo>
                    <a:pt x="0" y="48"/>
                    <a:pt x="0" y="48"/>
                    <a:pt x="0" y="48"/>
                  </a:cubicBezTo>
                  <a:cubicBezTo>
                    <a:pt x="0" y="45"/>
                    <a:pt x="0" y="45"/>
                    <a:pt x="0" y="45"/>
                  </a:cubicBezTo>
                  <a:cubicBezTo>
                    <a:pt x="1" y="45"/>
                    <a:pt x="1" y="45"/>
                    <a:pt x="1" y="45"/>
                  </a:cubicBezTo>
                  <a:cubicBezTo>
                    <a:pt x="5" y="45"/>
                    <a:pt x="6" y="44"/>
                    <a:pt x="6" y="41"/>
                  </a:cubicBezTo>
                  <a:cubicBezTo>
                    <a:pt x="6" y="10"/>
                    <a:pt x="6" y="10"/>
                    <a:pt x="6" y="10"/>
                  </a:cubicBezTo>
                  <a:cubicBezTo>
                    <a:pt x="6" y="5"/>
                    <a:pt x="5" y="3"/>
                    <a:pt x="1" y="3"/>
                  </a:cubicBezTo>
                  <a:cubicBezTo>
                    <a:pt x="0" y="3"/>
                    <a:pt x="0" y="3"/>
                    <a:pt x="0" y="3"/>
                  </a:cubicBezTo>
                  <a:cubicBezTo>
                    <a:pt x="0" y="0"/>
                    <a:pt x="0" y="0"/>
                    <a:pt x="0" y="0"/>
                  </a:cubicBezTo>
                  <a:cubicBezTo>
                    <a:pt x="39" y="0"/>
                    <a:pt x="39" y="0"/>
                    <a:pt x="39" y="0"/>
                  </a:cubicBezTo>
                  <a:cubicBezTo>
                    <a:pt x="39" y="11"/>
                    <a:pt x="39" y="11"/>
                    <a:pt x="39" y="11"/>
                  </a:cubicBezTo>
                  <a:cubicBezTo>
                    <a:pt x="36" y="11"/>
                    <a:pt x="36" y="11"/>
                    <a:pt x="36" y="11"/>
                  </a:cubicBezTo>
                  <a:cubicBezTo>
                    <a:pt x="36" y="6"/>
                    <a:pt x="35" y="5"/>
                    <a:pt x="31" y="5"/>
                  </a:cubicBezTo>
                  <a:cubicBezTo>
                    <a:pt x="16" y="5"/>
                    <a:pt x="16" y="5"/>
                    <a:pt x="16" y="5"/>
                  </a:cubicBezTo>
                  <a:lnTo>
                    <a:pt x="1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7" name="Freeform 17">
              <a:extLst>
                <a:ext uri="{FF2B5EF4-FFF2-40B4-BE49-F238E27FC236}">
                  <a16:creationId xmlns:a16="http://schemas.microsoft.com/office/drawing/2014/main" id="{060DFBFF-FB32-4BE4-B062-1CDF6CAD8CB8}"/>
                </a:ext>
              </a:extLst>
            </p:cNvPr>
            <p:cNvSpPr>
              <a:spLocks noEditPoints="1"/>
            </p:cNvSpPr>
            <p:nvPr userDrawn="1"/>
          </p:nvSpPr>
          <p:spPr bwMode="white">
            <a:xfrm>
              <a:off x="678" y="370"/>
              <a:ext cx="47" cy="41"/>
            </a:xfrm>
            <a:custGeom>
              <a:avLst/>
              <a:gdLst>
                <a:gd name="T0" fmla="*/ 24 w 57"/>
                <a:gd name="T1" fmla="*/ 0 h 50"/>
                <a:gd name="T2" fmla="*/ 47 w 57"/>
                <a:gd name="T3" fmla="*/ 20 h 50"/>
                <a:gd name="T4" fmla="*/ 23 w 57"/>
                <a:gd name="T5" fmla="*/ 41 h 50"/>
                <a:gd name="T6" fmla="*/ 0 w 57"/>
                <a:gd name="T7" fmla="*/ 21 h 50"/>
                <a:gd name="T8" fmla="*/ 24 w 57"/>
                <a:gd name="T9" fmla="*/ 0 h 50"/>
                <a:gd name="T10" fmla="*/ 25 w 57"/>
                <a:gd name="T11" fmla="*/ 39 h 50"/>
                <a:gd name="T12" fmla="*/ 37 w 57"/>
                <a:gd name="T13" fmla="*/ 22 h 50"/>
                <a:gd name="T14" fmla="*/ 23 w 57"/>
                <a:gd name="T15" fmla="*/ 2 h 50"/>
                <a:gd name="T16" fmla="*/ 10 w 57"/>
                <a:gd name="T17" fmla="*/ 18 h 50"/>
                <a:gd name="T18" fmla="*/ 25 w 57"/>
                <a:gd name="T19" fmla="*/ 39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 h="50">
                  <a:moveTo>
                    <a:pt x="29" y="0"/>
                  </a:moveTo>
                  <a:cubicBezTo>
                    <a:pt x="45" y="0"/>
                    <a:pt x="57" y="10"/>
                    <a:pt x="57" y="24"/>
                  </a:cubicBezTo>
                  <a:cubicBezTo>
                    <a:pt x="57" y="38"/>
                    <a:pt x="46" y="50"/>
                    <a:pt x="28" y="50"/>
                  </a:cubicBezTo>
                  <a:cubicBezTo>
                    <a:pt x="10" y="50"/>
                    <a:pt x="0" y="39"/>
                    <a:pt x="0" y="26"/>
                  </a:cubicBezTo>
                  <a:cubicBezTo>
                    <a:pt x="0" y="11"/>
                    <a:pt x="12" y="0"/>
                    <a:pt x="29" y="0"/>
                  </a:cubicBezTo>
                  <a:close/>
                  <a:moveTo>
                    <a:pt x="30" y="47"/>
                  </a:moveTo>
                  <a:cubicBezTo>
                    <a:pt x="40" y="47"/>
                    <a:pt x="45" y="37"/>
                    <a:pt x="45" y="27"/>
                  </a:cubicBezTo>
                  <a:cubicBezTo>
                    <a:pt x="45" y="15"/>
                    <a:pt x="39" y="3"/>
                    <a:pt x="28" y="3"/>
                  </a:cubicBezTo>
                  <a:cubicBezTo>
                    <a:pt x="18" y="3"/>
                    <a:pt x="12" y="11"/>
                    <a:pt x="12" y="22"/>
                  </a:cubicBezTo>
                  <a:cubicBezTo>
                    <a:pt x="12" y="37"/>
                    <a:pt x="19" y="47"/>
                    <a:pt x="30"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 name="Freeform 18">
              <a:extLst>
                <a:ext uri="{FF2B5EF4-FFF2-40B4-BE49-F238E27FC236}">
                  <a16:creationId xmlns:a16="http://schemas.microsoft.com/office/drawing/2014/main" id="{BAC69A1A-5D62-4DF0-B4E4-E0093F30A58F}"/>
                </a:ext>
              </a:extLst>
            </p:cNvPr>
            <p:cNvSpPr>
              <a:spLocks noEditPoints="1"/>
            </p:cNvSpPr>
            <p:nvPr userDrawn="1"/>
          </p:nvSpPr>
          <p:spPr bwMode="white">
            <a:xfrm>
              <a:off x="737" y="370"/>
              <a:ext cx="48" cy="41"/>
            </a:xfrm>
            <a:custGeom>
              <a:avLst/>
              <a:gdLst>
                <a:gd name="T0" fmla="*/ 15 w 59"/>
                <a:gd name="T1" fmla="*/ 33 h 50"/>
                <a:gd name="T2" fmla="*/ 20 w 59"/>
                <a:gd name="T3" fmla="*/ 38 h 50"/>
                <a:gd name="T4" fmla="*/ 22 w 59"/>
                <a:gd name="T5" fmla="*/ 38 h 50"/>
                <a:gd name="T6" fmla="*/ 22 w 59"/>
                <a:gd name="T7" fmla="*/ 40 h 50"/>
                <a:gd name="T8" fmla="*/ 0 w 59"/>
                <a:gd name="T9" fmla="*/ 40 h 50"/>
                <a:gd name="T10" fmla="*/ 0 w 59"/>
                <a:gd name="T11" fmla="*/ 38 h 50"/>
                <a:gd name="T12" fmla="*/ 1 w 59"/>
                <a:gd name="T13" fmla="*/ 38 h 50"/>
                <a:gd name="T14" fmla="*/ 7 w 59"/>
                <a:gd name="T15" fmla="*/ 33 h 50"/>
                <a:gd name="T16" fmla="*/ 7 w 59"/>
                <a:gd name="T17" fmla="*/ 8 h 50"/>
                <a:gd name="T18" fmla="*/ 2 w 59"/>
                <a:gd name="T19" fmla="*/ 3 h 50"/>
                <a:gd name="T20" fmla="*/ 0 w 59"/>
                <a:gd name="T21" fmla="*/ 3 h 50"/>
                <a:gd name="T22" fmla="*/ 0 w 59"/>
                <a:gd name="T23" fmla="*/ 1 h 50"/>
                <a:gd name="T24" fmla="*/ 8 w 59"/>
                <a:gd name="T25" fmla="*/ 1 h 50"/>
                <a:gd name="T26" fmla="*/ 18 w 59"/>
                <a:gd name="T27" fmla="*/ 0 h 50"/>
                <a:gd name="T28" fmla="*/ 36 w 59"/>
                <a:gd name="T29" fmla="*/ 5 h 50"/>
                <a:gd name="T30" fmla="*/ 38 w 59"/>
                <a:gd name="T31" fmla="*/ 11 h 50"/>
                <a:gd name="T32" fmla="*/ 29 w 59"/>
                <a:gd name="T33" fmla="*/ 22 h 50"/>
                <a:gd name="T34" fmla="*/ 40 w 59"/>
                <a:gd name="T35" fmla="*/ 34 h 50"/>
                <a:gd name="T36" fmla="*/ 48 w 59"/>
                <a:gd name="T37" fmla="*/ 39 h 50"/>
                <a:gd name="T38" fmla="*/ 48 w 59"/>
                <a:gd name="T39" fmla="*/ 41 h 50"/>
                <a:gd name="T40" fmla="*/ 44 w 59"/>
                <a:gd name="T41" fmla="*/ 41 h 50"/>
                <a:gd name="T42" fmla="*/ 30 w 59"/>
                <a:gd name="T43" fmla="*/ 37 h 50"/>
                <a:gd name="T44" fmla="*/ 20 w 59"/>
                <a:gd name="T45" fmla="*/ 24 h 50"/>
                <a:gd name="T46" fmla="*/ 15 w 59"/>
                <a:gd name="T47" fmla="*/ 24 h 50"/>
                <a:gd name="T48" fmla="*/ 15 w 59"/>
                <a:gd name="T49" fmla="*/ 33 h 50"/>
                <a:gd name="T50" fmla="*/ 15 w 59"/>
                <a:gd name="T51" fmla="*/ 21 h 50"/>
                <a:gd name="T52" fmla="*/ 17 w 59"/>
                <a:gd name="T53" fmla="*/ 21 h 50"/>
                <a:gd name="T54" fmla="*/ 29 w 59"/>
                <a:gd name="T55" fmla="*/ 12 h 50"/>
                <a:gd name="T56" fmla="*/ 18 w 59"/>
                <a:gd name="T57" fmla="*/ 3 h 50"/>
                <a:gd name="T58" fmla="*/ 15 w 59"/>
                <a:gd name="T59" fmla="*/ 3 h 50"/>
                <a:gd name="T60" fmla="*/ 15 w 59"/>
                <a:gd name="T61" fmla="*/ 21 h 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9" h="50">
                  <a:moveTo>
                    <a:pt x="18" y="40"/>
                  </a:moveTo>
                  <a:cubicBezTo>
                    <a:pt x="18" y="44"/>
                    <a:pt x="20" y="46"/>
                    <a:pt x="24" y="46"/>
                  </a:cubicBezTo>
                  <a:cubicBezTo>
                    <a:pt x="27" y="46"/>
                    <a:pt x="27" y="46"/>
                    <a:pt x="27" y="46"/>
                  </a:cubicBezTo>
                  <a:cubicBezTo>
                    <a:pt x="27" y="49"/>
                    <a:pt x="27" y="49"/>
                    <a:pt x="27" y="49"/>
                  </a:cubicBezTo>
                  <a:cubicBezTo>
                    <a:pt x="0" y="49"/>
                    <a:pt x="0" y="49"/>
                    <a:pt x="0" y="49"/>
                  </a:cubicBezTo>
                  <a:cubicBezTo>
                    <a:pt x="0" y="46"/>
                    <a:pt x="0" y="46"/>
                    <a:pt x="0" y="46"/>
                  </a:cubicBezTo>
                  <a:cubicBezTo>
                    <a:pt x="1" y="46"/>
                    <a:pt x="1" y="46"/>
                    <a:pt x="1" y="46"/>
                  </a:cubicBezTo>
                  <a:cubicBezTo>
                    <a:pt x="6" y="46"/>
                    <a:pt x="8" y="45"/>
                    <a:pt x="8" y="40"/>
                  </a:cubicBezTo>
                  <a:cubicBezTo>
                    <a:pt x="8" y="10"/>
                    <a:pt x="8" y="10"/>
                    <a:pt x="8" y="10"/>
                  </a:cubicBezTo>
                  <a:cubicBezTo>
                    <a:pt x="8" y="7"/>
                    <a:pt x="7" y="4"/>
                    <a:pt x="2" y="4"/>
                  </a:cubicBezTo>
                  <a:cubicBezTo>
                    <a:pt x="0" y="4"/>
                    <a:pt x="0" y="4"/>
                    <a:pt x="0" y="4"/>
                  </a:cubicBezTo>
                  <a:cubicBezTo>
                    <a:pt x="0" y="1"/>
                    <a:pt x="0" y="1"/>
                    <a:pt x="0" y="1"/>
                  </a:cubicBezTo>
                  <a:cubicBezTo>
                    <a:pt x="4" y="1"/>
                    <a:pt x="7" y="1"/>
                    <a:pt x="10" y="1"/>
                  </a:cubicBezTo>
                  <a:cubicBezTo>
                    <a:pt x="14" y="1"/>
                    <a:pt x="20" y="0"/>
                    <a:pt x="22" y="0"/>
                  </a:cubicBezTo>
                  <a:cubicBezTo>
                    <a:pt x="34" y="0"/>
                    <a:pt x="40" y="2"/>
                    <a:pt x="44" y="6"/>
                  </a:cubicBezTo>
                  <a:cubicBezTo>
                    <a:pt x="46" y="8"/>
                    <a:pt x="47" y="11"/>
                    <a:pt x="47" y="14"/>
                  </a:cubicBezTo>
                  <a:cubicBezTo>
                    <a:pt x="47" y="20"/>
                    <a:pt x="43" y="25"/>
                    <a:pt x="36" y="27"/>
                  </a:cubicBezTo>
                  <a:cubicBezTo>
                    <a:pt x="41" y="31"/>
                    <a:pt x="44" y="37"/>
                    <a:pt x="49" y="42"/>
                  </a:cubicBezTo>
                  <a:cubicBezTo>
                    <a:pt x="52" y="45"/>
                    <a:pt x="54" y="46"/>
                    <a:pt x="59" y="47"/>
                  </a:cubicBezTo>
                  <a:cubicBezTo>
                    <a:pt x="59" y="50"/>
                    <a:pt x="59" y="50"/>
                    <a:pt x="59" y="50"/>
                  </a:cubicBezTo>
                  <a:cubicBezTo>
                    <a:pt x="57" y="50"/>
                    <a:pt x="57" y="50"/>
                    <a:pt x="54" y="50"/>
                  </a:cubicBezTo>
                  <a:cubicBezTo>
                    <a:pt x="45" y="50"/>
                    <a:pt x="41" y="48"/>
                    <a:pt x="37" y="45"/>
                  </a:cubicBezTo>
                  <a:cubicBezTo>
                    <a:pt x="34" y="41"/>
                    <a:pt x="29" y="33"/>
                    <a:pt x="24" y="29"/>
                  </a:cubicBezTo>
                  <a:cubicBezTo>
                    <a:pt x="18" y="29"/>
                    <a:pt x="18" y="29"/>
                    <a:pt x="18" y="29"/>
                  </a:cubicBezTo>
                  <a:lnTo>
                    <a:pt x="18" y="40"/>
                  </a:lnTo>
                  <a:close/>
                  <a:moveTo>
                    <a:pt x="18" y="26"/>
                  </a:moveTo>
                  <a:cubicBezTo>
                    <a:pt x="21" y="26"/>
                    <a:pt x="21" y="26"/>
                    <a:pt x="21" y="26"/>
                  </a:cubicBezTo>
                  <a:cubicBezTo>
                    <a:pt x="31" y="26"/>
                    <a:pt x="36" y="23"/>
                    <a:pt x="36" y="15"/>
                  </a:cubicBezTo>
                  <a:cubicBezTo>
                    <a:pt x="36" y="6"/>
                    <a:pt x="30" y="4"/>
                    <a:pt x="22" y="4"/>
                  </a:cubicBezTo>
                  <a:cubicBezTo>
                    <a:pt x="18" y="4"/>
                    <a:pt x="18" y="4"/>
                    <a:pt x="18" y="4"/>
                  </a:cubicBezTo>
                  <a:lnTo>
                    <a:pt x="18" y="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 name="Freeform 19">
              <a:extLst>
                <a:ext uri="{FF2B5EF4-FFF2-40B4-BE49-F238E27FC236}">
                  <a16:creationId xmlns:a16="http://schemas.microsoft.com/office/drawing/2014/main" id="{1BACCAF7-5978-4364-9C05-9EF5F0AE1354}"/>
                </a:ext>
              </a:extLst>
            </p:cNvPr>
            <p:cNvSpPr>
              <a:spLocks/>
            </p:cNvSpPr>
            <p:nvPr userDrawn="1"/>
          </p:nvSpPr>
          <p:spPr bwMode="white">
            <a:xfrm>
              <a:off x="794" y="371"/>
              <a:ext cx="56" cy="39"/>
            </a:xfrm>
            <a:custGeom>
              <a:avLst/>
              <a:gdLst>
                <a:gd name="T0" fmla="*/ 11 w 68"/>
                <a:gd name="T1" fmla="*/ 8 h 48"/>
                <a:gd name="T2" fmla="*/ 10 w 68"/>
                <a:gd name="T3" fmla="*/ 8 h 48"/>
                <a:gd name="T4" fmla="*/ 9 w 68"/>
                <a:gd name="T5" fmla="*/ 30 h 48"/>
                <a:gd name="T6" fmla="*/ 14 w 68"/>
                <a:gd name="T7" fmla="*/ 37 h 48"/>
                <a:gd name="T8" fmla="*/ 14 w 68"/>
                <a:gd name="T9" fmla="*/ 39 h 48"/>
                <a:gd name="T10" fmla="*/ 0 w 68"/>
                <a:gd name="T11" fmla="*/ 39 h 48"/>
                <a:gd name="T12" fmla="*/ 0 w 68"/>
                <a:gd name="T13" fmla="*/ 37 h 48"/>
                <a:gd name="T14" fmla="*/ 6 w 68"/>
                <a:gd name="T15" fmla="*/ 30 h 48"/>
                <a:gd name="T16" fmla="*/ 7 w 68"/>
                <a:gd name="T17" fmla="*/ 7 h 48"/>
                <a:gd name="T18" fmla="*/ 2 w 68"/>
                <a:gd name="T19" fmla="*/ 2 h 48"/>
                <a:gd name="T20" fmla="*/ 2 w 68"/>
                <a:gd name="T21" fmla="*/ 0 h 48"/>
                <a:gd name="T22" fmla="*/ 16 w 68"/>
                <a:gd name="T23" fmla="*/ 0 h 48"/>
                <a:gd name="T24" fmla="*/ 28 w 68"/>
                <a:gd name="T25" fmla="*/ 26 h 48"/>
                <a:gd name="T26" fmla="*/ 40 w 68"/>
                <a:gd name="T27" fmla="*/ 0 h 48"/>
                <a:gd name="T28" fmla="*/ 54 w 68"/>
                <a:gd name="T29" fmla="*/ 0 h 48"/>
                <a:gd name="T30" fmla="*/ 54 w 68"/>
                <a:gd name="T31" fmla="*/ 2 h 48"/>
                <a:gd name="T32" fmla="*/ 49 w 68"/>
                <a:gd name="T33" fmla="*/ 7 h 48"/>
                <a:gd name="T34" fmla="*/ 50 w 68"/>
                <a:gd name="T35" fmla="*/ 30 h 48"/>
                <a:gd name="T36" fmla="*/ 56 w 68"/>
                <a:gd name="T37" fmla="*/ 37 h 48"/>
                <a:gd name="T38" fmla="*/ 56 w 68"/>
                <a:gd name="T39" fmla="*/ 39 h 48"/>
                <a:gd name="T40" fmla="*/ 36 w 68"/>
                <a:gd name="T41" fmla="*/ 39 h 48"/>
                <a:gd name="T42" fmla="*/ 36 w 68"/>
                <a:gd name="T43" fmla="*/ 37 h 48"/>
                <a:gd name="T44" fmla="*/ 37 w 68"/>
                <a:gd name="T45" fmla="*/ 37 h 48"/>
                <a:gd name="T46" fmla="*/ 42 w 68"/>
                <a:gd name="T47" fmla="*/ 33 h 48"/>
                <a:gd name="T48" fmla="*/ 42 w 68"/>
                <a:gd name="T49" fmla="*/ 29 h 48"/>
                <a:gd name="T50" fmla="*/ 40 w 68"/>
                <a:gd name="T51" fmla="*/ 7 h 48"/>
                <a:gd name="T52" fmla="*/ 40 w 68"/>
                <a:gd name="T53" fmla="*/ 7 h 48"/>
                <a:gd name="T54" fmla="*/ 26 w 68"/>
                <a:gd name="T55" fmla="*/ 39 h 48"/>
                <a:gd name="T56" fmla="*/ 25 w 68"/>
                <a:gd name="T57" fmla="*/ 39 h 48"/>
                <a:gd name="T58" fmla="*/ 11 w 68"/>
                <a:gd name="T59" fmla="*/ 8 h 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8" h="48">
                  <a:moveTo>
                    <a:pt x="13" y="10"/>
                  </a:moveTo>
                  <a:cubicBezTo>
                    <a:pt x="12" y="10"/>
                    <a:pt x="12" y="10"/>
                    <a:pt x="12" y="10"/>
                  </a:cubicBezTo>
                  <a:cubicBezTo>
                    <a:pt x="11" y="37"/>
                    <a:pt x="11" y="37"/>
                    <a:pt x="11" y="37"/>
                  </a:cubicBezTo>
                  <a:cubicBezTo>
                    <a:pt x="10" y="42"/>
                    <a:pt x="11" y="45"/>
                    <a:pt x="17" y="45"/>
                  </a:cubicBezTo>
                  <a:cubicBezTo>
                    <a:pt x="17" y="48"/>
                    <a:pt x="17" y="48"/>
                    <a:pt x="17" y="48"/>
                  </a:cubicBezTo>
                  <a:cubicBezTo>
                    <a:pt x="0" y="48"/>
                    <a:pt x="0" y="48"/>
                    <a:pt x="0" y="48"/>
                  </a:cubicBezTo>
                  <a:cubicBezTo>
                    <a:pt x="0" y="45"/>
                    <a:pt x="0" y="45"/>
                    <a:pt x="0" y="45"/>
                  </a:cubicBezTo>
                  <a:cubicBezTo>
                    <a:pt x="6" y="45"/>
                    <a:pt x="6" y="43"/>
                    <a:pt x="7" y="37"/>
                  </a:cubicBezTo>
                  <a:cubicBezTo>
                    <a:pt x="8" y="9"/>
                    <a:pt x="8" y="9"/>
                    <a:pt x="8" y="9"/>
                  </a:cubicBezTo>
                  <a:cubicBezTo>
                    <a:pt x="9" y="5"/>
                    <a:pt x="8" y="4"/>
                    <a:pt x="3" y="3"/>
                  </a:cubicBezTo>
                  <a:cubicBezTo>
                    <a:pt x="3" y="0"/>
                    <a:pt x="3" y="0"/>
                    <a:pt x="3" y="0"/>
                  </a:cubicBezTo>
                  <a:cubicBezTo>
                    <a:pt x="19" y="0"/>
                    <a:pt x="19" y="0"/>
                    <a:pt x="19" y="0"/>
                  </a:cubicBezTo>
                  <a:cubicBezTo>
                    <a:pt x="34" y="32"/>
                    <a:pt x="34" y="32"/>
                    <a:pt x="34" y="32"/>
                  </a:cubicBezTo>
                  <a:cubicBezTo>
                    <a:pt x="48" y="0"/>
                    <a:pt x="48" y="0"/>
                    <a:pt x="48" y="0"/>
                  </a:cubicBezTo>
                  <a:cubicBezTo>
                    <a:pt x="65" y="0"/>
                    <a:pt x="65" y="0"/>
                    <a:pt x="65" y="0"/>
                  </a:cubicBezTo>
                  <a:cubicBezTo>
                    <a:pt x="65" y="3"/>
                    <a:pt x="65" y="3"/>
                    <a:pt x="65" y="3"/>
                  </a:cubicBezTo>
                  <a:cubicBezTo>
                    <a:pt x="59" y="4"/>
                    <a:pt x="59" y="4"/>
                    <a:pt x="59" y="9"/>
                  </a:cubicBezTo>
                  <a:cubicBezTo>
                    <a:pt x="61" y="37"/>
                    <a:pt x="61" y="37"/>
                    <a:pt x="61" y="37"/>
                  </a:cubicBezTo>
                  <a:cubicBezTo>
                    <a:pt x="61" y="44"/>
                    <a:pt x="62" y="44"/>
                    <a:pt x="68" y="45"/>
                  </a:cubicBezTo>
                  <a:cubicBezTo>
                    <a:pt x="68" y="48"/>
                    <a:pt x="68" y="48"/>
                    <a:pt x="68" y="48"/>
                  </a:cubicBezTo>
                  <a:cubicBezTo>
                    <a:pt x="44" y="48"/>
                    <a:pt x="44" y="48"/>
                    <a:pt x="44" y="48"/>
                  </a:cubicBezTo>
                  <a:cubicBezTo>
                    <a:pt x="44" y="45"/>
                    <a:pt x="44" y="45"/>
                    <a:pt x="44" y="45"/>
                  </a:cubicBezTo>
                  <a:cubicBezTo>
                    <a:pt x="45" y="45"/>
                    <a:pt x="45" y="45"/>
                    <a:pt x="45" y="45"/>
                  </a:cubicBezTo>
                  <a:cubicBezTo>
                    <a:pt x="48" y="45"/>
                    <a:pt x="51" y="45"/>
                    <a:pt x="51" y="40"/>
                  </a:cubicBezTo>
                  <a:cubicBezTo>
                    <a:pt x="51" y="39"/>
                    <a:pt x="51" y="37"/>
                    <a:pt x="51" y="36"/>
                  </a:cubicBezTo>
                  <a:cubicBezTo>
                    <a:pt x="49" y="9"/>
                    <a:pt x="49" y="9"/>
                    <a:pt x="49" y="9"/>
                  </a:cubicBezTo>
                  <a:cubicBezTo>
                    <a:pt x="49" y="9"/>
                    <a:pt x="49" y="9"/>
                    <a:pt x="49" y="9"/>
                  </a:cubicBezTo>
                  <a:cubicBezTo>
                    <a:pt x="32" y="48"/>
                    <a:pt x="32" y="48"/>
                    <a:pt x="32" y="48"/>
                  </a:cubicBezTo>
                  <a:cubicBezTo>
                    <a:pt x="30" y="48"/>
                    <a:pt x="30" y="48"/>
                    <a:pt x="30" y="48"/>
                  </a:cubicBezTo>
                  <a:lnTo>
                    <a:pt x="13"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0" name="Freeform 20">
              <a:extLst>
                <a:ext uri="{FF2B5EF4-FFF2-40B4-BE49-F238E27FC236}">
                  <a16:creationId xmlns:a16="http://schemas.microsoft.com/office/drawing/2014/main" id="{A04612DC-8F08-4FCD-A8AD-B5BB9717F526}"/>
                </a:ext>
              </a:extLst>
            </p:cNvPr>
            <p:cNvSpPr>
              <a:spLocks noEditPoints="1"/>
            </p:cNvSpPr>
            <p:nvPr userDrawn="1"/>
          </p:nvSpPr>
          <p:spPr bwMode="white">
            <a:xfrm>
              <a:off x="861" y="370"/>
              <a:ext cx="45" cy="40"/>
            </a:xfrm>
            <a:custGeom>
              <a:avLst/>
              <a:gdLst>
                <a:gd name="T0" fmla="*/ 13 w 55"/>
                <a:gd name="T1" fmla="*/ 25 h 49"/>
                <a:gd name="T2" fmla="*/ 11 w 55"/>
                <a:gd name="T3" fmla="*/ 33 h 49"/>
                <a:gd name="T4" fmla="*/ 16 w 55"/>
                <a:gd name="T5" fmla="*/ 38 h 49"/>
                <a:gd name="T6" fmla="*/ 16 w 55"/>
                <a:gd name="T7" fmla="*/ 38 h 49"/>
                <a:gd name="T8" fmla="*/ 16 w 55"/>
                <a:gd name="T9" fmla="*/ 40 h 49"/>
                <a:gd name="T10" fmla="*/ 0 w 55"/>
                <a:gd name="T11" fmla="*/ 40 h 49"/>
                <a:gd name="T12" fmla="*/ 0 w 55"/>
                <a:gd name="T13" fmla="*/ 38 h 49"/>
                <a:gd name="T14" fmla="*/ 1 w 55"/>
                <a:gd name="T15" fmla="*/ 38 h 49"/>
                <a:gd name="T16" fmla="*/ 7 w 55"/>
                <a:gd name="T17" fmla="*/ 32 h 49"/>
                <a:gd name="T18" fmla="*/ 17 w 55"/>
                <a:gd name="T19" fmla="*/ 2 h 49"/>
                <a:gd name="T20" fmla="*/ 16 w 55"/>
                <a:gd name="T21" fmla="*/ 0 h 49"/>
                <a:gd name="T22" fmla="*/ 26 w 55"/>
                <a:gd name="T23" fmla="*/ 0 h 49"/>
                <a:gd name="T24" fmla="*/ 38 w 55"/>
                <a:gd name="T25" fmla="*/ 32 h 49"/>
                <a:gd name="T26" fmla="*/ 45 w 55"/>
                <a:gd name="T27" fmla="*/ 38 h 49"/>
                <a:gd name="T28" fmla="*/ 45 w 55"/>
                <a:gd name="T29" fmla="*/ 40 h 49"/>
                <a:gd name="T30" fmla="*/ 25 w 55"/>
                <a:gd name="T31" fmla="*/ 40 h 49"/>
                <a:gd name="T32" fmla="*/ 25 w 55"/>
                <a:gd name="T33" fmla="*/ 38 h 49"/>
                <a:gd name="T34" fmla="*/ 26 w 55"/>
                <a:gd name="T35" fmla="*/ 38 h 49"/>
                <a:gd name="T36" fmla="*/ 29 w 55"/>
                <a:gd name="T37" fmla="*/ 33 h 49"/>
                <a:gd name="T38" fmla="*/ 27 w 55"/>
                <a:gd name="T39" fmla="*/ 25 h 49"/>
                <a:gd name="T40" fmla="*/ 13 w 55"/>
                <a:gd name="T41" fmla="*/ 25 h 49"/>
                <a:gd name="T42" fmla="*/ 20 w 55"/>
                <a:gd name="T43" fmla="*/ 7 h 49"/>
                <a:gd name="T44" fmla="*/ 14 w 55"/>
                <a:gd name="T45" fmla="*/ 22 h 49"/>
                <a:gd name="T46" fmla="*/ 25 w 55"/>
                <a:gd name="T47" fmla="*/ 22 h 49"/>
                <a:gd name="T48" fmla="*/ 20 w 55"/>
                <a:gd name="T49" fmla="*/ 7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5" h="49">
                  <a:moveTo>
                    <a:pt x="16" y="31"/>
                  </a:moveTo>
                  <a:cubicBezTo>
                    <a:pt x="13" y="40"/>
                    <a:pt x="13" y="40"/>
                    <a:pt x="13" y="40"/>
                  </a:cubicBezTo>
                  <a:cubicBezTo>
                    <a:pt x="11" y="44"/>
                    <a:pt x="11" y="46"/>
                    <a:pt x="19" y="46"/>
                  </a:cubicBezTo>
                  <a:cubicBezTo>
                    <a:pt x="20" y="46"/>
                    <a:pt x="20" y="46"/>
                    <a:pt x="20" y="46"/>
                  </a:cubicBezTo>
                  <a:cubicBezTo>
                    <a:pt x="20" y="49"/>
                    <a:pt x="20" y="49"/>
                    <a:pt x="20" y="49"/>
                  </a:cubicBezTo>
                  <a:cubicBezTo>
                    <a:pt x="0" y="49"/>
                    <a:pt x="0" y="49"/>
                    <a:pt x="0" y="49"/>
                  </a:cubicBezTo>
                  <a:cubicBezTo>
                    <a:pt x="0" y="46"/>
                    <a:pt x="0" y="46"/>
                    <a:pt x="0" y="46"/>
                  </a:cubicBezTo>
                  <a:cubicBezTo>
                    <a:pt x="1" y="46"/>
                    <a:pt x="1" y="46"/>
                    <a:pt x="1" y="46"/>
                  </a:cubicBezTo>
                  <a:cubicBezTo>
                    <a:pt x="4" y="46"/>
                    <a:pt x="6" y="44"/>
                    <a:pt x="8" y="39"/>
                  </a:cubicBezTo>
                  <a:cubicBezTo>
                    <a:pt x="21" y="3"/>
                    <a:pt x="21" y="3"/>
                    <a:pt x="21" y="3"/>
                  </a:cubicBezTo>
                  <a:cubicBezTo>
                    <a:pt x="20" y="0"/>
                    <a:pt x="20" y="0"/>
                    <a:pt x="20" y="0"/>
                  </a:cubicBezTo>
                  <a:cubicBezTo>
                    <a:pt x="32" y="0"/>
                    <a:pt x="32" y="0"/>
                    <a:pt x="32" y="0"/>
                  </a:cubicBezTo>
                  <a:cubicBezTo>
                    <a:pt x="47" y="39"/>
                    <a:pt x="47" y="39"/>
                    <a:pt x="47" y="39"/>
                  </a:cubicBezTo>
                  <a:cubicBezTo>
                    <a:pt x="49" y="44"/>
                    <a:pt x="51" y="46"/>
                    <a:pt x="55" y="46"/>
                  </a:cubicBezTo>
                  <a:cubicBezTo>
                    <a:pt x="55" y="49"/>
                    <a:pt x="55" y="49"/>
                    <a:pt x="55" y="49"/>
                  </a:cubicBezTo>
                  <a:cubicBezTo>
                    <a:pt x="30" y="49"/>
                    <a:pt x="30" y="49"/>
                    <a:pt x="30" y="49"/>
                  </a:cubicBezTo>
                  <a:cubicBezTo>
                    <a:pt x="30" y="46"/>
                    <a:pt x="30" y="46"/>
                    <a:pt x="30" y="46"/>
                  </a:cubicBezTo>
                  <a:cubicBezTo>
                    <a:pt x="32" y="46"/>
                    <a:pt x="32" y="46"/>
                    <a:pt x="32" y="46"/>
                  </a:cubicBezTo>
                  <a:cubicBezTo>
                    <a:pt x="37" y="46"/>
                    <a:pt x="38" y="44"/>
                    <a:pt x="36" y="40"/>
                  </a:cubicBezTo>
                  <a:cubicBezTo>
                    <a:pt x="33" y="31"/>
                    <a:pt x="33" y="31"/>
                    <a:pt x="33" y="31"/>
                  </a:cubicBezTo>
                  <a:lnTo>
                    <a:pt x="16" y="31"/>
                  </a:lnTo>
                  <a:close/>
                  <a:moveTo>
                    <a:pt x="24" y="9"/>
                  </a:moveTo>
                  <a:cubicBezTo>
                    <a:pt x="17" y="27"/>
                    <a:pt x="17" y="27"/>
                    <a:pt x="17" y="27"/>
                  </a:cubicBezTo>
                  <a:cubicBezTo>
                    <a:pt x="31" y="27"/>
                    <a:pt x="31" y="27"/>
                    <a:pt x="31" y="27"/>
                  </a:cubicBezTo>
                  <a:lnTo>
                    <a:pt x="24"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1" name="Freeform 21">
              <a:extLst>
                <a:ext uri="{FF2B5EF4-FFF2-40B4-BE49-F238E27FC236}">
                  <a16:creationId xmlns:a16="http://schemas.microsoft.com/office/drawing/2014/main" id="{553B65F8-38C6-428F-A08C-6E215D7A320B}"/>
                </a:ext>
              </a:extLst>
            </p:cNvPr>
            <p:cNvSpPr>
              <a:spLocks/>
            </p:cNvSpPr>
            <p:nvPr userDrawn="1"/>
          </p:nvSpPr>
          <p:spPr bwMode="white">
            <a:xfrm>
              <a:off x="911" y="370"/>
              <a:ext cx="43" cy="40"/>
            </a:xfrm>
            <a:custGeom>
              <a:avLst/>
              <a:gdLst>
                <a:gd name="T0" fmla="*/ 26 w 52"/>
                <a:gd name="T1" fmla="*/ 33 h 49"/>
                <a:gd name="T2" fmla="*/ 31 w 52"/>
                <a:gd name="T3" fmla="*/ 38 h 49"/>
                <a:gd name="T4" fmla="*/ 33 w 52"/>
                <a:gd name="T5" fmla="*/ 38 h 49"/>
                <a:gd name="T6" fmla="*/ 33 w 52"/>
                <a:gd name="T7" fmla="*/ 40 h 49"/>
                <a:gd name="T8" fmla="*/ 10 w 52"/>
                <a:gd name="T9" fmla="*/ 40 h 49"/>
                <a:gd name="T10" fmla="*/ 10 w 52"/>
                <a:gd name="T11" fmla="*/ 38 h 49"/>
                <a:gd name="T12" fmla="*/ 12 w 52"/>
                <a:gd name="T13" fmla="*/ 38 h 49"/>
                <a:gd name="T14" fmla="*/ 17 w 52"/>
                <a:gd name="T15" fmla="*/ 33 h 49"/>
                <a:gd name="T16" fmla="*/ 17 w 52"/>
                <a:gd name="T17" fmla="*/ 4 h 49"/>
                <a:gd name="T18" fmla="*/ 10 w 52"/>
                <a:gd name="T19" fmla="*/ 4 h 49"/>
                <a:gd name="T20" fmla="*/ 3 w 52"/>
                <a:gd name="T21" fmla="*/ 11 h 49"/>
                <a:gd name="T22" fmla="*/ 0 w 52"/>
                <a:gd name="T23" fmla="*/ 11 h 49"/>
                <a:gd name="T24" fmla="*/ 2 w 52"/>
                <a:gd name="T25" fmla="*/ 0 h 49"/>
                <a:gd name="T26" fmla="*/ 3 w 52"/>
                <a:gd name="T27" fmla="*/ 0 h 49"/>
                <a:gd name="T28" fmla="*/ 5 w 52"/>
                <a:gd name="T29" fmla="*/ 1 h 49"/>
                <a:gd name="T30" fmla="*/ 7 w 52"/>
                <a:gd name="T31" fmla="*/ 1 h 49"/>
                <a:gd name="T32" fmla="*/ 36 w 52"/>
                <a:gd name="T33" fmla="*/ 1 h 49"/>
                <a:gd name="T34" fmla="*/ 40 w 52"/>
                <a:gd name="T35" fmla="*/ 0 h 49"/>
                <a:gd name="T36" fmla="*/ 41 w 52"/>
                <a:gd name="T37" fmla="*/ 0 h 49"/>
                <a:gd name="T38" fmla="*/ 43 w 52"/>
                <a:gd name="T39" fmla="*/ 11 h 49"/>
                <a:gd name="T40" fmla="*/ 40 w 52"/>
                <a:gd name="T41" fmla="*/ 11 h 49"/>
                <a:gd name="T42" fmla="*/ 33 w 52"/>
                <a:gd name="T43" fmla="*/ 4 h 49"/>
                <a:gd name="T44" fmla="*/ 26 w 52"/>
                <a:gd name="T45" fmla="*/ 4 h 49"/>
                <a:gd name="T46" fmla="*/ 26 w 52"/>
                <a:gd name="T47" fmla="*/ 33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 h="49">
                  <a:moveTo>
                    <a:pt x="31" y="40"/>
                  </a:moveTo>
                  <a:cubicBezTo>
                    <a:pt x="31" y="44"/>
                    <a:pt x="32" y="46"/>
                    <a:pt x="38" y="46"/>
                  </a:cubicBezTo>
                  <a:cubicBezTo>
                    <a:pt x="40" y="46"/>
                    <a:pt x="40" y="46"/>
                    <a:pt x="40" y="46"/>
                  </a:cubicBezTo>
                  <a:cubicBezTo>
                    <a:pt x="40" y="49"/>
                    <a:pt x="40" y="49"/>
                    <a:pt x="40" y="49"/>
                  </a:cubicBezTo>
                  <a:cubicBezTo>
                    <a:pt x="12" y="49"/>
                    <a:pt x="12" y="49"/>
                    <a:pt x="12" y="49"/>
                  </a:cubicBezTo>
                  <a:cubicBezTo>
                    <a:pt x="12" y="46"/>
                    <a:pt x="12" y="46"/>
                    <a:pt x="12" y="46"/>
                  </a:cubicBezTo>
                  <a:cubicBezTo>
                    <a:pt x="15" y="46"/>
                    <a:pt x="15" y="46"/>
                    <a:pt x="15" y="46"/>
                  </a:cubicBezTo>
                  <a:cubicBezTo>
                    <a:pt x="19" y="46"/>
                    <a:pt x="21" y="44"/>
                    <a:pt x="21" y="40"/>
                  </a:cubicBezTo>
                  <a:cubicBezTo>
                    <a:pt x="21" y="5"/>
                    <a:pt x="21" y="5"/>
                    <a:pt x="21" y="5"/>
                  </a:cubicBezTo>
                  <a:cubicBezTo>
                    <a:pt x="12" y="5"/>
                    <a:pt x="12" y="5"/>
                    <a:pt x="12" y="5"/>
                  </a:cubicBezTo>
                  <a:cubicBezTo>
                    <a:pt x="6" y="5"/>
                    <a:pt x="5" y="6"/>
                    <a:pt x="4" y="14"/>
                  </a:cubicBezTo>
                  <a:cubicBezTo>
                    <a:pt x="0" y="14"/>
                    <a:pt x="0" y="14"/>
                    <a:pt x="0" y="14"/>
                  </a:cubicBezTo>
                  <a:cubicBezTo>
                    <a:pt x="2" y="0"/>
                    <a:pt x="2" y="0"/>
                    <a:pt x="2" y="0"/>
                  </a:cubicBezTo>
                  <a:cubicBezTo>
                    <a:pt x="4" y="0"/>
                    <a:pt x="4" y="0"/>
                    <a:pt x="4" y="0"/>
                  </a:cubicBezTo>
                  <a:cubicBezTo>
                    <a:pt x="5" y="1"/>
                    <a:pt x="5" y="1"/>
                    <a:pt x="6" y="1"/>
                  </a:cubicBezTo>
                  <a:cubicBezTo>
                    <a:pt x="6" y="1"/>
                    <a:pt x="7" y="1"/>
                    <a:pt x="8" y="1"/>
                  </a:cubicBezTo>
                  <a:cubicBezTo>
                    <a:pt x="44" y="1"/>
                    <a:pt x="44" y="1"/>
                    <a:pt x="44" y="1"/>
                  </a:cubicBezTo>
                  <a:cubicBezTo>
                    <a:pt x="46" y="1"/>
                    <a:pt x="47" y="1"/>
                    <a:pt x="48" y="0"/>
                  </a:cubicBezTo>
                  <a:cubicBezTo>
                    <a:pt x="50" y="0"/>
                    <a:pt x="50" y="0"/>
                    <a:pt x="50" y="0"/>
                  </a:cubicBezTo>
                  <a:cubicBezTo>
                    <a:pt x="52" y="14"/>
                    <a:pt x="52" y="14"/>
                    <a:pt x="52" y="14"/>
                  </a:cubicBezTo>
                  <a:cubicBezTo>
                    <a:pt x="48" y="14"/>
                    <a:pt x="48" y="14"/>
                    <a:pt x="48" y="14"/>
                  </a:cubicBezTo>
                  <a:cubicBezTo>
                    <a:pt x="47" y="6"/>
                    <a:pt x="46" y="5"/>
                    <a:pt x="40" y="5"/>
                  </a:cubicBezTo>
                  <a:cubicBezTo>
                    <a:pt x="31" y="5"/>
                    <a:pt x="31" y="5"/>
                    <a:pt x="31" y="5"/>
                  </a:cubicBezTo>
                  <a:lnTo>
                    <a:pt x="31"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2" name="Freeform 22">
              <a:extLst>
                <a:ext uri="{FF2B5EF4-FFF2-40B4-BE49-F238E27FC236}">
                  <a16:creationId xmlns:a16="http://schemas.microsoft.com/office/drawing/2014/main" id="{7CBA9233-4891-4418-B23D-AF1D512BA421}"/>
                </a:ext>
              </a:extLst>
            </p:cNvPr>
            <p:cNvSpPr>
              <a:spLocks/>
            </p:cNvSpPr>
            <p:nvPr userDrawn="1"/>
          </p:nvSpPr>
          <p:spPr bwMode="white">
            <a:xfrm>
              <a:off x="965" y="371"/>
              <a:ext cx="20" cy="39"/>
            </a:xfrm>
            <a:custGeom>
              <a:avLst/>
              <a:gdLst>
                <a:gd name="T0" fmla="*/ 0 w 24"/>
                <a:gd name="T1" fmla="*/ 0 h 48"/>
                <a:gd name="T2" fmla="*/ 20 w 24"/>
                <a:gd name="T3" fmla="*/ 0 h 48"/>
                <a:gd name="T4" fmla="*/ 20 w 24"/>
                <a:gd name="T5" fmla="*/ 2 h 48"/>
                <a:gd name="T6" fmla="*/ 19 w 24"/>
                <a:gd name="T7" fmla="*/ 2 h 48"/>
                <a:gd name="T8" fmla="*/ 14 w 24"/>
                <a:gd name="T9" fmla="*/ 7 h 48"/>
                <a:gd name="T10" fmla="*/ 14 w 24"/>
                <a:gd name="T11" fmla="*/ 32 h 48"/>
                <a:gd name="T12" fmla="*/ 19 w 24"/>
                <a:gd name="T13" fmla="*/ 37 h 48"/>
                <a:gd name="T14" fmla="*/ 20 w 24"/>
                <a:gd name="T15" fmla="*/ 37 h 48"/>
                <a:gd name="T16" fmla="*/ 20 w 24"/>
                <a:gd name="T17" fmla="*/ 39 h 48"/>
                <a:gd name="T18" fmla="*/ 0 w 24"/>
                <a:gd name="T19" fmla="*/ 39 h 48"/>
                <a:gd name="T20" fmla="*/ 0 w 24"/>
                <a:gd name="T21" fmla="*/ 37 h 48"/>
                <a:gd name="T22" fmla="*/ 1 w 24"/>
                <a:gd name="T23" fmla="*/ 37 h 48"/>
                <a:gd name="T24" fmla="*/ 6 w 24"/>
                <a:gd name="T25" fmla="*/ 33 h 48"/>
                <a:gd name="T26" fmla="*/ 6 w 24"/>
                <a:gd name="T27" fmla="*/ 7 h 48"/>
                <a:gd name="T28" fmla="*/ 1 w 24"/>
                <a:gd name="T29" fmla="*/ 2 h 48"/>
                <a:gd name="T30" fmla="*/ 0 w 24"/>
                <a:gd name="T31" fmla="*/ 2 h 48"/>
                <a:gd name="T32" fmla="*/ 0 w 24"/>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 h="48">
                  <a:moveTo>
                    <a:pt x="0" y="0"/>
                  </a:moveTo>
                  <a:cubicBezTo>
                    <a:pt x="24" y="0"/>
                    <a:pt x="24" y="0"/>
                    <a:pt x="24" y="0"/>
                  </a:cubicBezTo>
                  <a:cubicBezTo>
                    <a:pt x="24" y="3"/>
                    <a:pt x="24" y="3"/>
                    <a:pt x="24" y="3"/>
                  </a:cubicBezTo>
                  <a:cubicBezTo>
                    <a:pt x="23" y="3"/>
                    <a:pt x="23" y="3"/>
                    <a:pt x="23" y="3"/>
                  </a:cubicBezTo>
                  <a:cubicBezTo>
                    <a:pt x="19" y="3"/>
                    <a:pt x="17" y="5"/>
                    <a:pt x="17" y="9"/>
                  </a:cubicBezTo>
                  <a:cubicBezTo>
                    <a:pt x="17" y="39"/>
                    <a:pt x="17" y="39"/>
                    <a:pt x="17" y="39"/>
                  </a:cubicBezTo>
                  <a:cubicBezTo>
                    <a:pt x="17" y="43"/>
                    <a:pt x="19" y="45"/>
                    <a:pt x="23" y="45"/>
                  </a:cubicBezTo>
                  <a:cubicBezTo>
                    <a:pt x="24" y="45"/>
                    <a:pt x="24" y="45"/>
                    <a:pt x="24" y="45"/>
                  </a:cubicBezTo>
                  <a:cubicBezTo>
                    <a:pt x="24" y="48"/>
                    <a:pt x="24" y="48"/>
                    <a:pt x="24" y="48"/>
                  </a:cubicBezTo>
                  <a:cubicBezTo>
                    <a:pt x="0" y="48"/>
                    <a:pt x="0" y="48"/>
                    <a:pt x="0" y="48"/>
                  </a:cubicBezTo>
                  <a:cubicBezTo>
                    <a:pt x="0" y="45"/>
                    <a:pt x="0" y="45"/>
                    <a:pt x="0" y="45"/>
                  </a:cubicBezTo>
                  <a:cubicBezTo>
                    <a:pt x="1" y="45"/>
                    <a:pt x="1" y="45"/>
                    <a:pt x="1" y="45"/>
                  </a:cubicBezTo>
                  <a:cubicBezTo>
                    <a:pt x="5" y="45"/>
                    <a:pt x="7" y="43"/>
                    <a:pt x="7" y="40"/>
                  </a:cubicBezTo>
                  <a:cubicBezTo>
                    <a:pt x="7" y="9"/>
                    <a:pt x="7" y="9"/>
                    <a:pt x="7" y="9"/>
                  </a:cubicBezTo>
                  <a:cubicBezTo>
                    <a:pt x="7" y="5"/>
                    <a:pt x="5"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3" name="Freeform 23">
              <a:extLst>
                <a:ext uri="{FF2B5EF4-FFF2-40B4-BE49-F238E27FC236}">
                  <a16:creationId xmlns:a16="http://schemas.microsoft.com/office/drawing/2014/main" id="{8F6BAE86-392E-448A-878F-3F80FC9BB6FF}"/>
                </a:ext>
              </a:extLst>
            </p:cNvPr>
            <p:cNvSpPr>
              <a:spLocks noEditPoints="1"/>
            </p:cNvSpPr>
            <p:nvPr userDrawn="1"/>
          </p:nvSpPr>
          <p:spPr bwMode="white">
            <a:xfrm>
              <a:off x="999" y="370"/>
              <a:ext cx="46" cy="41"/>
            </a:xfrm>
            <a:custGeom>
              <a:avLst/>
              <a:gdLst>
                <a:gd name="T0" fmla="*/ 24 w 56"/>
                <a:gd name="T1" fmla="*/ 0 h 50"/>
                <a:gd name="T2" fmla="*/ 46 w 56"/>
                <a:gd name="T3" fmla="*/ 20 h 50"/>
                <a:gd name="T4" fmla="*/ 23 w 56"/>
                <a:gd name="T5" fmla="*/ 41 h 50"/>
                <a:gd name="T6" fmla="*/ 0 w 56"/>
                <a:gd name="T7" fmla="*/ 21 h 50"/>
                <a:gd name="T8" fmla="*/ 24 w 56"/>
                <a:gd name="T9" fmla="*/ 0 h 50"/>
                <a:gd name="T10" fmla="*/ 24 w 56"/>
                <a:gd name="T11" fmla="*/ 39 h 50"/>
                <a:gd name="T12" fmla="*/ 37 w 56"/>
                <a:gd name="T13" fmla="*/ 22 h 50"/>
                <a:gd name="T14" fmla="*/ 22 w 56"/>
                <a:gd name="T15" fmla="*/ 2 h 50"/>
                <a:gd name="T16" fmla="*/ 9 w 56"/>
                <a:gd name="T17" fmla="*/ 18 h 50"/>
                <a:gd name="T18" fmla="*/ 24 w 56"/>
                <a:gd name="T19" fmla="*/ 39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4"/>
                  </a:cubicBezTo>
                  <a:cubicBezTo>
                    <a:pt x="56" y="38"/>
                    <a:pt x="46" y="50"/>
                    <a:pt x="28" y="50"/>
                  </a:cubicBezTo>
                  <a:cubicBezTo>
                    <a:pt x="10" y="50"/>
                    <a:pt x="0" y="39"/>
                    <a:pt x="0" y="26"/>
                  </a:cubicBezTo>
                  <a:cubicBezTo>
                    <a:pt x="0" y="11"/>
                    <a:pt x="12" y="0"/>
                    <a:pt x="29" y="0"/>
                  </a:cubicBezTo>
                  <a:close/>
                  <a:moveTo>
                    <a:pt x="29" y="47"/>
                  </a:moveTo>
                  <a:cubicBezTo>
                    <a:pt x="40" y="47"/>
                    <a:pt x="45" y="37"/>
                    <a:pt x="45" y="27"/>
                  </a:cubicBezTo>
                  <a:cubicBezTo>
                    <a:pt x="45" y="15"/>
                    <a:pt x="39" y="3"/>
                    <a:pt x="27" y="3"/>
                  </a:cubicBezTo>
                  <a:cubicBezTo>
                    <a:pt x="18" y="3"/>
                    <a:pt x="11" y="11"/>
                    <a:pt x="11" y="22"/>
                  </a:cubicBezTo>
                  <a:cubicBezTo>
                    <a:pt x="11" y="37"/>
                    <a:pt x="19" y="47"/>
                    <a:pt x="29"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4" name="Freeform 24">
              <a:extLst>
                <a:ext uri="{FF2B5EF4-FFF2-40B4-BE49-F238E27FC236}">
                  <a16:creationId xmlns:a16="http://schemas.microsoft.com/office/drawing/2014/main" id="{3FDB5556-F650-42FF-9548-073CA94A43CD}"/>
                </a:ext>
              </a:extLst>
            </p:cNvPr>
            <p:cNvSpPr>
              <a:spLocks/>
            </p:cNvSpPr>
            <p:nvPr userDrawn="1"/>
          </p:nvSpPr>
          <p:spPr bwMode="white">
            <a:xfrm>
              <a:off x="1059" y="371"/>
              <a:ext cx="47" cy="39"/>
            </a:xfrm>
            <a:custGeom>
              <a:avLst/>
              <a:gdLst>
                <a:gd name="T0" fmla="*/ 9 w 58"/>
                <a:gd name="T1" fmla="*/ 32 h 48"/>
                <a:gd name="T2" fmla="*/ 15 w 58"/>
                <a:gd name="T3" fmla="*/ 37 h 48"/>
                <a:gd name="T4" fmla="*/ 15 w 58"/>
                <a:gd name="T5" fmla="*/ 39 h 48"/>
                <a:gd name="T6" fmla="*/ 0 w 58"/>
                <a:gd name="T7" fmla="*/ 39 h 48"/>
                <a:gd name="T8" fmla="*/ 0 w 58"/>
                <a:gd name="T9" fmla="*/ 37 h 48"/>
                <a:gd name="T10" fmla="*/ 0 w 58"/>
                <a:gd name="T11" fmla="*/ 37 h 48"/>
                <a:gd name="T12" fmla="*/ 5 w 58"/>
                <a:gd name="T13" fmla="*/ 33 h 48"/>
                <a:gd name="T14" fmla="*/ 5 w 58"/>
                <a:gd name="T15" fmla="*/ 4 h 48"/>
                <a:gd name="T16" fmla="*/ 0 w 58"/>
                <a:gd name="T17" fmla="*/ 2 h 48"/>
                <a:gd name="T18" fmla="*/ 0 w 58"/>
                <a:gd name="T19" fmla="*/ 0 h 48"/>
                <a:gd name="T20" fmla="*/ 13 w 58"/>
                <a:gd name="T21" fmla="*/ 0 h 48"/>
                <a:gd name="T22" fmla="*/ 38 w 58"/>
                <a:gd name="T23" fmla="*/ 27 h 48"/>
                <a:gd name="T24" fmla="*/ 38 w 58"/>
                <a:gd name="T25" fmla="*/ 8 h 48"/>
                <a:gd name="T26" fmla="*/ 32 w 58"/>
                <a:gd name="T27" fmla="*/ 2 h 48"/>
                <a:gd name="T28" fmla="*/ 32 w 58"/>
                <a:gd name="T29" fmla="*/ 2 h 48"/>
                <a:gd name="T30" fmla="*/ 32 w 58"/>
                <a:gd name="T31" fmla="*/ 0 h 48"/>
                <a:gd name="T32" fmla="*/ 47 w 58"/>
                <a:gd name="T33" fmla="*/ 0 h 48"/>
                <a:gd name="T34" fmla="*/ 47 w 58"/>
                <a:gd name="T35" fmla="*/ 2 h 48"/>
                <a:gd name="T36" fmla="*/ 47 w 58"/>
                <a:gd name="T37" fmla="*/ 2 h 48"/>
                <a:gd name="T38" fmla="*/ 41 w 58"/>
                <a:gd name="T39" fmla="*/ 6 h 48"/>
                <a:gd name="T40" fmla="*/ 41 w 58"/>
                <a:gd name="T41" fmla="*/ 39 h 48"/>
                <a:gd name="T42" fmla="*/ 38 w 58"/>
                <a:gd name="T43" fmla="*/ 39 h 48"/>
                <a:gd name="T44" fmla="*/ 9 w 58"/>
                <a:gd name="T45" fmla="*/ 8 h 48"/>
                <a:gd name="T46" fmla="*/ 9 w 58"/>
                <a:gd name="T47" fmla="*/ 32 h 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8" h="48">
                  <a:moveTo>
                    <a:pt x="11" y="39"/>
                  </a:moveTo>
                  <a:cubicBezTo>
                    <a:pt x="11" y="43"/>
                    <a:pt x="12" y="45"/>
                    <a:pt x="18" y="45"/>
                  </a:cubicBezTo>
                  <a:cubicBezTo>
                    <a:pt x="18" y="48"/>
                    <a:pt x="18" y="48"/>
                    <a:pt x="18" y="48"/>
                  </a:cubicBezTo>
                  <a:cubicBezTo>
                    <a:pt x="0" y="48"/>
                    <a:pt x="0" y="48"/>
                    <a:pt x="0" y="48"/>
                  </a:cubicBezTo>
                  <a:cubicBezTo>
                    <a:pt x="0" y="45"/>
                    <a:pt x="0" y="45"/>
                    <a:pt x="0" y="45"/>
                  </a:cubicBezTo>
                  <a:cubicBezTo>
                    <a:pt x="0" y="45"/>
                    <a:pt x="0" y="45"/>
                    <a:pt x="0" y="45"/>
                  </a:cubicBezTo>
                  <a:cubicBezTo>
                    <a:pt x="5" y="45"/>
                    <a:pt x="6" y="43"/>
                    <a:pt x="6" y="40"/>
                  </a:cubicBezTo>
                  <a:cubicBezTo>
                    <a:pt x="6" y="5"/>
                    <a:pt x="6" y="5"/>
                    <a:pt x="6" y="5"/>
                  </a:cubicBezTo>
                  <a:cubicBezTo>
                    <a:pt x="4" y="4"/>
                    <a:pt x="2" y="3"/>
                    <a:pt x="0" y="3"/>
                  </a:cubicBezTo>
                  <a:cubicBezTo>
                    <a:pt x="0" y="0"/>
                    <a:pt x="0" y="0"/>
                    <a:pt x="0" y="0"/>
                  </a:cubicBezTo>
                  <a:cubicBezTo>
                    <a:pt x="16" y="0"/>
                    <a:pt x="16" y="0"/>
                    <a:pt x="16" y="0"/>
                  </a:cubicBezTo>
                  <a:cubicBezTo>
                    <a:pt x="47" y="33"/>
                    <a:pt x="47" y="33"/>
                    <a:pt x="47" y="33"/>
                  </a:cubicBezTo>
                  <a:cubicBezTo>
                    <a:pt x="47" y="10"/>
                    <a:pt x="47" y="10"/>
                    <a:pt x="47" y="10"/>
                  </a:cubicBezTo>
                  <a:cubicBezTo>
                    <a:pt x="47" y="4"/>
                    <a:pt x="46" y="3"/>
                    <a:pt x="39" y="3"/>
                  </a:cubicBezTo>
                  <a:cubicBezTo>
                    <a:pt x="39" y="3"/>
                    <a:pt x="39" y="3"/>
                    <a:pt x="39" y="3"/>
                  </a:cubicBezTo>
                  <a:cubicBezTo>
                    <a:pt x="39" y="0"/>
                    <a:pt x="39" y="0"/>
                    <a:pt x="39" y="0"/>
                  </a:cubicBezTo>
                  <a:cubicBezTo>
                    <a:pt x="58" y="0"/>
                    <a:pt x="58" y="0"/>
                    <a:pt x="58" y="0"/>
                  </a:cubicBezTo>
                  <a:cubicBezTo>
                    <a:pt x="58" y="3"/>
                    <a:pt x="58" y="3"/>
                    <a:pt x="58" y="3"/>
                  </a:cubicBezTo>
                  <a:cubicBezTo>
                    <a:pt x="58" y="3"/>
                    <a:pt x="58" y="3"/>
                    <a:pt x="58" y="3"/>
                  </a:cubicBezTo>
                  <a:cubicBezTo>
                    <a:pt x="53" y="3"/>
                    <a:pt x="51" y="4"/>
                    <a:pt x="51" y="7"/>
                  </a:cubicBezTo>
                  <a:cubicBezTo>
                    <a:pt x="51" y="48"/>
                    <a:pt x="51" y="48"/>
                    <a:pt x="51" y="48"/>
                  </a:cubicBezTo>
                  <a:cubicBezTo>
                    <a:pt x="47" y="48"/>
                    <a:pt x="47" y="48"/>
                    <a:pt x="47" y="48"/>
                  </a:cubicBezTo>
                  <a:cubicBezTo>
                    <a:pt x="11" y="10"/>
                    <a:pt x="11" y="10"/>
                    <a:pt x="11" y="10"/>
                  </a:cubicBezTo>
                  <a:lnTo>
                    <a:pt x="11"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5" name="Freeform 25">
              <a:extLst>
                <a:ext uri="{FF2B5EF4-FFF2-40B4-BE49-F238E27FC236}">
                  <a16:creationId xmlns:a16="http://schemas.microsoft.com/office/drawing/2014/main" id="{D87F26F9-0A89-4D61-9FCA-D76A814FE789}"/>
                </a:ext>
              </a:extLst>
            </p:cNvPr>
            <p:cNvSpPr>
              <a:spLocks/>
            </p:cNvSpPr>
            <p:nvPr userDrawn="1"/>
          </p:nvSpPr>
          <p:spPr bwMode="white">
            <a:xfrm>
              <a:off x="539" y="438"/>
              <a:ext cx="43" cy="40"/>
            </a:xfrm>
            <a:custGeom>
              <a:avLst/>
              <a:gdLst>
                <a:gd name="T0" fmla="*/ 26 w 52"/>
                <a:gd name="T1" fmla="*/ 33 h 49"/>
                <a:gd name="T2" fmla="*/ 31 w 52"/>
                <a:gd name="T3" fmla="*/ 38 h 49"/>
                <a:gd name="T4" fmla="*/ 33 w 52"/>
                <a:gd name="T5" fmla="*/ 38 h 49"/>
                <a:gd name="T6" fmla="*/ 33 w 52"/>
                <a:gd name="T7" fmla="*/ 40 h 49"/>
                <a:gd name="T8" fmla="*/ 10 w 52"/>
                <a:gd name="T9" fmla="*/ 40 h 49"/>
                <a:gd name="T10" fmla="*/ 10 w 52"/>
                <a:gd name="T11" fmla="*/ 38 h 49"/>
                <a:gd name="T12" fmla="*/ 12 w 52"/>
                <a:gd name="T13" fmla="*/ 38 h 49"/>
                <a:gd name="T14" fmla="*/ 17 w 52"/>
                <a:gd name="T15" fmla="*/ 33 h 49"/>
                <a:gd name="T16" fmla="*/ 17 w 52"/>
                <a:gd name="T17" fmla="*/ 5 h 49"/>
                <a:gd name="T18" fmla="*/ 10 w 52"/>
                <a:gd name="T19" fmla="*/ 5 h 49"/>
                <a:gd name="T20" fmla="*/ 2 w 52"/>
                <a:gd name="T21" fmla="*/ 12 h 49"/>
                <a:gd name="T22" fmla="*/ 0 w 52"/>
                <a:gd name="T23" fmla="*/ 12 h 49"/>
                <a:gd name="T24" fmla="*/ 2 w 52"/>
                <a:gd name="T25" fmla="*/ 0 h 49"/>
                <a:gd name="T26" fmla="*/ 3 w 52"/>
                <a:gd name="T27" fmla="*/ 0 h 49"/>
                <a:gd name="T28" fmla="*/ 5 w 52"/>
                <a:gd name="T29" fmla="*/ 2 h 49"/>
                <a:gd name="T30" fmla="*/ 7 w 52"/>
                <a:gd name="T31" fmla="*/ 2 h 49"/>
                <a:gd name="T32" fmla="*/ 36 w 52"/>
                <a:gd name="T33" fmla="*/ 2 h 49"/>
                <a:gd name="T34" fmla="*/ 40 w 52"/>
                <a:gd name="T35" fmla="*/ 0 h 49"/>
                <a:gd name="T36" fmla="*/ 41 w 52"/>
                <a:gd name="T37" fmla="*/ 0 h 49"/>
                <a:gd name="T38" fmla="*/ 43 w 52"/>
                <a:gd name="T39" fmla="*/ 12 h 49"/>
                <a:gd name="T40" fmla="*/ 40 w 52"/>
                <a:gd name="T41" fmla="*/ 12 h 49"/>
                <a:gd name="T42" fmla="*/ 33 w 52"/>
                <a:gd name="T43" fmla="*/ 5 h 49"/>
                <a:gd name="T44" fmla="*/ 26 w 52"/>
                <a:gd name="T45" fmla="*/ 5 h 49"/>
                <a:gd name="T46" fmla="*/ 26 w 52"/>
                <a:gd name="T47" fmla="*/ 33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 h="49">
                  <a:moveTo>
                    <a:pt x="31" y="40"/>
                  </a:moveTo>
                  <a:cubicBezTo>
                    <a:pt x="31" y="44"/>
                    <a:pt x="32" y="46"/>
                    <a:pt x="38" y="46"/>
                  </a:cubicBezTo>
                  <a:cubicBezTo>
                    <a:pt x="40" y="46"/>
                    <a:pt x="40" y="46"/>
                    <a:pt x="40" y="46"/>
                  </a:cubicBezTo>
                  <a:cubicBezTo>
                    <a:pt x="40" y="49"/>
                    <a:pt x="40" y="49"/>
                    <a:pt x="40" y="49"/>
                  </a:cubicBezTo>
                  <a:cubicBezTo>
                    <a:pt x="12" y="49"/>
                    <a:pt x="12" y="49"/>
                    <a:pt x="12" y="49"/>
                  </a:cubicBezTo>
                  <a:cubicBezTo>
                    <a:pt x="12" y="46"/>
                    <a:pt x="12" y="46"/>
                    <a:pt x="12" y="46"/>
                  </a:cubicBezTo>
                  <a:cubicBezTo>
                    <a:pt x="15" y="46"/>
                    <a:pt x="15" y="46"/>
                    <a:pt x="15" y="46"/>
                  </a:cubicBezTo>
                  <a:cubicBezTo>
                    <a:pt x="19" y="46"/>
                    <a:pt x="21" y="45"/>
                    <a:pt x="21" y="40"/>
                  </a:cubicBezTo>
                  <a:cubicBezTo>
                    <a:pt x="21" y="6"/>
                    <a:pt x="21" y="6"/>
                    <a:pt x="21" y="6"/>
                  </a:cubicBezTo>
                  <a:cubicBezTo>
                    <a:pt x="12" y="6"/>
                    <a:pt x="12" y="6"/>
                    <a:pt x="12" y="6"/>
                  </a:cubicBezTo>
                  <a:cubicBezTo>
                    <a:pt x="6" y="6"/>
                    <a:pt x="5" y="7"/>
                    <a:pt x="3" y="15"/>
                  </a:cubicBezTo>
                  <a:cubicBezTo>
                    <a:pt x="0" y="15"/>
                    <a:pt x="0" y="15"/>
                    <a:pt x="0" y="15"/>
                  </a:cubicBezTo>
                  <a:cubicBezTo>
                    <a:pt x="2" y="0"/>
                    <a:pt x="2" y="0"/>
                    <a:pt x="2" y="0"/>
                  </a:cubicBezTo>
                  <a:cubicBezTo>
                    <a:pt x="4" y="0"/>
                    <a:pt x="4" y="0"/>
                    <a:pt x="4" y="0"/>
                  </a:cubicBezTo>
                  <a:cubicBezTo>
                    <a:pt x="5" y="1"/>
                    <a:pt x="5" y="1"/>
                    <a:pt x="6" y="2"/>
                  </a:cubicBezTo>
                  <a:cubicBezTo>
                    <a:pt x="6" y="2"/>
                    <a:pt x="7" y="2"/>
                    <a:pt x="8" y="2"/>
                  </a:cubicBezTo>
                  <a:cubicBezTo>
                    <a:pt x="44" y="2"/>
                    <a:pt x="44" y="2"/>
                    <a:pt x="44" y="2"/>
                  </a:cubicBezTo>
                  <a:cubicBezTo>
                    <a:pt x="46" y="2"/>
                    <a:pt x="47" y="2"/>
                    <a:pt x="48" y="0"/>
                  </a:cubicBezTo>
                  <a:cubicBezTo>
                    <a:pt x="50" y="0"/>
                    <a:pt x="50" y="0"/>
                    <a:pt x="50" y="0"/>
                  </a:cubicBezTo>
                  <a:cubicBezTo>
                    <a:pt x="52" y="15"/>
                    <a:pt x="52" y="15"/>
                    <a:pt x="52" y="15"/>
                  </a:cubicBezTo>
                  <a:cubicBezTo>
                    <a:pt x="48" y="15"/>
                    <a:pt x="48" y="15"/>
                    <a:pt x="48" y="15"/>
                  </a:cubicBezTo>
                  <a:cubicBezTo>
                    <a:pt x="47" y="7"/>
                    <a:pt x="46" y="6"/>
                    <a:pt x="40" y="6"/>
                  </a:cubicBezTo>
                  <a:cubicBezTo>
                    <a:pt x="31" y="6"/>
                    <a:pt x="31" y="6"/>
                    <a:pt x="31" y="6"/>
                  </a:cubicBezTo>
                  <a:lnTo>
                    <a:pt x="31"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6" name="Freeform 26">
              <a:extLst>
                <a:ext uri="{FF2B5EF4-FFF2-40B4-BE49-F238E27FC236}">
                  <a16:creationId xmlns:a16="http://schemas.microsoft.com/office/drawing/2014/main" id="{174EDAF1-82CF-4452-B167-6655FB09FFA3}"/>
                </a:ext>
              </a:extLst>
            </p:cNvPr>
            <p:cNvSpPr>
              <a:spLocks/>
            </p:cNvSpPr>
            <p:nvPr userDrawn="1"/>
          </p:nvSpPr>
          <p:spPr bwMode="white">
            <a:xfrm>
              <a:off x="592" y="440"/>
              <a:ext cx="38" cy="38"/>
            </a:xfrm>
            <a:custGeom>
              <a:avLst/>
              <a:gdLst>
                <a:gd name="T0" fmla="*/ 30 w 47"/>
                <a:gd name="T1" fmla="*/ 3 h 47"/>
                <a:gd name="T2" fmla="*/ 16 w 47"/>
                <a:gd name="T3" fmla="*/ 3 h 47"/>
                <a:gd name="T4" fmla="*/ 16 w 47"/>
                <a:gd name="T5" fmla="*/ 17 h 47"/>
                <a:gd name="T6" fmla="*/ 26 w 47"/>
                <a:gd name="T7" fmla="*/ 17 h 47"/>
                <a:gd name="T8" fmla="*/ 31 w 47"/>
                <a:gd name="T9" fmla="*/ 13 h 47"/>
                <a:gd name="T10" fmla="*/ 33 w 47"/>
                <a:gd name="T11" fmla="*/ 13 h 47"/>
                <a:gd name="T12" fmla="*/ 33 w 47"/>
                <a:gd name="T13" fmla="*/ 25 h 47"/>
                <a:gd name="T14" fmla="*/ 31 w 47"/>
                <a:gd name="T15" fmla="*/ 25 h 47"/>
                <a:gd name="T16" fmla="*/ 25 w 47"/>
                <a:gd name="T17" fmla="*/ 20 h 47"/>
                <a:gd name="T18" fmla="*/ 16 w 47"/>
                <a:gd name="T19" fmla="*/ 20 h 47"/>
                <a:gd name="T20" fmla="*/ 16 w 47"/>
                <a:gd name="T21" fmla="*/ 32 h 47"/>
                <a:gd name="T22" fmla="*/ 19 w 47"/>
                <a:gd name="T23" fmla="*/ 35 h 47"/>
                <a:gd name="T24" fmla="*/ 28 w 47"/>
                <a:gd name="T25" fmla="*/ 35 h 47"/>
                <a:gd name="T26" fmla="*/ 36 w 47"/>
                <a:gd name="T27" fmla="*/ 28 h 47"/>
                <a:gd name="T28" fmla="*/ 38 w 47"/>
                <a:gd name="T29" fmla="*/ 28 h 47"/>
                <a:gd name="T30" fmla="*/ 37 w 47"/>
                <a:gd name="T31" fmla="*/ 38 h 47"/>
                <a:gd name="T32" fmla="*/ 0 w 47"/>
                <a:gd name="T33" fmla="*/ 38 h 47"/>
                <a:gd name="T34" fmla="*/ 0 w 47"/>
                <a:gd name="T35" fmla="*/ 36 h 47"/>
                <a:gd name="T36" fmla="*/ 2 w 47"/>
                <a:gd name="T37" fmla="*/ 36 h 47"/>
                <a:gd name="T38" fmla="*/ 7 w 47"/>
                <a:gd name="T39" fmla="*/ 32 h 47"/>
                <a:gd name="T40" fmla="*/ 7 w 47"/>
                <a:gd name="T41" fmla="*/ 6 h 47"/>
                <a:gd name="T42" fmla="*/ 2 w 47"/>
                <a:gd name="T43" fmla="*/ 2 h 47"/>
                <a:gd name="T44" fmla="*/ 2 w 47"/>
                <a:gd name="T45" fmla="*/ 2 h 47"/>
                <a:gd name="T46" fmla="*/ 2 w 47"/>
                <a:gd name="T47" fmla="*/ 0 h 47"/>
                <a:gd name="T48" fmla="*/ 36 w 47"/>
                <a:gd name="T49" fmla="*/ 0 h 47"/>
                <a:gd name="T50" fmla="*/ 36 w 47"/>
                <a:gd name="T51" fmla="*/ 9 h 47"/>
                <a:gd name="T52" fmla="*/ 34 w 47"/>
                <a:gd name="T53" fmla="*/ 9 h 47"/>
                <a:gd name="T54" fmla="*/ 30 w 47"/>
                <a:gd name="T55" fmla="*/ 3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7"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3" y="43"/>
                  </a:cubicBezTo>
                  <a:cubicBezTo>
                    <a:pt x="35" y="43"/>
                    <a:pt x="35" y="43"/>
                    <a:pt x="35" y="43"/>
                  </a:cubicBezTo>
                  <a:cubicBezTo>
                    <a:pt x="40" y="43"/>
                    <a:pt x="43"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3" y="3"/>
                  </a:cubicBezTo>
                  <a:cubicBezTo>
                    <a:pt x="2" y="3"/>
                    <a:pt x="2" y="3"/>
                    <a:pt x="2" y="3"/>
                  </a:cubicBezTo>
                  <a:cubicBezTo>
                    <a:pt x="2" y="0"/>
                    <a:pt x="2" y="0"/>
                    <a:pt x="2" y="0"/>
                  </a:cubicBezTo>
                  <a:cubicBezTo>
                    <a:pt x="44" y="0"/>
                    <a:pt x="44" y="0"/>
                    <a:pt x="44" y="0"/>
                  </a:cubicBezTo>
                  <a:cubicBezTo>
                    <a:pt x="45" y="11"/>
                    <a:pt x="45" y="11"/>
                    <a:pt x="45" y="11"/>
                  </a:cubicBezTo>
                  <a:cubicBezTo>
                    <a:pt x="42" y="11"/>
                    <a:pt x="42" y="11"/>
                    <a:pt x="42" y="11"/>
                  </a:cubicBezTo>
                  <a:cubicBezTo>
                    <a:pt x="41" y="6"/>
                    <a:pt x="40" y="4"/>
                    <a:pt x="37"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7" name="Freeform 27">
              <a:extLst>
                <a:ext uri="{FF2B5EF4-FFF2-40B4-BE49-F238E27FC236}">
                  <a16:creationId xmlns:a16="http://schemas.microsoft.com/office/drawing/2014/main" id="{9DE901FA-C39B-4311-8D4C-CC8913A81B13}"/>
                </a:ext>
              </a:extLst>
            </p:cNvPr>
            <p:cNvSpPr>
              <a:spLocks/>
            </p:cNvSpPr>
            <p:nvPr userDrawn="1"/>
          </p:nvSpPr>
          <p:spPr bwMode="white">
            <a:xfrm>
              <a:off x="644" y="439"/>
              <a:ext cx="41" cy="40"/>
            </a:xfrm>
            <a:custGeom>
              <a:avLst/>
              <a:gdLst>
                <a:gd name="T0" fmla="*/ 41 w 50"/>
                <a:gd name="T1" fmla="*/ 29 h 49"/>
                <a:gd name="T2" fmla="*/ 38 w 50"/>
                <a:gd name="T3" fmla="*/ 39 h 49"/>
                <a:gd name="T4" fmla="*/ 34 w 50"/>
                <a:gd name="T5" fmla="*/ 39 h 49"/>
                <a:gd name="T6" fmla="*/ 23 w 50"/>
                <a:gd name="T7" fmla="*/ 40 h 49"/>
                <a:gd name="T8" fmla="*/ 0 w 50"/>
                <a:gd name="T9" fmla="*/ 20 h 49"/>
                <a:gd name="T10" fmla="*/ 24 w 50"/>
                <a:gd name="T11" fmla="*/ 0 h 49"/>
                <a:gd name="T12" fmla="*/ 36 w 50"/>
                <a:gd name="T13" fmla="*/ 2 h 49"/>
                <a:gd name="T14" fmla="*/ 38 w 50"/>
                <a:gd name="T15" fmla="*/ 2 h 49"/>
                <a:gd name="T16" fmla="*/ 39 w 50"/>
                <a:gd name="T17" fmla="*/ 2 h 49"/>
                <a:gd name="T18" fmla="*/ 39 w 50"/>
                <a:gd name="T19" fmla="*/ 12 h 49"/>
                <a:gd name="T20" fmla="*/ 37 w 50"/>
                <a:gd name="T21" fmla="*/ 12 h 49"/>
                <a:gd name="T22" fmla="*/ 25 w 50"/>
                <a:gd name="T23" fmla="*/ 3 h 49"/>
                <a:gd name="T24" fmla="*/ 10 w 50"/>
                <a:gd name="T25" fmla="*/ 20 h 49"/>
                <a:gd name="T26" fmla="*/ 25 w 50"/>
                <a:gd name="T27" fmla="*/ 38 h 49"/>
                <a:gd name="T28" fmla="*/ 39 w 50"/>
                <a:gd name="T29" fmla="*/ 29 h 49"/>
                <a:gd name="T30" fmla="*/ 41 w 50"/>
                <a:gd name="T31" fmla="*/ 29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0" h="49">
                  <a:moveTo>
                    <a:pt x="50" y="35"/>
                  </a:moveTo>
                  <a:cubicBezTo>
                    <a:pt x="49" y="39"/>
                    <a:pt x="47" y="44"/>
                    <a:pt x="46" y="48"/>
                  </a:cubicBezTo>
                  <a:cubicBezTo>
                    <a:pt x="44" y="48"/>
                    <a:pt x="43" y="48"/>
                    <a:pt x="41" y="48"/>
                  </a:cubicBezTo>
                  <a:cubicBezTo>
                    <a:pt x="37" y="48"/>
                    <a:pt x="34" y="49"/>
                    <a:pt x="28" y="49"/>
                  </a:cubicBezTo>
                  <a:cubicBezTo>
                    <a:pt x="12" y="49"/>
                    <a:pt x="0" y="38"/>
                    <a:pt x="0" y="25"/>
                  </a:cubicBezTo>
                  <a:cubicBezTo>
                    <a:pt x="0" y="11"/>
                    <a:pt x="13" y="0"/>
                    <a:pt x="29" y="0"/>
                  </a:cubicBezTo>
                  <a:cubicBezTo>
                    <a:pt x="37" y="0"/>
                    <a:pt x="42" y="3"/>
                    <a:pt x="44" y="3"/>
                  </a:cubicBezTo>
                  <a:cubicBezTo>
                    <a:pt x="45" y="3"/>
                    <a:pt x="45" y="3"/>
                    <a:pt x="46" y="2"/>
                  </a:cubicBezTo>
                  <a:cubicBezTo>
                    <a:pt x="47" y="2"/>
                    <a:pt x="47" y="2"/>
                    <a:pt x="47" y="2"/>
                  </a:cubicBezTo>
                  <a:cubicBezTo>
                    <a:pt x="48" y="15"/>
                    <a:pt x="48" y="15"/>
                    <a:pt x="48" y="15"/>
                  </a:cubicBezTo>
                  <a:cubicBezTo>
                    <a:pt x="45" y="15"/>
                    <a:pt x="45" y="15"/>
                    <a:pt x="45" y="15"/>
                  </a:cubicBezTo>
                  <a:cubicBezTo>
                    <a:pt x="43" y="8"/>
                    <a:pt x="37" y="4"/>
                    <a:pt x="30" y="4"/>
                  </a:cubicBezTo>
                  <a:cubicBezTo>
                    <a:pt x="19" y="4"/>
                    <a:pt x="12" y="12"/>
                    <a:pt x="12" y="24"/>
                  </a:cubicBezTo>
                  <a:cubicBezTo>
                    <a:pt x="12" y="36"/>
                    <a:pt x="20" y="46"/>
                    <a:pt x="31" y="46"/>
                  </a:cubicBezTo>
                  <a:cubicBezTo>
                    <a:pt x="38" y="46"/>
                    <a:pt x="44" y="41"/>
                    <a:pt x="47" y="35"/>
                  </a:cubicBezTo>
                  <a:lnTo>
                    <a:pt x="5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8" name="Freeform 28">
              <a:extLst>
                <a:ext uri="{FF2B5EF4-FFF2-40B4-BE49-F238E27FC236}">
                  <a16:creationId xmlns:a16="http://schemas.microsoft.com/office/drawing/2014/main" id="{2703BCB0-BD8E-4B5A-AAB1-DCFF0A192AD1}"/>
                </a:ext>
              </a:extLst>
            </p:cNvPr>
            <p:cNvSpPr>
              <a:spLocks/>
            </p:cNvSpPr>
            <p:nvPr userDrawn="1"/>
          </p:nvSpPr>
          <p:spPr bwMode="white">
            <a:xfrm>
              <a:off x="697" y="440"/>
              <a:ext cx="50" cy="38"/>
            </a:xfrm>
            <a:custGeom>
              <a:avLst/>
              <a:gdLst>
                <a:gd name="T0" fmla="*/ 31 w 60"/>
                <a:gd name="T1" fmla="*/ 36 h 47"/>
                <a:gd name="T2" fmla="*/ 36 w 60"/>
                <a:gd name="T3" fmla="*/ 31 h 47"/>
                <a:gd name="T4" fmla="*/ 36 w 60"/>
                <a:gd name="T5" fmla="*/ 20 h 47"/>
                <a:gd name="T6" fmla="*/ 15 w 60"/>
                <a:gd name="T7" fmla="*/ 20 h 47"/>
                <a:gd name="T8" fmla="*/ 15 w 60"/>
                <a:gd name="T9" fmla="*/ 31 h 47"/>
                <a:gd name="T10" fmla="*/ 19 w 60"/>
                <a:gd name="T11" fmla="*/ 36 h 47"/>
                <a:gd name="T12" fmla="*/ 21 w 60"/>
                <a:gd name="T13" fmla="*/ 36 h 47"/>
                <a:gd name="T14" fmla="*/ 21 w 60"/>
                <a:gd name="T15" fmla="*/ 38 h 47"/>
                <a:gd name="T16" fmla="*/ 0 w 60"/>
                <a:gd name="T17" fmla="*/ 38 h 47"/>
                <a:gd name="T18" fmla="*/ 0 w 60"/>
                <a:gd name="T19" fmla="*/ 36 h 47"/>
                <a:gd name="T20" fmla="*/ 1 w 60"/>
                <a:gd name="T21" fmla="*/ 36 h 47"/>
                <a:gd name="T22" fmla="*/ 6 w 60"/>
                <a:gd name="T23" fmla="*/ 32 h 47"/>
                <a:gd name="T24" fmla="*/ 6 w 60"/>
                <a:gd name="T25" fmla="*/ 6 h 47"/>
                <a:gd name="T26" fmla="*/ 1 w 60"/>
                <a:gd name="T27" fmla="*/ 2 h 47"/>
                <a:gd name="T28" fmla="*/ 0 w 60"/>
                <a:gd name="T29" fmla="*/ 2 h 47"/>
                <a:gd name="T30" fmla="*/ 0 w 60"/>
                <a:gd name="T31" fmla="*/ 0 h 47"/>
                <a:gd name="T32" fmla="*/ 21 w 60"/>
                <a:gd name="T33" fmla="*/ 0 h 47"/>
                <a:gd name="T34" fmla="*/ 21 w 60"/>
                <a:gd name="T35" fmla="*/ 2 h 47"/>
                <a:gd name="T36" fmla="*/ 19 w 60"/>
                <a:gd name="T37" fmla="*/ 2 h 47"/>
                <a:gd name="T38" fmla="*/ 15 w 60"/>
                <a:gd name="T39" fmla="*/ 6 h 47"/>
                <a:gd name="T40" fmla="*/ 15 w 60"/>
                <a:gd name="T41" fmla="*/ 16 h 47"/>
                <a:gd name="T42" fmla="*/ 36 w 60"/>
                <a:gd name="T43" fmla="*/ 16 h 47"/>
                <a:gd name="T44" fmla="*/ 36 w 60"/>
                <a:gd name="T45" fmla="*/ 7 h 47"/>
                <a:gd name="T46" fmla="*/ 31 w 60"/>
                <a:gd name="T47" fmla="*/ 2 h 47"/>
                <a:gd name="T48" fmla="*/ 30 w 60"/>
                <a:gd name="T49" fmla="*/ 2 h 47"/>
                <a:gd name="T50" fmla="*/ 30 w 60"/>
                <a:gd name="T51" fmla="*/ 0 h 47"/>
                <a:gd name="T52" fmla="*/ 50 w 60"/>
                <a:gd name="T53" fmla="*/ 0 h 47"/>
                <a:gd name="T54" fmla="*/ 50 w 60"/>
                <a:gd name="T55" fmla="*/ 2 h 47"/>
                <a:gd name="T56" fmla="*/ 49 w 60"/>
                <a:gd name="T57" fmla="*/ 2 h 47"/>
                <a:gd name="T58" fmla="*/ 44 w 60"/>
                <a:gd name="T59" fmla="*/ 6 h 47"/>
                <a:gd name="T60" fmla="*/ 44 w 60"/>
                <a:gd name="T61" fmla="*/ 31 h 47"/>
                <a:gd name="T62" fmla="*/ 49 w 60"/>
                <a:gd name="T63" fmla="*/ 36 h 47"/>
                <a:gd name="T64" fmla="*/ 50 w 60"/>
                <a:gd name="T65" fmla="*/ 36 h 47"/>
                <a:gd name="T66" fmla="*/ 50 w 60"/>
                <a:gd name="T67" fmla="*/ 38 h 47"/>
                <a:gd name="T68" fmla="*/ 30 w 60"/>
                <a:gd name="T69" fmla="*/ 38 h 47"/>
                <a:gd name="T70" fmla="*/ 30 w 60"/>
                <a:gd name="T71" fmla="*/ 36 h 47"/>
                <a:gd name="T72" fmla="*/ 31 w 60"/>
                <a:gd name="T73" fmla="*/ 36 h 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 h="47">
                  <a:moveTo>
                    <a:pt x="37" y="44"/>
                  </a:moveTo>
                  <a:cubicBezTo>
                    <a:pt x="41" y="44"/>
                    <a:pt x="43" y="42"/>
                    <a:pt x="43" y="38"/>
                  </a:cubicBezTo>
                  <a:cubicBezTo>
                    <a:pt x="43" y="25"/>
                    <a:pt x="43" y="25"/>
                    <a:pt x="43" y="25"/>
                  </a:cubicBezTo>
                  <a:cubicBezTo>
                    <a:pt x="18" y="25"/>
                    <a:pt x="18" y="25"/>
                    <a:pt x="18" y="25"/>
                  </a:cubicBezTo>
                  <a:cubicBezTo>
                    <a:pt x="18" y="38"/>
                    <a:pt x="18" y="38"/>
                    <a:pt x="18" y="38"/>
                  </a:cubicBezTo>
                  <a:cubicBezTo>
                    <a:pt x="18" y="43"/>
                    <a:pt x="19" y="44"/>
                    <a:pt x="23" y="44"/>
                  </a:cubicBezTo>
                  <a:cubicBezTo>
                    <a:pt x="25" y="44"/>
                    <a:pt x="25" y="44"/>
                    <a:pt x="25" y="44"/>
                  </a:cubicBezTo>
                  <a:cubicBezTo>
                    <a:pt x="25" y="47"/>
                    <a:pt x="25" y="47"/>
                    <a:pt x="25" y="47"/>
                  </a:cubicBezTo>
                  <a:cubicBezTo>
                    <a:pt x="0" y="47"/>
                    <a:pt x="0" y="47"/>
                    <a:pt x="0" y="47"/>
                  </a:cubicBezTo>
                  <a:cubicBezTo>
                    <a:pt x="0" y="44"/>
                    <a:pt x="0" y="44"/>
                    <a:pt x="0" y="44"/>
                  </a:cubicBezTo>
                  <a:cubicBezTo>
                    <a:pt x="1" y="44"/>
                    <a:pt x="1" y="44"/>
                    <a:pt x="1" y="44"/>
                  </a:cubicBezTo>
                  <a:cubicBezTo>
                    <a:pt x="5" y="44"/>
                    <a:pt x="7" y="42"/>
                    <a:pt x="7" y="39"/>
                  </a:cubicBezTo>
                  <a:cubicBezTo>
                    <a:pt x="7" y="8"/>
                    <a:pt x="7" y="8"/>
                    <a:pt x="7" y="8"/>
                  </a:cubicBezTo>
                  <a:cubicBezTo>
                    <a:pt x="7" y="4"/>
                    <a:pt x="5" y="3"/>
                    <a:pt x="1" y="3"/>
                  </a:cubicBezTo>
                  <a:cubicBezTo>
                    <a:pt x="0" y="3"/>
                    <a:pt x="0" y="3"/>
                    <a:pt x="0" y="3"/>
                  </a:cubicBezTo>
                  <a:cubicBezTo>
                    <a:pt x="0" y="0"/>
                    <a:pt x="0" y="0"/>
                    <a:pt x="0" y="0"/>
                  </a:cubicBezTo>
                  <a:cubicBezTo>
                    <a:pt x="25" y="0"/>
                    <a:pt x="25" y="0"/>
                    <a:pt x="25" y="0"/>
                  </a:cubicBezTo>
                  <a:cubicBezTo>
                    <a:pt x="25" y="3"/>
                    <a:pt x="25" y="3"/>
                    <a:pt x="25" y="3"/>
                  </a:cubicBezTo>
                  <a:cubicBezTo>
                    <a:pt x="23" y="3"/>
                    <a:pt x="23" y="3"/>
                    <a:pt x="23" y="3"/>
                  </a:cubicBezTo>
                  <a:cubicBezTo>
                    <a:pt x="19" y="3"/>
                    <a:pt x="18" y="4"/>
                    <a:pt x="18" y="8"/>
                  </a:cubicBezTo>
                  <a:cubicBezTo>
                    <a:pt x="18" y="20"/>
                    <a:pt x="18" y="20"/>
                    <a:pt x="18" y="20"/>
                  </a:cubicBezTo>
                  <a:cubicBezTo>
                    <a:pt x="43" y="20"/>
                    <a:pt x="43" y="20"/>
                    <a:pt x="43" y="20"/>
                  </a:cubicBezTo>
                  <a:cubicBezTo>
                    <a:pt x="43" y="9"/>
                    <a:pt x="43" y="9"/>
                    <a:pt x="43" y="9"/>
                  </a:cubicBezTo>
                  <a:cubicBezTo>
                    <a:pt x="43" y="4"/>
                    <a:pt x="41" y="3"/>
                    <a:pt x="37" y="3"/>
                  </a:cubicBezTo>
                  <a:cubicBezTo>
                    <a:pt x="36" y="3"/>
                    <a:pt x="36" y="3"/>
                    <a:pt x="36" y="3"/>
                  </a:cubicBezTo>
                  <a:cubicBezTo>
                    <a:pt x="36" y="0"/>
                    <a:pt x="36" y="0"/>
                    <a:pt x="36" y="0"/>
                  </a:cubicBezTo>
                  <a:cubicBezTo>
                    <a:pt x="60" y="0"/>
                    <a:pt x="60" y="0"/>
                    <a:pt x="60" y="0"/>
                  </a:cubicBezTo>
                  <a:cubicBezTo>
                    <a:pt x="60" y="3"/>
                    <a:pt x="60" y="3"/>
                    <a:pt x="60" y="3"/>
                  </a:cubicBezTo>
                  <a:cubicBezTo>
                    <a:pt x="59" y="3"/>
                    <a:pt x="59" y="3"/>
                    <a:pt x="59" y="3"/>
                  </a:cubicBezTo>
                  <a:cubicBezTo>
                    <a:pt x="55" y="3"/>
                    <a:pt x="53" y="4"/>
                    <a:pt x="53" y="8"/>
                  </a:cubicBezTo>
                  <a:cubicBezTo>
                    <a:pt x="53" y="38"/>
                    <a:pt x="53" y="38"/>
                    <a:pt x="53" y="38"/>
                  </a:cubicBezTo>
                  <a:cubicBezTo>
                    <a:pt x="53" y="42"/>
                    <a:pt x="55" y="44"/>
                    <a:pt x="59" y="44"/>
                  </a:cubicBezTo>
                  <a:cubicBezTo>
                    <a:pt x="60" y="44"/>
                    <a:pt x="60" y="44"/>
                    <a:pt x="60" y="44"/>
                  </a:cubicBezTo>
                  <a:cubicBezTo>
                    <a:pt x="60" y="47"/>
                    <a:pt x="60" y="47"/>
                    <a:pt x="60" y="47"/>
                  </a:cubicBezTo>
                  <a:cubicBezTo>
                    <a:pt x="36" y="47"/>
                    <a:pt x="36" y="47"/>
                    <a:pt x="36" y="47"/>
                  </a:cubicBezTo>
                  <a:cubicBezTo>
                    <a:pt x="36" y="44"/>
                    <a:pt x="36" y="44"/>
                    <a:pt x="36" y="44"/>
                  </a:cubicBezTo>
                  <a:lnTo>
                    <a:pt x="37"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9" name="Freeform 29">
              <a:extLst>
                <a:ext uri="{FF2B5EF4-FFF2-40B4-BE49-F238E27FC236}">
                  <a16:creationId xmlns:a16="http://schemas.microsoft.com/office/drawing/2014/main" id="{B97457BC-2710-4702-B543-DF9F2887C841}"/>
                </a:ext>
              </a:extLst>
            </p:cNvPr>
            <p:cNvSpPr>
              <a:spLocks/>
            </p:cNvSpPr>
            <p:nvPr userDrawn="1"/>
          </p:nvSpPr>
          <p:spPr bwMode="white">
            <a:xfrm>
              <a:off x="758" y="440"/>
              <a:ext cx="48" cy="38"/>
            </a:xfrm>
            <a:custGeom>
              <a:avLst/>
              <a:gdLst>
                <a:gd name="T0" fmla="*/ 9 w 59"/>
                <a:gd name="T1" fmla="*/ 31 h 47"/>
                <a:gd name="T2" fmla="*/ 15 w 59"/>
                <a:gd name="T3" fmla="*/ 36 h 47"/>
                <a:gd name="T4" fmla="*/ 15 w 59"/>
                <a:gd name="T5" fmla="*/ 38 h 47"/>
                <a:gd name="T6" fmla="*/ 0 w 59"/>
                <a:gd name="T7" fmla="*/ 38 h 47"/>
                <a:gd name="T8" fmla="*/ 0 w 59"/>
                <a:gd name="T9" fmla="*/ 36 h 47"/>
                <a:gd name="T10" fmla="*/ 1 w 59"/>
                <a:gd name="T11" fmla="*/ 36 h 47"/>
                <a:gd name="T12" fmla="*/ 6 w 59"/>
                <a:gd name="T13" fmla="*/ 32 h 47"/>
                <a:gd name="T14" fmla="*/ 6 w 59"/>
                <a:gd name="T15" fmla="*/ 3 h 47"/>
                <a:gd name="T16" fmla="*/ 0 w 59"/>
                <a:gd name="T17" fmla="*/ 2 h 47"/>
                <a:gd name="T18" fmla="*/ 0 w 59"/>
                <a:gd name="T19" fmla="*/ 0 h 47"/>
                <a:gd name="T20" fmla="*/ 13 w 59"/>
                <a:gd name="T21" fmla="*/ 0 h 47"/>
                <a:gd name="T22" fmla="*/ 38 w 59"/>
                <a:gd name="T23" fmla="*/ 26 h 47"/>
                <a:gd name="T24" fmla="*/ 38 w 59"/>
                <a:gd name="T25" fmla="*/ 7 h 47"/>
                <a:gd name="T26" fmla="*/ 33 w 59"/>
                <a:gd name="T27" fmla="*/ 2 h 47"/>
                <a:gd name="T28" fmla="*/ 32 w 59"/>
                <a:gd name="T29" fmla="*/ 2 h 47"/>
                <a:gd name="T30" fmla="*/ 32 w 59"/>
                <a:gd name="T31" fmla="*/ 0 h 47"/>
                <a:gd name="T32" fmla="*/ 48 w 59"/>
                <a:gd name="T33" fmla="*/ 0 h 47"/>
                <a:gd name="T34" fmla="*/ 48 w 59"/>
                <a:gd name="T35" fmla="*/ 2 h 47"/>
                <a:gd name="T36" fmla="*/ 47 w 59"/>
                <a:gd name="T37" fmla="*/ 2 h 47"/>
                <a:gd name="T38" fmla="*/ 42 w 59"/>
                <a:gd name="T39" fmla="*/ 6 h 47"/>
                <a:gd name="T40" fmla="*/ 42 w 59"/>
                <a:gd name="T41" fmla="*/ 38 h 47"/>
                <a:gd name="T42" fmla="*/ 39 w 59"/>
                <a:gd name="T43" fmla="*/ 38 h 47"/>
                <a:gd name="T44" fmla="*/ 9 w 59"/>
                <a:gd name="T45" fmla="*/ 7 h 47"/>
                <a:gd name="T46" fmla="*/ 9 w 59"/>
                <a:gd name="T47" fmla="*/ 31 h 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9" h="47">
                  <a:moveTo>
                    <a:pt x="11" y="38"/>
                  </a:moveTo>
                  <a:cubicBezTo>
                    <a:pt x="11" y="43"/>
                    <a:pt x="13" y="44"/>
                    <a:pt x="19" y="44"/>
                  </a:cubicBezTo>
                  <a:cubicBezTo>
                    <a:pt x="19" y="47"/>
                    <a:pt x="19" y="47"/>
                    <a:pt x="19" y="47"/>
                  </a:cubicBezTo>
                  <a:cubicBezTo>
                    <a:pt x="0" y="47"/>
                    <a:pt x="0" y="47"/>
                    <a:pt x="0" y="47"/>
                  </a:cubicBezTo>
                  <a:cubicBezTo>
                    <a:pt x="0" y="44"/>
                    <a:pt x="0" y="44"/>
                    <a:pt x="0" y="44"/>
                  </a:cubicBezTo>
                  <a:cubicBezTo>
                    <a:pt x="1" y="44"/>
                    <a:pt x="1" y="44"/>
                    <a:pt x="1" y="44"/>
                  </a:cubicBezTo>
                  <a:cubicBezTo>
                    <a:pt x="5" y="44"/>
                    <a:pt x="7" y="43"/>
                    <a:pt x="7" y="39"/>
                  </a:cubicBezTo>
                  <a:cubicBezTo>
                    <a:pt x="7" y="4"/>
                    <a:pt x="7" y="4"/>
                    <a:pt x="7" y="4"/>
                  </a:cubicBezTo>
                  <a:cubicBezTo>
                    <a:pt x="5" y="3"/>
                    <a:pt x="3" y="3"/>
                    <a:pt x="0" y="3"/>
                  </a:cubicBezTo>
                  <a:cubicBezTo>
                    <a:pt x="0" y="0"/>
                    <a:pt x="0" y="0"/>
                    <a:pt x="0" y="0"/>
                  </a:cubicBezTo>
                  <a:cubicBezTo>
                    <a:pt x="16" y="0"/>
                    <a:pt x="16" y="0"/>
                    <a:pt x="16" y="0"/>
                  </a:cubicBezTo>
                  <a:cubicBezTo>
                    <a:pt x="47" y="32"/>
                    <a:pt x="47" y="32"/>
                    <a:pt x="47" y="32"/>
                  </a:cubicBezTo>
                  <a:cubicBezTo>
                    <a:pt x="47" y="9"/>
                    <a:pt x="47" y="9"/>
                    <a:pt x="47" y="9"/>
                  </a:cubicBezTo>
                  <a:cubicBezTo>
                    <a:pt x="47" y="4"/>
                    <a:pt x="46" y="3"/>
                    <a:pt x="40" y="3"/>
                  </a:cubicBezTo>
                  <a:cubicBezTo>
                    <a:pt x="39" y="3"/>
                    <a:pt x="39" y="3"/>
                    <a:pt x="39" y="3"/>
                  </a:cubicBezTo>
                  <a:cubicBezTo>
                    <a:pt x="39" y="0"/>
                    <a:pt x="39" y="0"/>
                    <a:pt x="39" y="0"/>
                  </a:cubicBezTo>
                  <a:cubicBezTo>
                    <a:pt x="59" y="0"/>
                    <a:pt x="59" y="0"/>
                    <a:pt x="59" y="0"/>
                  </a:cubicBezTo>
                  <a:cubicBezTo>
                    <a:pt x="59" y="3"/>
                    <a:pt x="59" y="3"/>
                    <a:pt x="59" y="3"/>
                  </a:cubicBezTo>
                  <a:cubicBezTo>
                    <a:pt x="58" y="3"/>
                    <a:pt x="58" y="3"/>
                    <a:pt x="58" y="3"/>
                  </a:cubicBezTo>
                  <a:cubicBezTo>
                    <a:pt x="53" y="3"/>
                    <a:pt x="52" y="4"/>
                    <a:pt x="52" y="7"/>
                  </a:cubicBezTo>
                  <a:cubicBezTo>
                    <a:pt x="52" y="47"/>
                    <a:pt x="52" y="47"/>
                    <a:pt x="52" y="47"/>
                  </a:cubicBezTo>
                  <a:cubicBezTo>
                    <a:pt x="48" y="47"/>
                    <a:pt x="48" y="47"/>
                    <a:pt x="48" y="47"/>
                  </a:cubicBezTo>
                  <a:cubicBezTo>
                    <a:pt x="11" y="9"/>
                    <a:pt x="11" y="9"/>
                    <a:pt x="11" y="9"/>
                  </a:cubicBezTo>
                  <a:lnTo>
                    <a:pt x="11"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0" name="Freeform 30">
              <a:extLst>
                <a:ext uri="{FF2B5EF4-FFF2-40B4-BE49-F238E27FC236}">
                  <a16:creationId xmlns:a16="http://schemas.microsoft.com/office/drawing/2014/main" id="{DC0DF5D9-1330-43C3-858E-AB108871B9D6}"/>
                </a:ext>
              </a:extLst>
            </p:cNvPr>
            <p:cNvSpPr>
              <a:spLocks noEditPoints="1"/>
            </p:cNvSpPr>
            <p:nvPr userDrawn="1"/>
          </p:nvSpPr>
          <p:spPr bwMode="white">
            <a:xfrm>
              <a:off x="820" y="438"/>
              <a:ext cx="45" cy="41"/>
            </a:xfrm>
            <a:custGeom>
              <a:avLst/>
              <a:gdLst>
                <a:gd name="T0" fmla="*/ 23 w 56"/>
                <a:gd name="T1" fmla="*/ 0 h 50"/>
                <a:gd name="T2" fmla="*/ 45 w 56"/>
                <a:gd name="T3" fmla="*/ 21 h 50"/>
                <a:gd name="T4" fmla="*/ 23 w 56"/>
                <a:gd name="T5" fmla="*/ 41 h 50"/>
                <a:gd name="T6" fmla="*/ 0 w 56"/>
                <a:gd name="T7" fmla="*/ 21 h 50"/>
                <a:gd name="T8" fmla="*/ 23 w 56"/>
                <a:gd name="T9" fmla="*/ 0 h 50"/>
                <a:gd name="T10" fmla="*/ 24 w 56"/>
                <a:gd name="T11" fmla="*/ 39 h 50"/>
                <a:gd name="T12" fmla="*/ 36 w 56"/>
                <a:gd name="T13" fmla="*/ 22 h 50"/>
                <a:gd name="T14" fmla="*/ 22 w 56"/>
                <a:gd name="T15" fmla="*/ 3 h 50"/>
                <a:gd name="T16" fmla="*/ 9 w 56"/>
                <a:gd name="T17" fmla="*/ 19 h 50"/>
                <a:gd name="T18" fmla="*/ 24 w 56"/>
                <a:gd name="T19" fmla="*/ 39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5"/>
                  </a:cubicBezTo>
                  <a:cubicBezTo>
                    <a:pt x="56" y="38"/>
                    <a:pt x="46" y="50"/>
                    <a:pt x="28" y="50"/>
                  </a:cubicBezTo>
                  <a:cubicBezTo>
                    <a:pt x="10" y="50"/>
                    <a:pt x="0" y="39"/>
                    <a:pt x="0" y="26"/>
                  </a:cubicBezTo>
                  <a:cubicBezTo>
                    <a:pt x="0" y="11"/>
                    <a:pt x="12" y="0"/>
                    <a:pt x="29" y="0"/>
                  </a:cubicBezTo>
                  <a:close/>
                  <a:moveTo>
                    <a:pt x="30" y="47"/>
                  </a:moveTo>
                  <a:cubicBezTo>
                    <a:pt x="40" y="47"/>
                    <a:pt x="45" y="38"/>
                    <a:pt x="45" y="27"/>
                  </a:cubicBezTo>
                  <a:cubicBezTo>
                    <a:pt x="45" y="15"/>
                    <a:pt x="39" y="4"/>
                    <a:pt x="27" y="4"/>
                  </a:cubicBezTo>
                  <a:cubicBezTo>
                    <a:pt x="18" y="4"/>
                    <a:pt x="11" y="11"/>
                    <a:pt x="11" y="23"/>
                  </a:cubicBezTo>
                  <a:cubicBezTo>
                    <a:pt x="11" y="37"/>
                    <a:pt x="19" y="47"/>
                    <a:pt x="30"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31">
              <a:extLst>
                <a:ext uri="{FF2B5EF4-FFF2-40B4-BE49-F238E27FC236}">
                  <a16:creationId xmlns:a16="http://schemas.microsoft.com/office/drawing/2014/main" id="{89CB1952-C3BA-4336-A7FB-48EC76D11086}"/>
                </a:ext>
              </a:extLst>
            </p:cNvPr>
            <p:cNvSpPr>
              <a:spLocks/>
            </p:cNvSpPr>
            <p:nvPr userDrawn="1"/>
          </p:nvSpPr>
          <p:spPr bwMode="white">
            <a:xfrm>
              <a:off x="879" y="440"/>
              <a:ext cx="37" cy="38"/>
            </a:xfrm>
            <a:custGeom>
              <a:avLst/>
              <a:gdLst>
                <a:gd name="T0" fmla="*/ 33 w 46"/>
                <a:gd name="T1" fmla="*/ 38 h 47"/>
                <a:gd name="T2" fmla="*/ 0 w 46"/>
                <a:gd name="T3" fmla="*/ 38 h 47"/>
                <a:gd name="T4" fmla="*/ 0 w 46"/>
                <a:gd name="T5" fmla="*/ 36 h 47"/>
                <a:gd name="T6" fmla="*/ 1 w 46"/>
                <a:gd name="T7" fmla="*/ 36 h 47"/>
                <a:gd name="T8" fmla="*/ 6 w 46"/>
                <a:gd name="T9" fmla="*/ 32 h 47"/>
                <a:gd name="T10" fmla="*/ 6 w 46"/>
                <a:gd name="T11" fmla="*/ 6 h 47"/>
                <a:gd name="T12" fmla="*/ 2 w 46"/>
                <a:gd name="T13" fmla="*/ 2 h 47"/>
                <a:gd name="T14" fmla="*/ 0 w 46"/>
                <a:gd name="T15" fmla="*/ 2 h 47"/>
                <a:gd name="T16" fmla="*/ 0 w 46"/>
                <a:gd name="T17" fmla="*/ 0 h 47"/>
                <a:gd name="T18" fmla="*/ 21 w 46"/>
                <a:gd name="T19" fmla="*/ 0 h 47"/>
                <a:gd name="T20" fmla="*/ 21 w 46"/>
                <a:gd name="T21" fmla="*/ 2 h 47"/>
                <a:gd name="T22" fmla="*/ 19 w 46"/>
                <a:gd name="T23" fmla="*/ 2 h 47"/>
                <a:gd name="T24" fmla="*/ 14 w 46"/>
                <a:gd name="T25" fmla="*/ 6 h 47"/>
                <a:gd name="T26" fmla="*/ 14 w 46"/>
                <a:gd name="T27" fmla="*/ 32 h 47"/>
                <a:gd name="T28" fmla="*/ 18 w 46"/>
                <a:gd name="T29" fmla="*/ 35 h 47"/>
                <a:gd name="T30" fmla="*/ 26 w 46"/>
                <a:gd name="T31" fmla="*/ 35 h 47"/>
                <a:gd name="T32" fmla="*/ 35 w 46"/>
                <a:gd name="T33" fmla="*/ 27 h 47"/>
                <a:gd name="T34" fmla="*/ 37 w 46"/>
                <a:gd name="T35" fmla="*/ 27 h 47"/>
                <a:gd name="T36" fmla="*/ 33 w 46"/>
                <a:gd name="T37" fmla="*/ 38 h 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6" h="47">
                  <a:moveTo>
                    <a:pt x="41" y="47"/>
                  </a:moveTo>
                  <a:cubicBezTo>
                    <a:pt x="0" y="47"/>
                    <a:pt x="0" y="47"/>
                    <a:pt x="0" y="47"/>
                  </a:cubicBezTo>
                  <a:cubicBezTo>
                    <a:pt x="0" y="44"/>
                    <a:pt x="0" y="44"/>
                    <a:pt x="0" y="44"/>
                  </a:cubicBezTo>
                  <a:cubicBezTo>
                    <a:pt x="1" y="44"/>
                    <a:pt x="1" y="44"/>
                    <a:pt x="1" y="44"/>
                  </a:cubicBezTo>
                  <a:cubicBezTo>
                    <a:pt x="6" y="44"/>
                    <a:pt x="8" y="42"/>
                    <a:pt x="8" y="39"/>
                  </a:cubicBezTo>
                  <a:cubicBezTo>
                    <a:pt x="8" y="8"/>
                    <a:pt x="8" y="8"/>
                    <a:pt x="8" y="8"/>
                  </a:cubicBezTo>
                  <a:cubicBezTo>
                    <a:pt x="8" y="4"/>
                    <a:pt x="5" y="3"/>
                    <a:pt x="2" y="3"/>
                  </a:cubicBezTo>
                  <a:cubicBezTo>
                    <a:pt x="0" y="3"/>
                    <a:pt x="0" y="3"/>
                    <a:pt x="0" y="3"/>
                  </a:cubicBezTo>
                  <a:cubicBezTo>
                    <a:pt x="0" y="0"/>
                    <a:pt x="0" y="0"/>
                    <a:pt x="0" y="0"/>
                  </a:cubicBezTo>
                  <a:cubicBezTo>
                    <a:pt x="26" y="0"/>
                    <a:pt x="26" y="0"/>
                    <a:pt x="26" y="0"/>
                  </a:cubicBezTo>
                  <a:cubicBezTo>
                    <a:pt x="26" y="3"/>
                    <a:pt x="26" y="3"/>
                    <a:pt x="26" y="3"/>
                  </a:cubicBezTo>
                  <a:cubicBezTo>
                    <a:pt x="24" y="3"/>
                    <a:pt x="24" y="3"/>
                    <a:pt x="24" y="3"/>
                  </a:cubicBezTo>
                  <a:cubicBezTo>
                    <a:pt x="20" y="3"/>
                    <a:pt x="18" y="4"/>
                    <a:pt x="18" y="8"/>
                  </a:cubicBezTo>
                  <a:cubicBezTo>
                    <a:pt x="18" y="39"/>
                    <a:pt x="18" y="39"/>
                    <a:pt x="18" y="39"/>
                  </a:cubicBezTo>
                  <a:cubicBezTo>
                    <a:pt x="18" y="42"/>
                    <a:pt x="19" y="43"/>
                    <a:pt x="22" y="43"/>
                  </a:cubicBezTo>
                  <a:cubicBezTo>
                    <a:pt x="32" y="43"/>
                    <a:pt x="32" y="43"/>
                    <a:pt x="32" y="43"/>
                  </a:cubicBezTo>
                  <a:cubicBezTo>
                    <a:pt x="37" y="43"/>
                    <a:pt x="38" y="40"/>
                    <a:pt x="43" y="34"/>
                  </a:cubicBezTo>
                  <a:cubicBezTo>
                    <a:pt x="46" y="34"/>
                    <a:pt x="46" y="34"/>
                    <a:pt x="46" y="34"/>
                  </a:cubicBezTo>
                  <a:lnTo>
                    <a:pt x="41" y="4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2" name="Freeform 32">
              <a:extLst>
                <a:ext uri="{FF2B5EF4-FFF2-40B4-BE49-F238E27FC236}">
                  <a16:creationId xmlns:a16="http://schemas.microsoft.com/office/drawing/2014/main" id="{3291A64B-CF2E-4334-BBE6-39B8B3822A11}"/>
                </a:ext>
              </a:extLst>
            </p:cNvPr>
            <p:cNvSpPr>
              <a:spLocks noEditPoints="1"/>
            </p:cNvSpPr>
            <p:nvPr userDrawn="1"/>
          </p:nvSpPr>
          <p:spPr bwMode="white">
            <a:xfrm>
              <a:off x="928" y="438"/>
              <a:ext cx="46" cy="41"/>
            </a:xfrm>
            <a:custGeom>
              <a:avLst/>
              <a:gdLst>
                <a:gd name="T0" fmla="*/ 24 w 56"/>
                <a:gd name="T1" fmla="*/ 0 h 50"/>
                <a:gd name="T2" fmla="*/ 46 w 56"/>
                <a:gd name="T3" fmla="*/ 21 h 50"/>
                <a:gd name="T4" fmla="*/ 22 w 56"/>
                <a:gd name="T5" fmla="*/ 41 h 50"/>
                <a:gd name="T6" fmla="*/ 0 w 56"/>
                <a:gd name="T7" fmla="*/ 21 h 50"/>
                <a:gd name="T8" fmla="*/ 24 w 56"/>
                <a:gd name="T9" fmla="*/ 0 h 50"/>
                <a:gd name="T10" fmla="*/ 24 w 56"/>
                <a:gd name="T11" fmla="*/ 39 h 50"/>
                <a:gd name="T12" fmla="*/ 37 w 56"/>
                <a:gd name="T13" fmla="*/ 22 h 50"/>
                <a:gd name="T14" fmla="*/ 22 w 56"/>
                <a:gd name="T15" fmla="*/ 3 h 50"/>
                <a:gd name="T16" fmla="*/ 9 w 56"/>
                <a:gd name="T17" fmla="*/ 19 h 50"/>
                <a:gd name="T18" fmla="*/ 24 w 56"/>
                <a:gd name="T19" fmla="*/ 39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 h="50">
                  <a:moveTo>
                    <a:pt x="29" y="0"/>
                  </a:moveTo>
                  <a:cubicBezTo>
                    <a:pt x="45" y="0"/>
                    <a:pt x="56" y="10"/>
                    <a:pt x="56" y="25"/>
                  </a:cubicBezTo>
                  <a:cubicBezTo>
                    <a:pt x="56" y="38"/>
                    <a:pt x="46" y="50"/>
                    <a:pt x="27" y="50"/>
                  </a:cubicBezTo>
                  <a:cubicBezTo>
                    <a:pt x="10" y="50"/>
                    <a:pt x="0" y="39"/>
                    <a:pt x="0" y="26"/>
                  </a:cubicBezTo>
                  <a:cubicBezTo>
                    <a:pt x="0" y="11"/>
                    <a:pt x="12" y="0"/>
                    <a:pt x="29" y="0"/>
                  </a:cubicBezTo>
                  <a:close/>
                  <a:moveTo>
                    <a:pt x="29" y="47"/>
                  </a:moveTo>
                  <a:cubicBezTo>
                    <a:pt x="40" y="47"/>
                    <a:pt x="45" y="38"/>
                    <a:pt x="45" y="27"/>
                  </a:cubicBezTo>
                  <a:cubicBezTo>
                    <a:pt x="45" y="15"/>
                    <a:pt x="39" y="4"/>
                    <a:pt x="27" y="4"/>
                  </a:cubicBezTo>
                  <a:cubicBezTo>
                    <a:pt x="17" y="4"/>
                    <a:pt x="11" y="11"/>
                    <a:pt x="11" y="23"/>
                  </a:cubicBezTo>
                  <a:cubicBezTo>
                    <a:pt x="11" y="37"/>
                    <a:pt x="18" y="47"/>
                    <a:pt x="29" y="4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3" name="Freeform 33">
              <a:extLst>
                <a:ext uri="{FF2B5EF4-FFF2-40B4-BE49-F238E27FC236}">
                  <a16:creationId xmlns:a16="http://schemas.microsoft.com/office/drawing/2014/main" id="{D7FAF5EE-4217-4778-BA7D-AEC0DB145AFB}"/>
                </a:ext>
              </a:extLst>
            </p:cNvPr>
            <p:cNvSpPr>
              <a:spLocks/>
            </p:cNvSpPr>
            <p:nvPr userDrawn="1"/>
          </p:nvSpPr>
          <p:spPr bwMode="white">
            <a:xfrm>
              <a:off x="989" y="439"/>
              <a:ext cx="44" cy="40"/>
            </a:xfrm>
            <a:custGeom>
              <a:avLst/>
              <a:gdLst>
                <a:gd name="T0" fmla="*/ 44 w 53"/>
                <a:gd name="T1" fmla="*/ 23 h 49"/>
                <a:gd name="T2" fmla="*/ 40 w 53"/>
                <a:gd name="T3" fmla="*/ 27 h 49"/>
                <a:gd name="T4" fmla="*/ 40 w 53"/>
                <a:gd name="T5" fmla="*/ 36 h 49"/>
                <a:gd name="T6" fmla="*/ 23 w 53"/>
                <a:gd name="T7" fmla="*/ 40 h 49"/>
                <a:gd name="T8" fmla="*/ 0 w 53"/>
                <a:gd name="T9" fmla="*/ 20 h 49"/>
                <a:gd name="T10" fmla="*/ 22 w 53"/>
                <a:gd name="T11" fmla="*/ 0 h 49"/>
                <a:gd name="T12" fmla="*/ 37 w 53"/>
                <a:gd name="T13" fmla="*/ 2 h 49"/>
                <a:gd name="T14" fmla="*/ 38 w 53"/>
                <a:gd name="T15" fmla="*/ 1 h 49"/>
                <a:gd name="T16" fmla="*/ 40 w 53"/>
                <a:gd name="T17" fmla="*/ 1 h 49"/>
                <a:gd name="T18" fmla="*/ 40 w 53"/>
                <a:gd name="T19" fmla="*/ 12 h 49"/>
                <a:gd name="T20" fmla="*/ 37 w 53"/>
                <a:gd name="T21" fmla="*/ 12 h 49"/>
                <a:gd name="T22" fmla="*/ 24 w 53"/>
                <a:gd name="T23" fmla="*/ 2 h 49"/>
                <a:gd name="T24" fmla="*/ 9 w 53"/>
                <a:gd name="T25" fmla="*/ 20 h 49"/>
                <a:gd name="T26" fmla="*/ 24 w 53"/>
                <a:gd name="T27" fmla="*/ 38 h 49"/>
                <a:gd name="T28" fmla="*/ 32 w 53"/>
                <a:gd name="T29" fmla="*/ 36 h 49"/>
                <a:gd name="T30" fmla="*/ 32 w 53"/>
                <a:gd name="T31" fmla="*/ 27 h 49"/>
                <a:gd name="T32" fmla="*/ 23 w 53"/>
                <a:gd name="T33" fmla="*/ 23 h 49"/>
                <a:gd name="T34" fmla="*/ 23 w 53"/>
                <a:gd name="T35" fmla="*/ 20 h 49"/>
                <a:gd name="T36" fmla="*/ 44 w 53"/>
                <a:gd name="T37" fmla="*/ 20 h 49"/>
                <a:gd name="T38" fmla="*/ 44 w 53"/>
                <a:gd name="T39" fmla="*/ 23 h 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3" h="49">
                  <a:moveTo>
                    <a:pt x="53" y="28"/>
                  </a:moveTo>
                  <a:cubicBezTo>
                    <a:pt x="49" y="28"/>
                    <a:pt x="48" y="30"/>
                    <a:pt x="48" y="33"/>
                  </a:cubicBezTo>
                  <a:cubicBezTo>
                    <a:pt x="48" y="44"/>
                    <a:pt x="48" y="44"/>
                    <a:pt x="48" y="44"/>
                  </a:cubicBezTo>
                  <a:cubicBezTo>
                    <a:pt x="43" y="47"/>
                    <a:pt x="35" y="49"/>
                    <a:pt x="28" y="49"/>
                  </a:cubicBezTo>
                  <a:cubicBezTo>
                    <a:pt x="9" y="49"/>
                    <a:pt x="0" y="38"/>
                    <a:pt x="0" y="24"/>
                  </a:cubicBezTo>
                  <a:cubicBezTo>
                    <a:pt x="0" y="10"/>
                    <a:pt x="11" y="0"/>
                    <a:pt x="27" y="0"/>
                  </a:cubicBezTo>
                  <a:cubicBezTo>
                    <a:pt x="35" y="0"/>
                    <a:pt x="41" y="2"/>
                    <a:pt x="44" y="2"/>
                  </a:cubicBezTo>
                  <a:cubicBezTo>
                    <a:pt x="45" y="2"/>
                    <a:pt x="46" y="2"/>
                    <a:pt x="46" y="1"/>
                  </a:cubicBezTo>
                  <a:cubicBezTo>
                    <a:pt x="48" y="1"/>
                    <a:pt x="48" y="1"/>
                    <a:pt x="48" y="1"/>
                  </a:cubicBezTo>
                  <a:cubicBezTo>
                    <a:pt x="48" y="15"/>
                    <a:pt x="48" y="15"/>
                    <a:pt x="48" y="15"/>
                  </a:cubicBezTo>
                  <a:cubicBezTo>
                    <a:pt x="45" y="15"/>
                    <a:pt x="45" y="15"/>
                    <a:pt x="45" y="15"/>
                  </a:cubicBezTo>
                  <a:cubicBezTo>
                    <a:pt x="43" y="7"/>
                    <a:pt x="37" y="3"/>
                    <a:pt x="29" y="3"/>
                  </a:cubicBezTo>
                  <a:cubicBezTo>
                    <a:pt x="18" y="3"/>
                    <a:pt x="11" y="11"/>
                    <a:pt x="11" y="24"/>
                  </a:cubicBezTo>
                  <a:cubicBezTo>
                    <a:pt x="11" y="36"/>
                    <a:pt x="19" y="46"/>
                    <a:pt x="29" y="46"/>
                  </a:cubicBezTo>
                  <a:cubicBezTo>
                    <a:pt x="32" y="46"/>
                    <a:pt x="36" y="45"/>
                    <a:pt x="38" y="44"/>
                  </a:cubicBezTo>
                  <a:cubicBezTo>
                    <a:pt x="38" y="33"/>
                    <a:pt x="38" y="33"/>
                    <a:pt x="38" y="33"/>
                  </a:cubicBezTo>
                  <a:cubicBezTo>
                    <a:pt x="38" y="29"/>
                    <a:pt x="36" y="28"/>
                    <a:pt x="28" y="28"/>
                  </a:cubicBezTo>
                  <a:cubicBezTo>
                    <a:pt x="28" y="25"/>
                    <a:pt x="28" y="25"/>
                    <a:pt x="28" y="25"/>
                  </a:cubicBezTo>
                  <a:cubicBezTo>
                    <a:pt x="53" y="25"/>
                    <a:pt x="53" y="25"/>
                    <a:pt x="53" y="25"/>
                  </a:cubicBezTo>
                  <a:lnTo>
                    <a:pt x="5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4" name="Freeform 34">
              <a:extLst>
                <a:ext uri="{FF2B5EF4-FFF2-40B4-BE49-F238E27FC236}">
                  <a16:creationId xmlns:a16="http://schemas.microsoft.com/office/drawing/2014/main" id="{0185E6D1-58FB-4221-B5BC-CF6CCE475BE4}"/>
                </a:ext>
              </a:extLst>
            </p:cNvPr>
            <p:cNvSpPr>
              <a:spLocks/>
            </p:cNvSpPr>
            <p:nvPr userDrawn="1"/>
          </p:nvSpPr>
          <p:spPr bwMode="white">
            <a:xfrm>
              <a:off x="1044" y="440"/>
              <a:ext cx="45" cy="38"/>
            </a:xfrm>
            <a:custGeom>
              <a:avLst/>
              <a:gdLst>
                <a:gd name="T0" fmla="*/ 28 w 55"/>
                <a:gd name="T1" fmla="*/ 32 h 47"/>
                <a:gd name="T2" fmla="*/ 34 w 55"/>
                <a:gd name="T3" fmla="*/ 36 h 47"/>
                <a:gd name="T4" fmla="*/ 34 w 55"/>
                <a:gd name="T5" fmla="*/ 36 h 47"/>
                <a:gd name="T6" fmla="*/ 34 w 55"/>
                <a:gd name="T7" fmla="*/ 38 h 47"/>
                <a:gd name="T8" fmla="*/ 13 w 55"/>
                <a:gd name="T9" fmla="*/ 38 h 47"/>
                <a:gd name="T10" fmla="*/ 13 w 55"/>
                <a:gd name="T11" fmla="*/ 36 h 47"/>
                <a:gd name="T12" fmla="*/ 15 w 55"/>
                <a:gd name="T13" fmla="*/ 36 h 47"/>
                <a:gd name="T14" fmla="*/ 19 w 55"/>
                <a:gd name="T15" fmla="*/ 32 h 47"/>
                <a:gd name="T16" fmla="*/ 19 w 55"/>
                <a:gd name="T17" fmla="*/ 23 h 47"/>
                <a:gd name="T18" fmla="*/ 6 w 55"/>
                <a:gd name="T19" fmla="*/ 5 h 47"/>
                <a:gd name="T20" fmla="*/ 0 w 55"/>
                <a:gd name="T21" fmla="*/ 2 h 47"/>
                <a:gd name="T22" fmla="*/ 0 w 55"/>
                <a:gd name="T23" fmla="*/ 2 h 47"/>
                <a:gd name="T24" fmla="*/ 0 w 55"/>
                <a:gd name="T25" fmla="*/ 0 h 47"/>
                <a:gd name="T26" fmla="*/ 20 w 55"/>
                <a:gd name="T27" fmla="*/ 0 h 47"/>
                <a:gd name="T28" fmla="*/ 20 w 55"/>
                <a:gd name="T29" fmla="*/ 2 h 47"/>
                <a:gd name="T30" fmla="*/ 19 w 55"/>
                <a:gd name="T31" fmla="*/ 2 h 47"/>
                <a:gd name="T32" fmla="*/ 16 w 55"/>
                <a:gd name="T33" fmla="*/ 6 h 47"/>
                <a:gd name="T34" fmla="*/ 26 w 55"/>
                <a:gd name="T35" fmla="*/ 19 h 47"/>
                <a:gd name="T36" fmla="*/ 34 w 55"/>
                <a:gd name="T37" fmla="*/ 7 h 47"/>
                <a:gd name="T38" fmla="*/ 31 w 55"/>
                <a:gd name="T39" fmla="*/ 2 h 47"/>
                <a:gd name="T40" fmla="*/ 30 w 55"/>
                <a:gd name="T41" fmla="*/ 2 h 47"/>
                <a:gd name="T42" fmla="*/ 30 w 55"/>
                <a:gd name="T43" fmla="*/ 0 h 47"/>
                <a:gd name="T44" fmla="*/ 45 w 55"/>
                <a:gd name="T45" fmla="*/ 0 h 47"/>
                <a:gd name="T46" fmla="*/ 45 w 55"/>
                <a:gd name="T47" fmla="*/ 2 h 47"/>
                <a:gd name="T48" fmla="*/ 38 w 55"/>
                <a:gd name="T49" fmla="*/ 6 h 47"/>
                <a:gd name="T50" fmla="*/ 28 w 55"/>
                <a:gd name="T51" fmla="*/ 23 h 47"/>
                <a:gd name="T52" fmla="*/ 28 w 55"/>
                <a:gd name="T53" fmla="*/ 32 h 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5" h="47">
                  <a:moveTo>
                    <a:pt x="34" y="39"/>
                  </a:moveTo>
                  <a:cubicBezTo>
                    <a:pt x="34" y="42"/>
                    <a:pt x="35" y="44"/>
                    <a:pt x="41" y="44"/>
                  </a:cubicBezTo>
                  <a:cubicBezTo>
                    <a:pt x="42" y="44"/>
                    <a:pt x="42" y="44"/>
                    <a:pt x="42" y="44"/>
                  </a:cubicBezTo>
                  <a:cubicBezTo>
                    <a:pt x="42" y="47"/>
                    <a:pt x="42" y="47"/>
                    <a:pt x="42" y="47"/>
                  </a:cubicBezTo>
                  <a:cubicBezTo>
                    <a:pt x="16" y="47"/>
                    <a:pt x="16" y="47"/>
                    <a:pt x="16" y="47"/>
                  </a:cubicBezTo>
                  <a:cubicBezTo>
                    <a:pt x="16" y="44"/>
                    <a:pt x="16" y="44"/>
                    <a:pt x="16" y="44"/>
                  </a:cubicBezTo>
                  <a:cubicBezTo>
                    <a:pt x="18" y="44"/>
                    <a:pt x="18" y="44"/>
                    <a:pt x="18" y="44"/>
                  </a:cubicBezTo>
                  <a:cubicBezTo>
                    <a:pt x="22" y="44"/>
                    <a:pt x="23" y="42"/>
                    <a:pt x="23" y="39"/>
                  </a:cubicBezTo>
                  <a:cubicBezTo>
                    <a:pt x="23" y="28"/>
                    <a:pt x="23" y="28"/>
                    <a:pt x="23" y="28"/>
                  </a:cubicBezTo>
                  <a:cubicBezTo>
                    <a:pt x="7" y="6"/>
                    <a:pt x="7" y="6"/>
                    <a:pt x="7" y="6"/>
                  </a:cubicBezTo>
                  <a:cubicBezTo>
                    <a:pt x="5" y="3"/>
                    <a:pt x="4" y="3"/>
                    <a:pt x="0" y="3"/>
                  </a:cubicBezTo>
                  <a:cubicBezTo>
                    <a:pt x="0" y="3"/>
                    <a:pt x="0" y="3"/>
                    <a:pt x="0" y="3"/>
                  </a:cubicBezTo>
                  <a:cubicBezTo>
                    <a:pt x="0" y="0"/>
                    <a:pt x="0" y="0"/>
                    <a:pt x="0" y="0"/>
                  </a:cubicBezTo>
                  <a:cubicBezTo>
                    <a:pt x="24" y="0"/>
                    <a:pt x="24" y="0"/>
                    <a:pt x="24" y="0"/>
                  </a:cubicBezTo>
                  <a:cubicBezTo>
                    <a:pt x="24" y="3"/>
                    <a:pt x="24" y="3"/>
                    <a:pt x="24" y="3"/>
                  </a:cubicBezTo>
                  <a:cubicBezTo>
                    <a:pt x="23" y="3"/>
                    <a:pt x="23" y="3"/>
                    <a:pt x="23" y="3"/>
                  </a:cubicBezTo>
                  <a:cubicBezTo>
                    <a:pt x="19" y="3"/>
                    <a:pt x="18" y="5"/>
                    <a:pt x="20" y="7"/>
                  </a:cubicBezTo>
                  <a:cubicBezTo>
                    <a:pt x="32" y="23"/>
                    <a:pt x="32" y="23"/>
                    <a:pt x="32" y="23"/>
                  </a:cubicBezTo>
                  <a:cubicBezTo>
                    <a:pt x="41" y="9"/>
                    <a:pt x="41" y="9"/>
                    <a:pt x="41" y="9"/>
                  </a:cubicBezTo>
                  <a:cubicBezTo>
                    <a:pt x="43" y="6"/>
                    <a:pt x="44" y="3"/>
                    <a:pt x="38" y="3"/>
                  </a:cubicBezTo>
                  <a:cubicBezTo>
                    <a:pt x="37" y="3"/>
                    <a:pt x="37" y="3"/>
                    <a:pt x="37" y="3"/>
                  </a:cubicBezTo>
                  <a:cubicBezTo>
                    <a:pt x="37" y="0"/>
                    <a:pt x="37" y="0"/>
                    <a:pt x="37" y="0"/>
                  </a:cubicBezTo>
                  <a:cubicBezTo>
                    <a:pt x="55" y="0"/>
                    <a:pt x="55" y="0"/>
                    <a:pt x="55" y="0"/>
                  </a:cubicBezTo>
                  <a:cubicBezTo>
                    <a:pt x="55" y="3"/>
                    <a:pt x="55" y="3"/>
                    <a:pt x="55" y="3"/>
                  </a:cubicBezTo>
                  <a:cubicBezTo>
                    <a:pt x="51" y="3"/>
                    <a:pt x="50" y="4"/>
                    <a:pt x="47" y="8"/>
                  </a:cubicBezTo>
                  <a:cubicBezTo>
                    <a:pt x="34" y="28"/>
                    <a:pt x="34" y="28"/>
                    <a:pt x="34" y="28"/>
                  </a:cubicBezTo>
                  <a:lnTo>
                    <a:pt x="3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5" name="Freeform 35">
              <a:extLst>
                <a:ext uri="{FF2B5EF4-FFF2-40B4-BE49-F238E27FC236}">
                  <a16:creationId xmlns:a16="http://schemas.microsoft.com/office/drawing/2014/main" id="{D75A75F8-8B9F-448D-B5EC-654505670B9F}"/>
                </a:ext>
              </a:extLst>
            </p:cNvPr>
            <p:cNvSpPr>
              <a:spLocks/>
            </p:cNvSpPr>
            <p:nvPr userDrawn="1"/>
          </p:nvSpPr>
          <p:spPr bwMode="white">
            <a:xfrm>
              <a:off x="1132" y="439"/>
              <a:ext cx="28" cy="40"/>
            </a:xfrm>
            <a:custGeom>
              <a:avLst/>
              <a:gdLst>
                <a:gd name="T0" fmla="*/ 0 w 35"/>
                <a:gd name="T1" fmla="*/ 28 h 49"/>
                <a:gd name="T2" fmla="*/ 2 w 35"/>
                <a:gd name="T3" fmla="*/ 28 h 49"/>
                <a:gd name="T4" fmla="*/ 13 w 35"/>
                <a:gd name="T5" fmla="*/ 38 h 49"/>
                <a:gd name="T6" fmla="*/ 20 w 35"/>
                <a:gd name="T7" fmla="*/ 31 h 49"/>
                <a:gd name="T8" fmla="*/ 1 w 35"/>
                <a:gd name="T9" fmla="*/ 10 h 49"/>
                <a:gd name="T10" fmla="*/ 13 w 35"/>
                <a:gd name="T11" fmla="*/ 0 h 49"/>
                <a:gd name="T12" fmla="*/ 22 w 35"/>
                <a:gd name="T13" fmla="*/ 2 h 49"/>
                <a:gd name="T14" fmla="*/ 23 w 35"/>
                <a:gd name="T15" fmla="*/ 1 h 49"/>
                <a:gd name="T16" fmla="*/ 25 w 35"/>
                <a:gd name="T17" fmla="*/ 1 h 49"/>
                <a:gd name="T18" fmla="*/ 26 w 35"/>
                <a:gd name="T19" fmla="*/ 11 h 49"/>
                <a:gd name="T20" fmla="*/ 23 w 35"/>
                <a:gd name="T21" fmla="*/ 11 h 49"/>
                <a:gd name="T22" fmla="*/ 20 w 35"/>
                <a:gd name="T23" fmla="*/ 5 h 49"/>
                <a:gd name="T24" fmla="*/ 14 w 35"/>
                <a:gd name="T25" fmla="*/ 2 h 49"/>
                <a:gd name="T26" fmla="*/ 7 w 35"/>
                <a:gd name="T27" fmla="*/ 7 h 49"/>
                <a:gd name="T28" fmla="*/ 25 w 35"/>
                <a:gd name="T29" fmla="*/ 20 h 49"/>
                <a:gd name="T30" fmla="*/ 28 w 35"/>
                <a:gd name="T31" fmla="*/ 29 h 49"/>
                <a:gd name="T32" fmla="*/ 15 w 35"/>
                <a:gd name="T33" fmla="*/ 40 h 49"/>
                <a:gd name="T34" fmla="*/ 5 w 35"/>
                <a:gd name="T35" fmla="*/ 38 h 49"/>
                <a:gd name="T36" fmla="*/ 3 w 35"/>
                <a:gd name="T37" fmla="*/ 39 h 49"/>
                <a:gd name="T38" fmla="*/ 2 w 35"/>
                <a:gd name="T39" fmla="*/ 39 h 49"/>
                <a:gd name="T40" fmla="*/ 0 w 35"/>
                <a:gd name="T41" fmla="*/ 28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 h="49">
                  <a:moveTo>
                    <a:pt x="0" y="34"/>
                  </a:moveTo>
                  <a:cubicBezTo>
                    <a:pt x="3" y="34"/>
                    <a:pt x="3" y="34"/>
                    <a:pt x="3" y="34"/>
                  </a:cubicBezTo>
                  <a:cubicBezTo>
                    <a:pt x="6" y="42"/>
                    <a:pt x="10" y="46"/>
                    <a:pt x="16" y="46"/>
                  </a:cubicBezTo>
                  <a:cubicBezTo>
                    <a:pt x="21" y="46"/>
                    <a:pt x="25" y="42"/>
                    <a:pt x="25" y="38"/>
                  </a:cubicBezTo>
                  <a:cubicBezTo>
                    <a:pt x="25" y="27"/>
                    <a:pt x="1" y="27"/>
                    <a:pt x="1" y="12"/>
                  </a:cubicBezTo>
                  <a:cubicBezTo>
                    <a:pt x="1" y="5"/>
                    <a:pt x="7" y="0"/>
                    <a:pt x="16" y="0"/>
                  </a:cubicBezTo>
                  <a:cubicBezTo>
                    <a:pt x="22" y="0"/>
                    <a:pt x="26" y="2"/>
                    <a:pt x="28" y="2"/>
                  </a:cubicBezTo>
                  <a:cubicBezTo>
                    <a:pt x="28" y="2"/>
                    <a:pt x="29" y="1"/>
                    <a:pt x="29" y="1"/>
                  </a:cubicBezTo>
                  <a:cubicBezTo>
                    <a:pt x="31" y="1"/>
                    <a:pt x="31" y="1"/>
                    <a:pt x="31" y="1"/>
                  </a:cubicBezTo>
                  <a:cubicBezTo>
                    <a:pt x="32" y="13"/>
                    <a:pt x="32" y="13"/>
                    <a:pt x="32" y="13"/>
                  </a:cubicBezTo>
                  <a:cubicBezTo>
                    <a:pt x="29" y="13"/>
                    <a:pt x="29" y="13"/>
                    <a:pt x="29" y="13"/>
                  </a:cubicBezTo>
                  <a:cubicBezTo>
                    <a:pt x="28" y="10"/>
                    <a:pt x="27" y="7"/>
                    <a:pt x="25" y="6"/>
                  </a:cubicBezTo>
                  <a:cubicBezTo>
                    <a:pt x="23" y="4"/>
                    <a:pt x="20" y="3"/>
                    <a:pt x="17" y="3"/>
                  </a:cubicBezTo>
                  <a:cubicBezTo>
                    <a:pt x="13" y="3"/>
                    <a:pt x="9" y="5"/>
                    <a:pt x="9" y="8"/>
                  </a:cubicBezTo>
                  <a:cubicBezTo>
                    <a:pt x="9" y="15"/>
                    <a:pt x="22" y="16"/>
                    <a:pt x="31" y="25"/>
                  </a:cubicBezTo>
                  <a:cubicBezTo>
                    <a:pt x="34" y="28"/>
                    <a:pt x="35" y="31"/>
                    <a:pt x="35" y="35"/>
                  </a:cubicBezTo>
                  <a:cubicBezTo>
                    <a:pt x="35" y="43"/>
                    <a:pt x="28" y="49"/>
                    <a:pt x="19" y="49"/>
                  </a:cubicBezTo>
                  <a:cubicBezTo>
                    <a:pt x="13" y="49"/>
                    <a:pt x="7" y="47"/>
                    <a:pt x="6" y="47"/>
                  </a:cubicBezTo>
                  <a:cubicBezTo>
                    <a:pt x="5" y="47"/>
                    <a:pt x="4" y="47"/>
                    <a:pt x="4" y="48"/>
                  </a:cubicBezTo>
                  <a:cubicBezTo>
                    <a:pt x="2" y="48"/>
                    <a:pt x="2" y="48"/>
                    <a:pt x="2" y="48"/>
                  </a:cubicBez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6" name="Freeform 36">
              <a:extLst>
                <a:ext uri="{FF2B5EF4-FFF2-40B4-BE49-F238E27FC236}">
                  <a16:creationId xmlns:a16="http://schemas.microsoft.com/office/drawing/2014/main" id="{EE026931-1281-4DEF-B965-46AB81126DA1}"/>
                </a:ext>
              </a:extLst>
            </p:cNvPr>
            <p:cNvSpPr>
              <a:spLocks/>
            </p:cNvSpPr>
            <p:nvPr userDrawn="1"/>
          </p:nvSpPr>
          <p:spPr bwMode="white">
            <a:xfrm>
              <a:off x="1172" y="440"/>
              <a:ext cx="38" cy="38"/>
            </a:xfrm>
            <a:custGeom>
              <a:avLst/>
              <a:gdLst>
                <a:gd name="T0" fmla="*/ 29 w 47"/>
                <a:gd name="T1" fmla="*/ 3 h 47"/>
                <a:gd name="T2" fmla="*/ 16 w 47"/>
                <a:gd name="T3" fmla="*/ 3 h 47"/>
                <a:gd name="T4" fmla="*/ 16 w 47"/>
                <a:gd name="T5" fmla="*/ 17 h 47"/>
                <a:gd name="T6" fmla="*/ 26 w 47"/>
                <a:gd name="T7" fmla="*/ 17 h 47"/>
                <a:gd name="T8" fmla="*/ 31 w 47"/>
                <a:gd name="T9" fmla="*/ 13 h 47"/>
                <a:gd name="T10" fmla="*/ 33 w 47"/>
                <a:gd name="T11" fmla="*/ 13 h 47"/>
                <a:gd name="T12" fmla="*/ 33 w 47"/>
                <a:gd name="T13" fmla="*/ 25 h 47"/>
                <a:gd name="T14" fmla="*/ 31 w 47"/>
                <a:gd name="T15" fmla="*/ 25 h 47"/>
                <a:gd name="T16" fmla="*/ 25 w 47"/>
                <a:gd name="T17" fmla="*/ 20 h 47"/>
                <a:gd name="T18" fmla="*/ 16 w 47"/>
                <a:gd name="T19" fmla="*/ 20 h 47"/>
                <a:gd name="T20" fmla="*/ 16 w 47"/>
                <a:gd name="T21" fmla="*/ 32 h 47"/>
                <a:gd name="T22" fmla="*/ 19 w 47"/>
                <a:gd name="T23" fmla="*/ 35 h 47"/>
                <a:gd name="T24" fmla="*/ 28 w 47"/>
                <a:gd name="T25" fmla="*/ 35 h 47"/>
                <a:gd name="T26" fmla="*/ 36 w 47"/>
                <a:gd name="T27" fmla="*/ 28 h 47"/>
                <a:gd name="T28" fmla="*/ 38 w 47"/>
                <a:gd name="T29" fmla="*/ 28 h 47"/>
                <a:gd name="T30" fmla="*/ 37 w 47"/>
                <a:gd name="T31" fmla="*/ 38 h 47"/>
                <a:gd name="T32" fmla="*/ 0 w 47"/>
                <a:gd name="T33" fmla="*/ 38 h 47"/>
                <a:gd name="T34" fmla="*/ 0 w 47"/>
                <a:gd name="T35" fmla="*/ 36 h 47"/>
                <a:gd name="T36" fmla="*/ 2 w 47"/>
                <a:gd name="T37" fmla="*/ 36 h 47"/>
                <a:gd name="T38" fmla="*/ 7 w 47"/>
                <a:gd name="T39" fmla="*/ 32 h 47"/>
                <a:gd name="T40" fmla="*/ 7 w 47"/>
                <a:gd name="T41" fmla="*/ 6 h 47"/>
                <a:gd name="T42" fmla="*/ 2 w 47"/>
                <a:gd name="T43" fmla="*/ 2 h 47"/>
                <a:gd name="T44" fmla="*/ 2 w 47"/>
                <a:gd name="T45" fmla="*/ 2 h 47"/>
                <a:gd name="T46" fmla="*/ 2 w 47"/>
                <a:gd name="T47" fmla="*/ 0 h 47"/>
                <a:gd name="T48" fmla="*/ 36 w 47"/>
                <a:gd name="T49" fmla="*/ 0 h 47"/>
                <a:gd name="T50" fmla="*/ 36 w 47"/>
                <a:gd name="T51" fmla="*/ 9 h 47"/>
                <a:gd name="T52" fmla="*/ 34 w 47"/>
                <a:gd name="T53" fmla="*/ 9 h 47"/>
                <a:gd name="T54" fmla="*/ 29 w 47"/>
                <a:gd name="T55" fmla="*/ 3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6"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3" y="43"/>
                  </a:cubicBezTo>
                  <a:cubicBezTo>
                    <a:pt x="35" y="43"/>
                    <a:pt x="35" y="43"/>
                    <a:pt x="35" y="43"/>
                  </a:cubicBezTo>
                  <a:cubicBezTo>
                    <a:pt x="40" y="43"/>
                    <a:pt x="43"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3" y="3"/>
                  </a:cubicBezTo>
                  <a:cubicBezTo>
                    <a:pt x="2" y="3"/>
                    <a:pt x="2" y="3"/>
                    <a:pt x="2" y="3"/>
                  </a:cubicBezTo>
                  <a:cubicBezTo>
                    <a:pt x="2" y="0"/>
                    <a:pt x="2" y="0"/>
                    <a:pt x="2" y="0"/>
                  </a:cubicBezTo>
                  <a:cubicBezTo>
                    <a:pt x="44" y="0"/>
                    <a:pt x="44" y="0"/>
                    <a:pt x="44" y="0"/>
                  </a:cubicBezTo>
                  <a:cubicBezTo>
                    <a:pt x="45" y="11"/>
                    <a:pt x="45" y="11"/>
                    <a:pt x="45" y="11"/>
                  </a:cubicBezTo>
                  <a:cubicBezTo>
                    <a:pt x="42" y="11"/>
                    <a:pt x="42" y="11"/>
                    <a:pt x="42" y="11"/>
                  </a:cubicBezTo>
                  <a:cubicBezTo>
                    <a:pt x="41" y="6"/>
                    <a:pt x="40" y="4"/>
                    <a:pt x="36"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7" name="Freeform 37">
              <a:extLst>
                <a:ext uri="{FF2B5EF4-FFF2-40B4-BE49-F238E27FC236}">
                  <a16:creationId xmlns:a16="http://schemas.microsoft.com/office/drawing/2014/main" id="{3CC753E6-7161-4DBF-9A2D-16BC3478A864}"/>
                </a:ext>
              </a:extLst>
            </p:cNvPr>
            <p:cNvSpPr>
              <a:spLocks noEditPoints="1"/>
            </p:cNvSpPr>
            <p:nvPr userDrawn="1"/>
          </p:nvSpPr>
          <p:spPr bwMode="white">
            <a:xfrm>
              <a:off x="1222" y="439"/>
              <a:ext cx="48" cy="40"/>
            </a:xfrm>
            <a:custGeom>
              <a:avLst/>
              <a:gdLst>
                <a:gd name="T0" fmla="*/ 15 w 59"/>
                <a:gd name="T1" fmla="*/ 33 h 49"/>
                <a:gd name="T2" fmla="*/ 20 w 59"/>
                <a:gd name="T3" fmla="*/ 37 h 49"/>
                <a:gd name="T4" fmla="*/ 22 w 59"/>
                <a:gd name="T5" fmla="*/ 37 h 49"/>
                <a:gd name="T6" fmla="*/ 22 w 59"/>
                <a:gd name="T7" fmla="*/ 39 h 49"/>
                <a:gd name="T8" fmla="*/ 0 w 59"/>
                <a:gd name="T9" fmla="*/ 39 h 49"/>
                <a:gd name="T10" fmla="*/ 0 w 59"/>
                <a:gd name="T11" fmla="*/ 37 h 49"/>
                <a:gd name="T12" fmla="*/ 1 w 59"/>
                <a:gd name="T13" fmla="*/ 37 h 49"/>
                <a:gd name="T14" fmla="*/ 7 w 59"/>
                <a:gd name="T15" fmla="*/ 33 h 49"/>
                <a:gd name="T16" fmla="*/ 7 w 59"/>
                <a:gd name="T17" fmla="*/ 8 h 49"/>
                <a:gd name="T18" fmla="*/ 2 w 59"/>
                <a:gd name="T19" fmla="*/ 3 h 49"/>
                <a:gd name="T20" fmla="*/ 0 w 59"/>
                <a:gd name="T21" fmla="*/ 3 h 49"/>
                <a:gd name="T22" fmla="*/ 0 w 59"/>
                <a:gd name="T23" fmla="*/ 1 h 49"/>
                <a:gd name="T24" fmla="*/ 8 w 59"/>
                <a:gd name="T25" fmla="*/ 0 h 49"/>
                <a:gd name="T26" fmla="*/ 18 w 59"/>
                <a:gd name="T27" fmla="*/ 0 h 49"/>
                <a:gd name="T28" fmla="*/ 36 w 59"/>
                <a:gd name="T29" fmla="*/ 4 h 49"/>
                <a:gd name="T30" fmla="*/ 38 w 59"/>
                <a:gd name="T31" fmla="*/ 11 h 49"/>
                <a:gd name="T32" fmla="*/ 29 w 59"/>
                <a:gd name="T33" fmla="*/ 21 h 49"/>
                <a:gd name="T34" fmla="*/ 40 w 59"/>
                <a:gd name="T35" fmla="*/ 33 h 49"/>
                <a:gd name="T36" fmla="*/ 48 w 59"/>
                <a:gd name="T37" fmla="*/ 38 h 49"/>
                <a:gd name="T38" fmla="*/ 48 w 59"/>
                <a:gd name="T39" fmla="*/ 40 h 49"/>
                <a:gd name="T40" fmla="*/ 44 w 59"/>
                <a:gd name="T41" fmla="*/ 40 h 49"/>
                <a:gd name="T42" fmla="*/ 30 w 59"/>
                <a:gd name="T43" fmla="*/ 36 h 49"/>
                <a:gd name="T44" fmla="*/ 20 w 59"/>
                <a:gd name="T45" fmla="*/ 23 h 49"/>
                <a:gd name="T46" fmla="*/ 15 w 59"/>
                <a:gd name="T47" fmla="*/ 23 h 49"/>
                <a:gd name="T48" fmla="*/ 15 w 59"/>
                <a:gd name="T49" fmla="*/ 33 h 49"/>
                <a:gd name="T50" fmla="*/ 15 w 59"/>
                <a:gd name="T51" fmla="*/ 20 h 49"/>
                <a:gd name="T52" fmla="*/ 17 w 59"/>
                <a:gd name="T53" fmla="*/ 20 h 49"/>
                <a:gd name="T54" fmla="*/ 29 w 59"/>
                <a:gd name="T55" fmla="*/ 11 h 49"/>
                <a:gd name="T56" fmla="*/ 18 w 59"/>
                <a:gd name="T57" fmla="*/ 2 h 49"/>
                <a:gd name="T58" fmla="*/ 15 w 59"/>
                <a:gd name="T59" fmla="*/ 2 h 49"/>
                <a:gd name="T60" fmla="*/ 15 w 59"/>
                <a:gd name="T61" fmla="*/ 20 h 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9" h="49">
                  <a:moveTo>
                    <a:pt x="18" y="40"/>
                  </a:moveTo>
                  <a:cubicBezTo>
                    <a:pt x="18" y="44"/>
                    <a:pt x="20" y="45"/>
                    <a:pt x="24" y="45"/>
                  </a:cubicBezTo>
                  <a:cubicBezTo>
                    <a:pt x="27" y="45"/>
                    <a:pt x="27" y="45"/>
                    <a:pt x="27" y="45"/>
                  </a:cubicBezTo>
                  <a:cubicBezTo>
                    <a:pt x="27" y="48"/>
                    <a:pt x="27" y="48"/>
                    <a:pt x="27" y="48"/>
                  </a:cubicBezTo>
                  <a:cubicBezTo>
                    <a:pt x="0" y="48"/>
                    <a:pt x="0" y="48"/>
                    <a:pt x="0" y="48"/>
                  </a:cubicBezTo>
                  <a:cubicBezTo>
                    <a:pt x="0" y="45"/>
                    <a:pt x="0" y="45"/>
                    <a:pt x="0" y="45"/>
                  </a:cubicBezTo>
                  <a:cubicBezTo>
                    <a:pt x="1" y="45"/>
                    <a:pt x="1" y="45"/>
                    <a:pt x="1" y="45"/>
                  </a:cubicBezTo>
                  <a:cubicBezTo>
                    <a:pt x="6" y="45"/>
                    <a:pt x="8" y="44"/>
                    <a:pt x="8" y="40"/>
                  </a:cubicBezTo>
                  <a:cubicBezTo>
                    <a:pt x="8" y="10"/>
                    <a:pt x="8" y="10"/>
                    <a:pt x="8" y="10"/>
                  </a:cubicBezTo>
                  <a:cubicBezTo>
                    <a:pt x="8" y="6"/>
                    <a:pt x="7" y="4"/>
                    <a:pt x="2" y="4"/>
                  </a:cubicBezTo>
                  <a:cubicBezTo>
                    <a:pt x="0" y="4"/>
                    <a:pt x="0" y="4"/>
                    <a:pt x="0" y="4"/>
                  </a:cubicBezTo>
                  <a:cubicBezTo>
                    <a:pt x="0" y="1"/>
                    <a:pt x="0" y="1"/>
                    <a:pt x="0" y="1"/>
                  </a:cubicBezTo>
                  <a:cubicBezTo>
                    <a:pt x="4" y="1"/>
                    <a:pt x="7" y="0"/>
                    <a:pt x="10" y="0"/>
                  </a:cubicBezTo>
                  <a:cubicBezTo>
                    <a:pt x="14" y="0"/>
                    <a:pt x="20" y="0"/>
                    <a:pt x="22" y="0"/>
                  </a:cubicBezTo>
                  <a:cubicBezTo>
                    <a:pt x="34" y="0"/>
                    <a:pt x="40" y="1"/>
                    <a:pt x="44" y="5"/>
                  </a:cubicBezTo>
                  <a:cubicBezTo>
                    <a:pt x="46" y="7"/>
                    <a:pt x="47" y="10"/>
                    <a:pt x="47" y="14"/>
                  </a:cubicBezTo>
                  <a:cubicBezTo>
                    <a:pt x="47" y="19"/>
                    <a:pt x="43" y="24"/>
                    <a:pt x="36" y="26"/>
                  </a:cubicBezTo>
                  <a:cubicBezTo>
                    <a:pt x="41" y="30"/>
                    <a:pt x="44" y="36"/>
                    <a:pt x="49" y="41"/>
                  </a:cubicBezTo>
                  <a:cubicBezTo>
                    <a:pt x="52" y="45"/>
                    <a:pt x="54" y="46"/>
                    <a:pt x="59" y="46"/>
                  </a:cubicBezTo>
                  <a:cubicBezTo>
                    <a:pt x="59" y="49"/>
                    <a:pt x="59" y="49"/>
                    <a:pt x="59" y="49"/>
                  </a:cubicBezTo>
                  <a:cubicBezTo>
                    <a:pt x="57" y="49"/>
                    <a:pt x="57" y="49"/>
                    <a:pt x="54" y="49"/>
                  </a:cubicBezTo>
                  <a:cubicBezTo>
                    <a:pt x="45" y="49"/>
                    <a:pt x="41" y="48"/>
                    <a:pt x="37" y="44"/>
                  </a:cubicBezTo>
                  <a:cubicBezTo>
                    <a:pt x="34" y="40"/>
                    <a:pt x="29" y="32"/>
                    <a:pt x="24" y="28"/>
                  </a:cubicBezTo>
                  <a:cubicBezTo>
                    <a:pt x="18" y="28"/>
                    <a:pt x="18" y="28"/>
                    <a:pt x="18" y="28"/>
                  </a:cubicBezTo>
                  <a:lnTo>
                    <a:pt x="18" y="40"/>
                  </a:lnTo>
                  <a:close/>
                  <a:moveTo>
                    <a:pt x="18" y="25"/>
                  </a:moveTo>
                  <a:cubicBezTo>
                    <a:pt x="21" y="25"/>
                    <a:pt x="21" y="25"/>
                    <a:pt x="21" y="25"/>
                  </a:cubicBezTo>
                  <a:cubicBezTo>
                    <a:pt x="31" y="25"/>
                    <a:pt x="36" y="22"/>
                    <a:pt x="36" y="14"/>
                  </a:cubicBezTo>
                  <a:cubicBezTo>
                    <a:pt x="36" y="6"/>
                    <a:pt x="30" y="3"/>
                    <a:pt x="22" y="3"/>
                  </a:cubicBezTo>
                  <a:cubicBezTo>
                    <a:pt x="18" y="3"/>
                    <a:pt x="18" y="3"/>
                    <a:pt x="18" y="3"/>
                  </a:cubicBezTo>
                  <a:lnTo>
                    <a:pt x="18"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8" name="Freeform 38">
              <a:extLst>
                <a:ext uri="{FF2B5EF4-FFF2-40B4-BE49-F238E27FC236}">
                  <a16:creationId xmlns:a16="http://schemas.microsoft.com/office/drawing/2014/main" id="{A39338AF-D371-437D-A140-70B2B596EBAE}"/>
                </a:ext>
              </a:extLst>
            </p:cNvPr>
            <p:cNvSpPr>
              <a:spLocks/>
            </p:cNvSpPr>
            <p:nvPr userDrawn="1"/>
          </p:nvSpPr>
          <p:spPr bwMode="white">
            <a:xfrm>
              <a:off x="1271" y="440"/>
              <a:ext cx="47" cy="39"/>
            </a:xfrm>
            <a:custGeom>
              <a:avLst/>
              <a:gdLst>
                <a:gd name="T0" fmla="*/ 7 w 57"/>
                <a:gd name="T1" fmla="*/ 7 h 48"/>
                <a:gd name="T2" fmla="*/ 1 w 57"/>
                <a:gd name="T3" fmla="*/ 2 h 48"/>
                <a:gd name="T4" fmla="*/ 0 w 57"/>
                <a:gd name="T5" fmla="*/ 2 h 48"/>
                <a:gd name="T6" fmla="*/ 0 w 57"/>
                <a:gd name="T7" fmla="*/ 0 h 48"/>
                <a:gd name="T8" fmla="*/ 22 w 57"/>
                <a:gd name="T9" fmla="*/ 0 h 48"/>
                <a:gd name="T10" fmla="*/ 22 w 57"/>
                <a:gd name="T11" fmla="*/ 2 h 48"/>
                <a:gd name="T12" fmla="*/ 21 w 57"/>
                <a:gd name="T13" fmla="*/ 2 h 48"/>
                <a:gd name="T14" fmla="*/ 16 w 57"/>
                <a:gd name="T15" fmla="*/ 7 h 48"/>
                <a:gd name="T16" fmla="*/ 26 w 57"/>
                <a:gd name="T17" fmla="*/ 28 h 48"/>
                <a:gd name="T18" fmla="*/ 36 w 57"/>
                <a:gd name="T19" fmla="*/ 6 h 48"/>
                <a:gd name="T20" fmla="*/ 32 w 57"/>
                <a:gd name="T21" fmla="*/ 2 h 48"/>
                <a:gd name="T22" fmla="*/ 31 w 57"/>
                <a:gd name="T23" fmla="*/ 2 h 48"/>
                <a:gd name="T24" fmla="*/ 31 w 57"/>
                <a:gd name="T25" fmla="*/ 0 h 48"/>
                <a:gd name="T26" fmla="*/ 47 w 57"/>
                <a:gd name="T27" fmla="*/ 0 h 48"/>
                <a:gd name="T28" fmla="*/ 47 w 57"/>
                <a:gd name="T29" fmla="*/ 2 h 48"/>
                <a:gd name="T30" fmla="*/ 46 w 57"/>
                <a:gd name="T31" fmla="*/ 2 h 48"/>
                <a:gd name="T32" fmla="*/ 39 w 57"/>
                <a:gd name="T33" fmla="*/ 9 h 48"/>
                <a:gd name="T34" fmla="*/ 26 w 57"/>
                <a:gd name="T35" fmla="*/ 39 h 48"/>
                <a:gd name="T36" fmla="*/ 22 w 57"/>
                <a:gd name="T37" fmla="*/ 39 h 48"/>
                <a:gd name="T38" fmla="*/ 7 w 57"/>
                <a:gd name="T39" fmla="*/ 7 h 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7" h="48">
                  <a:moveTo>
                    <a:pt x="9" y="9"/>
                  </a:moveTo>
                  <a:cubicBezTo>
                    <a:pt x="6" y="4"/>
                    <a:pt x="5" y="3"/>
                    <a:pt x="1" y="3"/>
                  </a:cubicBezTo>
                  <a:cubicBezTo>
                    <a:pt x="0" y="3"/>
                    <a:pt x="0" y="3"/>
                    <a:pt x="0" y="3"/>
                  </a:cubicBezTo>
                  <a:cubicBezTo>
                    <a:pt x="0" y="0"/>
                    <a:pt x="0" y="0"/>
                    <a:pt x="0" y="0"/>
                  </a:cubicBezTo>
                  <a:cubicBezTo>
                    <a:pt x="27" y="0"/>
                    <a:pt x="27" y="0"/>
                    <a:pt x="27" y="0"/>
                  </a:cubicBezTo>
                  <a:cubicBezTo>
                    <a:pt x="27" y="3"/>
                    <a:pt x="27" y="3"/>
                    <a:pt x="27" y="3"/>
                  </a:cubicBezTo>
                  <a:cubicBezTo>
                    <a:pt x="25" y="3"/>
                    <a:pt x="25" y="3"/>
                    <a:pt x="25" y="3"/>
                  </a:cubicBezTo>
                  <a:cubicBezTo>
                    <a:pt x="19" y="3"/>
                    <a:pt x="18" y="5"/>
                    <a:pt x="20" y="9"/>
                  </a:cubicBezTo>
                  <a:cubicBezTo>
                    <a:pt x="32" y="35"/>
                    <a:pt x="32" y="35"/>
                    <a:pt x="32" y="35"/>
                  </a:cubicBezTo>
                  <a:cubicBezTo>
                    <a:pt x="44" y="7"/>
                    <a:pt x="44" y="7"/>
                    <a:pt x="44" y="7"/>
                  </a:cubicBezTo>
                  <a:cubicBezTo>
                    <a:pt x="45" y="4"/>
                    <a:pt x="43" y="3"/>
                    <a:pt x="39" y="3"/>
                  </a:cubicBezTo>
                  <a:cubicBezTo>
                    <a:pt x="37" y="3"/>
                    <a:pt x="37" y="3"/>
                    <a:pt x="37" y="3"/>
                  </a:cubicBezTo>
                  <a:cubicBezTo>
                    <a:pt x="37" y="0"/>
                    <a:pt x="37" y="0"/>
                    <a:pt x="37" y="0"/>
                  </a:cubicBezTo>
                  <a:cubicBezTo>
                    <a:pt x="57" y="0"/>
                    <a:pt x="57" y="0"/>
                    <a:pt x="57" y="0"/>
                  </a:cubicBezTo>
                  <a:cubicBezTo>
                    <a:pt x="57" y="3"/>
                    <a:pt x="57" y="3"/>
                    <a:pt x="57" y="3"/>
                  </a:cubicBezTo>
                  <a:cubicBezTo>
                    <a:pt x="56" y="3"/>
                    <a:pt x="56" y="3"/>
                    <a:pt x="56" y="3"/>
                  </a:cubicBezTo>
                  <a:cubicBezTo>
                    <a:pt x="52" y="3"/>
                    <a:pt x="50" y="5"/>
                    <a:pt x="47" y="11"/>
                  </a:cubicBezTo>
                  <a:cubicBezTo>
                    <a:pt x="31" y="48"/>
                    <a:pt x="31" y="48"/>
                    <a:pt x="31" y="48"/>
                  </a:cubicBezTo>
                  <a:cubicBezTo>
                    <a:pt x="27" y="48"/>
                    <a:pt x="27" y="48"/>
                    <a:pt x="27" y="48"/>
                  </a:cubicBezTo>
                  <a:lnTo>
                    <a:pt x="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9" name="Freeform 39">
              <a:extLst>
                <a:ext uri="{FF2B5EF4-FFF2-40B4-BE49-F238E27FC236}">
                  <a16:creationId xmlns:a16="http://schemas.microsoft.com/office/drawing/2014/main" id="{CB281C98-FD29-43C0-BC6A-76787FC44625}"/>
                </a:ext>
              </a:extLst>
            </p:cNvPr>
            <p:cNvSpPr>
              <a:spLocks/>
            </p:cNvSpPr>
            <p:nvPr userDrawn="1"/>
          </p:nvSpPr>
          <p:spPr bwMode="white">
            <a:xfrm>
              <a:off x="1327" y="440"/>
              <a:ext cx="21" cy="38"/>
            </a:xfrm>
            <a:custGeom>
              <a:avLst/>
              <a:gdLst>
                <a:gd name="T0" fmla="*/ 0 w 25"/>
                <a:gd name="T1" fmla="*/ 0 h 47"/>
                <a:gd name="T2" fmla="*/ 21 w 25"/>
                <a:gd name="T3" fmla="*/ 0 h 47"/>
                <a:gd name="T4" fmla="*/ 21 w 25"/>
                <a:gd name="T5" fmla="*/ 2 h 47"/>
                <a:gd name="T6" fmla="*/ 19 w 25"/>
                <a:gd name="T7" fmla="*/ 2 h 47"/>
                <a:gd name="T8" fmla="*/ 15 w 25"/>
                <a:gd name="T9" fmla="*/ 6 h 47"/>
                <a:gd name="T10" fmla="*/ 15 w 25"/>
                <a:gd name="T11" fmla="*/ 32 h 47"/>
                <a:gd name="T12" fmla="*/ 20 w 25"/>
                <a:gd name="T13" fmla="*/ 36 h 47"/>
                <a:gd name="T14" fmla="*/ 21 w 25"/>
                <a:gd name="T15" fmla="*/ 36 h 47"/>
                <a:gd name="T16" fmla="*/ 21 w 25"/>
                <a:gd name="T17" fmla="*/ 38 h 47"/>
                <a:gd name="T18" fmla="*/ 0 w 25"/>
                <a:gd name="T19" fmla="*/ 38 h 47"/>
                <a:gd name="T20" fmla="*/ 0 w 25"/>
                <a:gd name="T21" fmla="*/ 36 h 47"/>
                <a:gd name="T22" fmla="*/ 2 w 25"/>
                <a:gd name="T23" fmla="*/ 36 h 47"/>
                <a:gd name="T24" fmla="*/ 6 w 25"/>
                <a:gd name="T25" fmla="*/ 32 h 47"/>
                <a:gd name="T26" fmla="*/ 6 w 25"/>
                <a:gd name="T27" fmla="*/ 6 h 47"/>
                <a:gd name="T28" fmla="*/ 1 w 25"/>
                <a:gd name="T29" fmla="*/ 2 h 47"/>
                <a:gd name="T30" fmla="*/ 0 w 25"/>
                <a:gd name="T31" fmla="*/ 2 h 47"/>
                <a:gd name="T32" fmla="*/ 0 w 25"/>
                <a:gd name="T33" fmla="*/ 0 h 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 h="47">
                  <a:moveTo>
                    <a:pt x="0" y="0"/>
                  </a:moveTo>
                  <a:cubicBezTo>
                    <a:pt x="25" y="0"/>
                    <a:pt x="25" y="0"/>
                    <a:pt x="25" y="0"/>
                  </a:cubicBezTo>
                  <a:cubicBezTo>
                    <a:pt x="25" y="3"/>
                    <a:pt x="25" y="3"/>
                    <a:pt x="25" y="3"/>
                  </a:cubicBezTo>
                  <a:cubicBezTo>
                    <a:pt x="23" y="3"/>
                    <a:pt x="23" y="3"/>
                    <a:pt x="23" y="3"/>
                  </a:cubicBezTo>
                  <a:cubicBezTo>
                    <a:pt x="19" y="3"/>
                    <a:pt x="18" y="4"/>
                    <a:pt x="18" y="8"/>
                  </a:cubicBezTo>
                  <a:cubicBezTo>
                    <a:pt x="18" y="39"/>
                    <a:pt x="18" y="39"/>
                    <a:pt x="18" y="39"/>
                  </a:cubicBezTo>
                  <a:cubicBezTo>
                    <a:pt x="18" y="42"/>
                    <a:pt x="19" y="44"/>
                    <a:pt x="24" y="44"/>
                  </a:cubicBezTo>
                  <a:cubicBezTo>
                    <a:pt x="25" y="44"/>
                    <a:pt x="25" y="44"/>
                    <a:pt x="25" y="44"/>
                  </a:cubicBezTo>
                  <a:cubicBezTo>
                    <a:pt x="25" y="47"/>
                    <a:pt x="25" y="47"/>
                    <a:pt x="25" y="47"/>
                  </a:cubicBezTo>
                  <a:cubicBezTo>
                    <a:pt x="0" y="47"/>
                    <a:pt x="0" y="47"/>
                    <a:pt x="0" y="47"/>
                  </a:cubicBezTo>
                  <a:cubicBezTo>
                    <a:pt x="0" y="44"/>
                    <a:pt x="0" y="44"/>
                    <a:pt x="0" y="44"/>
                  </a:cubicBezTo>
                  <a:cubicBezTo>
                    <a:pt x="2" y="44"/>
                    <a:pt x="2" y="44"/>
                    <a:pt x="2" y="44"/>
                  </a:cubicBezTo>
                  <a:cubicBezTo>
                    <a:pt x="6" y="44"/>
                    <a:pt x="7" y="42"/>
                    <a:pt x="7" y="39"/>
                  </a:cubicBezTo>
                  <a:cubicBezTo>
                    <a:pt x="7" y="8"/>
                    <a:pt x="7" y="8"/>
                    <a:pt x="7" y="8"/>
                  </a:cubicBezTo>
                  <a:cubicBezTo>
                    <a:pt x="7" y="4"/>
                    <a:pt x="6" y="3"/>
                    <a:pt x="1" y="3"/>
                  </a:cubicBezTo>
                  <a:cubicBezTo>
                    <a:pt x="0" y="3"/>
                    <a:pt x="0" y="3"/>
                    <a:pt x="0" y="3"/>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0" name="Freeform 40">
              <a:extLst>
                <a:ext uri="{FF2B5EF4-FFF2-40B4-BE49-F238E27FC236}">
                  <a16:creationId xmlns:a16="http://schemas.microsoft.com/office/drawing/2014/main" id="{A130C97F-0C6E-47E7-9FF3-D36488C85CBD}"/>
                </a:ext>
              </a:extLst>
            </p:cNvPr>
            <p:cNvSpPr>
              <a:spLocks/>
            </p:cNvSpPr>
            <p:nvPr userDrawn="1"/>
          </p:nvSpPr>
          <p:spPr bwMode="white">
            <a:xfrm>
              <a:off x="1361" y="439"/>
              <a:ext cx="41" cy="40"/>
            </a:xfrm>
            <a:custGeom>
              <a:avLst/>
              <a:gdLst>
                <a:gd name="T0" fmla="*/ 41 w 50"/>
                <a:gd name="T1" fmla="*/ 29 h 49"/>
                <a:gd name="T2" fmla="*/ 37 w 50"/>
                <a:gd name="T3" fmla="*/ 39 h 49"/>
                <a:gd name="T4" fmla="*/ 34 w 50"/>
                <a:gd name="T5" fmla="*/ 39 h 49"/>
                <a:gd name="T6" fmla="*/ 23 w 50"/>
                <a:gd name="T7" fmla="*/ 40 h 49"/>
                <a:gd name="T8" fmla="*/ 0 w 50"/>
                <a:gd name="T9" fmla="*/ 20 h 49"/>
                <a:gd name="T10" fmla="*/ 24 w 50"/>
                <a:gd name="T11" fmla="*/ 0 h 49"/>
                <a:gd name="T12" fmla="*/ 36 w 50"/>
                <a:gd name="T13" fmla="*/ 2 h 49"/>
                <a:gd name="T14" fmla="*/ 37 w 50"/>
                <a:gd name="T15" fmla="*/ 2 h 49"/>
                <a:gd name="T16" fmla="*/ 39 w 50"/>
                <a:gd name="T17" fmla="*/ 2 h 49"/>
                <a:gd name="T18" fmla="*/ 39 w 50"/>
                <a:gd name="T19" fmla="*/ 12 h 49"/>
                <a:gd name="T20" fmla="*/ 37 w 50"/>
                <a:gd name="T21" fmla="*/ 12 h 49"/>
                <a:gd name="T22" fmla="*/ 25 w 50"/>
                <a:gd name="T23" fmla="*/ 3 h 49"/>
                <a:gd name="T24" fmla="*/ 9 w 50"/>
                <a:gd name="T25" fmla="*/ 20 h 49"/>
                <a:gd name="T26" fmla="*/ 25 w 50"/>
                <a:gd name="T27" fmla="*/ 38 h 49"/>
                <a:gd name="T28" fmla="*/ 39 w 50"/>
                <a:gd name="T29" fmla="*/ 29 h 49"/>
                <a:gd name="T30" fmla="*/ 41 w 50"/>
                <a:gd name="T31" fmla="*/ 29 h 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0" h="49">
                  <a:moveTo>
                    <a:pt x="50" y="35"/>
                  </a:moveTo>
                  <a:cubicBezTo>
                    <a:pt x="49" y="39"/>
                    <a:pt x="47" y="44"/>
                    <a:pt x="45" y="48"/>
                  </a:cubicBezTo>
                  <a:cubicBezTo>
                    <a:pt x="44" y="48"/>
                    <a:pt x="43" y="48"/>
                    <a:pt x="41" y="48"/>
                  </a:cubicBezTo>
                  <a:cubicBezTo>
                    <a:pt x="37" y="48"/>
                    <a:pt x="33" y="49"/>
                    <a:pt x="28" y="49"/>
                  </a:cubicBezTo>
                  <a:cubicBezTo>
                    <a:pt x="12" y="49"/>
                    <a:pt x="0" y="38"/>
                    <a:pt x="0" y="25"/>
                  </a:cubicBezTo>
                  <a:cubicBezTo>
                    <a:pt x="0" y="11"/>
                    <a:pt x="13" y="0"/>
                    <a:pt x="29" y="0"/>
                  </a:cubicBezTo>
                  <a:cubicBezTo>
                    <a:pt x="37" y="0"/>
                    <a:pt x="42" y="3"/>
                    <a:pt x="44" y="3"/>
                  </a:cubicBezTo>
                  <a:cubicBezTo>
                    <a:pt x="44" y="3"/>
                    <a:pt x="45" y="3"/>
                    <a:pt x="45" y="2"/>
                  </a:cubicBezTo>
                  <a:cubicBezTo>
                    <a:pt x="47" y="2"/>
                    <a:pt x="47" y="2"/>
                    <a:pt x="47" y="2"/>
                  </a:cubicBezTo>
                  <a:cubicBezTo>
                    <a:pt x="48" y="15"/>
                    <a:pt x="48" y="15"/>
                    <a:pt x="48" y="15"/>
                  </a:cubicBezTo>
                  <a:cubicBezTo>
                    <a:pt x="45" y="15"/>
                    <a:pt x="45" y="15"/>
                    <a:pt x="45" y="15"/>
                  </a:cubicBezTo>
                  <a:cubicBezTo>
                    <a:pt x="43" y="8"/>
                    <a:pt x="37" y="4"/>
                    <a:pt x="30" y="4"/>
                  </a:cubicBezTo>
                  <a:cubicBezTo>
                    <a:pt x="19" y="4"/>
                    <a:pt x="11" y="12"/>
                    <a:pt x="11" y="24"/>
                  </a:cubicBezTo>
                  <a:cubicBezTo>
                    <a:pt x="11" y="36"/>
                    <a:pt x="20" y="46"/>
                    <a:pt x="31" y="46"/>
                  </a:cubicBezTo>
                  <a:cubicBezTo>
                    <a:pt x="38" y="46"/>
                    <a:pt x="43" y="41"/>
                    <a:pt x="47" y="35"/>
                  </a:cubicBezTo>
                  <a:lnTo>
                    <a:pt x="5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1" name="Freeform 41">
              <a:extLst>
                <a:ext uri="{FF2B5EF4-FFF2-40B4-BE49-F238E27FC236}">
                  <a16:creationId xmlns:a16="http://schemas.microsoft.com/office/drawing/2014/main" id="{5570F123-07EE-4395-BDB3-BDC737708779}"/>
                </a:ext>
              </a:extLst>
            </p:cNvPr>
            <p:cNvSpPr>
              <a:spLocks/>
            </p:cNvSpPr>
            <p:nvPr userDrawn="1"/>
          </p:nvSpPr>
          <p:spPr bwMode="white">
            <a:xfrm>
              <a:off x="1413" y="440"/>
              <a:ext cx="38" cy="38"/>
            </a:xfrm>
            <a:custGeom>
              <a:avLst/>
              <a:gdLst>
                <a:gd name="T0" fmla="*/ 29 w 47"/>
                <a:gd name="T1" fmla="*/ 3 h 47"/>
                <a:gd name="T2" fmla="*/ 16 w 47"/>
                <a:gd name="T3" fmla="*/ 3 h 47"/>
                <a:gd name="T4" fmla="*/ 16 w 47"/>
                <a:gd name="T5" fmla="*/ 17 h 47"/>
                <a:gd name="T6" fmla="*/ 26 w 47"/>
                <a:gd name="T7" fmla="*/ 17 h 47"/>
                <a:gd name="T8" fmla="*/ 31 w 47"/>
                <a:gd name="T9" fmla="*/ 13 h 47"/>
                <a:gd name="T10" fmla="*/ 33 w 47"/>
                <a:gd name="T11" fmla="*/ 13 h 47"/>
                <a:gd name="T12" fmla="*/ 33 w 47"/>
                <a:gd name="T13" fmla="*/ 25 h 47"/>
                <a:gd name="T14" fmla="*/ 31 w 47"/>
                <a:gd name="T15" fmla="*/ 25 h 47"/>
                <a:gd name="T16" fmla="*/ 25 w 47"/>
                <a:gd name="T17" fmla="*/ 20 h 47"/>
                <a:gd name="T18" fmla="*/ 16 w 47"/>
                <a:gd name="T19" fmla="*/ 20 h 47"/>
                <a:gd name="T20" fmla="*/ 16 w 47"/>
                <a:gd name="T21" fmla="*/ 32 h 47"/>
                <a:gd name="T22" fmla="*/ 18 w 47"/>
                <a:gd name="T23" fmla="*/ 35 h 47"/>
                <a:gd name="T24" fmla="*/ 28 w 47"/>
                <a:gd name="T25" fmla="*/ 35 h 47"/>
                <a:gd name="T26" fmla="*/ 36 w 47"/>
                <a:gd name="T27" fmla="*/ 28 h 47"/>
                <a:gd name="T28" fmla="*/ 38 w 47"/>
                <a:gd name="T29" fmla="*/ 28 h 47"/>
                <a:gd name="T30" fmla="*/ 37 w 47"/>
                <a:gd name="T31" fmla="*/ 38 h 47"/>
                <a:gd name="T32" fmla="*/ 0 w 47"/>
                <a:gd name="T33" fmla="*/ 38 h 47"/>
                <a:gd name="T34" fmla="*/ 0 w 47"/>
                <a:gd name="T35" fmla="*/ 36 h 47"/>
                <a:gd name="T36" fmla="*/ 2 w 47"/>
                <a:gd name="T37" fmla="*/ 36 h 47"/>
                <a:gd name="T38" fmla="*/ 7 w 47"/>
                <a:gd name="T39" fmla="*/ 32 h 47"/>
                <a:gd name="T40" fmla="*/ 7 w 47"/>
                <a:gd name="T41" fmla="*/ 6 h 47"/>
                <a:gd name="T42" fmla="*/ 2 w 47"/>
                <a:gd name="T43" fmla="*/ 2 h 47"/>
                <a:gd name="T44" fmla="*/ 2 w 47"/>
                <a:gd name="T45" fmla="*/ 2 h 47"/>
                <a:gd name="T46" fmla="*/ 2 w 47"/>
                <a:gd name="T47" fmla="*/ 0 h 47"/>
                <a:gd name="T48" fmla="*/ 36 w 47"/>
                <a:gd name="T49" fmla="*/ 0 h 47"/>
                <a:gd name="T50" fmla="*/ 36 w 47"/>
                <a:gd name="T51" fmla="*/ 9 h 47"/>
                <a:gd name="T52" fmla="*/ 34 w 47"/>
                <a:gd name="T53" fmla="*/ 9 h 47"/>
                <a:gd name="T54" fmla="*/ 29 w 47"/>
                <a:gd name="T55" fmla="*/ 3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7" h="47">
                  <a:moveTo>
                    <a:pt x="36" y="4"/>
                  </a:moveTo>
                  <a:cubicBezTo>
                    <a:pt x="20" y="4"/>
                    <a:pt x="20" y="4"/>
                    <a:pt x="20" y="4"/>
                  </a:cubicBezTo>
                  <a:cubicBezTo>
                    <a:pt x="20" y="21"/>
                    <a:pt x="20" y="21"/>
                    <a:pt x="20" y="21"/>
                  </a:cubicBezTo>
                  <a:cubicBezTo>
                    <a:pt x="32" y="21"/>
                    <a:pt x="32" y="21"/>
                    <a:pt x="32" y="21"/>
                  </a:cubicBezTo>
                  <a:cubicBezTo>
                    <a:pt x="36" y="21"/>
                    <a:pt x="38" y="20"/>
                    <a:pt x="38" y="16"/>
                  </a:cubicBezTo>
                  <a:cubicBezTo>
                    <a:pt x="41" y="16"/>
                    <a:pt x="41" y="16"/>
                    <a:pt x="41" y="16"/>
                  </a:cubicBezTo>
                  <a:cubicBezTo>
                    <a:pt x="41" y="31"/>
                    <a:pt x="41" y="31"/>
                    <a:pt x="41" y="31"/>
                  </a:cubicBezTo>
                  <a:cubicBezTo>
                    <a:pt x="38" y="31"/>
                    <a:pt x="38" y="31"/>
                    <a:pt x="38" y="31"/>
                  </a:cubicBezTo>
                  <a:cubicBezTo>
                    <a:pt x="38" y="27"/>
                    <a:pt x="37" y="25"/>
                    <a:pt x="31" y="25"/>
                  </a:cubicBezTo>
                  <a:cubicBezTo>
                    <a:pt x="20" y="25"/>
                    <a:pt x="20" y="25"/>
                    <a:pt x="20" y="25"/>
                  </a:cubicBezTo>
                  <a:cubicBezTo>
                    <a:pt x="20" y="39"/>
                    <a:pt x="20" y="39"/>
                    <a:pt x="20" y="39"/>
                  </a:cubicBezTo>
                  <a:cubicBezTo>
                    <a:pt x="20" y="42"/>
                    <a:pt x="20" y="43"/>
                    <a:pt x="22" y="43"/>
                  </a:cubicBezTo>
                  <a:cubicBezTo>
                    <a:pt x="35" y="43"/>
                    <a:pt x="35" y="43"/>
                    <a:pt x="35" y="43"/>
                  </a:cubicBezTo>
                  <a:cubicBezTo>
                    <a:pt x="40" y="43"/>
                    <a:pt x="42" y="42"/>
                    <a:pt x="44" y="35"/>
                  </a:cubicBezTo>
                  <a:cubicBezTo>
                    <a:pt x="47" y="35"/>
                    <a:pt x="47" y="35"/>
                    <a:pt x="47" y="35"/>
                  </a:cubicBezTo>
                  <a:cubicBezTo>
                    <a:pt x="46" y="47"/>
                    <a:pt x="46" y="47"/>
                    <a:pt x="46" y="47"/>
                  </a:cubicBezTo>
                  <a:cubicBezTo>
                    <a:pt x="0" y="47"/>
                    <a:pt x="0" y="47"/>
                    <a:pt x="0" y="47"/>
                  </a:cubicBezTo>
                  <a:cubicBezTo>
                    <a:pt x="0" y="44"/>
                    <a:pt x="0" y="44"/>
                    <a:pt x="0" y="44"/>
                  </a:cubicBezTo>
                  <a:cubicBezTo>
                    <a:pt x="3" y="44"/>
                    <a:pt x="3" y="44"/>
                    <a:pt x="3" y="44"/>
                  </a:cubicBezTo>
                  <a:cubicBezTo>
                    <a:pt x="8" y="44"/>
                    <a:pt x="9" y="42"/>
                    <a:pt x="9" y="39"/>
                  </a:cubicBezTo>
                  <a:cubicBezTo>
                    <a:pt x="9" y="8"/>
                    <a:pt x="9" y="8"/>
                    <a:pt x="9" y="8"/>
                  </a:cubicBezTo>
                  <a:cubicBezTo>
                    <a:pt x="9" y="4"/>
                    <a:pt x="8" y="3"/>
                    <a:pt x="2" y="3"/>
                  </a:cubicBezTo>
                  <a:cubicBezTo>
                    <a:pt x="2" y="3"/>
                    <a:pt x="2" y="3"/>
                    <a:pt x="2" y="3"/>
                  </a:cubicBezTo>
                  <a:cubicBezTo>
                    <a:pt x="2" y="0"/>
                    <a:pt x="2" y="0"/>
                    <a:pt x="2" y="0"/>
                  </a:cubicBezTo>
                  <a:cubicBezTo>
                    <a:pt x="44" y="0"/>
                    <a:pt x="44" y="0"/>
                    <a:pt x="44" y="0"/>
                  </a:cubicBezTo>
                  <a:cubicBezTo>
                    <a:pt x="44" y="11"/>
                    <a:pt x="44" y="11"/>
                    <a:pt x="44" y="11"/>
                  </a:cubicBezTo>
                  <a:cubicBezTo>
                    <a:pt x="42" y="11"/>
                    <a:pt x="42" y="11"/>
                    <a:pt x="42" y="11"/>
                  </a:cubicBezTo>
                  <a:cubicBezTo>
                    <a:pt x="41" y="6"/>
                    <a:pt x="40" y="4"/>
                    <a:pt x="36"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2" name="Freeform 42">
              <a:extLst>
                <a:ext uri="{FF2B5EF4-FFF2-40B4-BE49-F238E27FC236}">
                  <a16:creationId xmlns:a16="http://schemas.microsoft.com/office/drawing/2014/main" id="{19967B80-AED4-4761-92CF-4DC428B4352A}"/>
                </a:ext>
              </a:extLst>
            </p:cNvPr>
            <p:cNvSpPr>
              <a:spLocks/>
            </p:cNvSpPr>
            <p:nvPr userDrawn="1"/>
          </p:nvSpPr>
          <p:spPr bwMode="white">
            <a:xfrm>
              <a:off x="1466" y="439"/>
              <a:ext cx="28" cy="40"/>
            </a:xfrm>
            <a:custGeom>
              <a:avLst/>
              <a:gdLst>
                <a:gd name="T0" fmla="*/ 0 w 34"/>
                <a:gd name="T1" fmla="*/ 28 h 49"/>
                <a:gd name="T2" fmla="*/ 2 w 34"/>
                <a:gd name="T3" fmla="*/ 28 h 49"/>
                <a:gd name="T4" fmla="*/ 13 w 34"/>
                <a:gd name="T5" fmla="*/ 38 h 49"/>
                <a:gd name="T6" fmla="*/ 20 w 34"/>
                <a:gd name="T7" fmla="*/ 31 h 49"/>
                <a:gd name="T8" fmla="*/ 0 w 34"/>
                <a:gd name="T9" fmla="*/ 10 h 49"/>
                <a:gd name="T10" fmla="*/ 12 w 34"/>
                <a:gd name="T11" fmla="*/ 0 h 49"/>
                <a:gd name="T12" fmla="*/ 22 w 34"/>
                <a:gd name="T13" fmla="*/ 2 h 49"/>
                <a:gd name="T14" fmla="*/ 24 w 34"/>
                <a:gd name="T15" fmla="*/ 1 h 49"/>
                <a:gd name="T16" fmla="*/ 25 w 34"/>
                <a:gd name="T17" fmla="*/ 1 h 49"/>
                <a:gd name="T18" fmla="*/ 26 w 34"/>
                <a:gd name="T19" fmla="*/ 11 h 49"/>
                <a:gd name="T20" fmla="*/ 24 w 34"/>
                <a:gd name="T21" fmla="*/ 11 h 49"/>
                <a:gd name="T22" fmla="*/ 20 w 34"/>
                <a:gd name="T23" fmla="*/ 5 h 49"/>
                <a:gd name="T24" fmla="*/ 13 w 34"/>
                <a:gd name="T25" fmla="*/ 2 h 49"/>
                <a:gd name="T26" fmla="*/ 7 w 34"/>
                <a:gd name="T27" fmla="*/ 7 h 49"/>
                <a:gd name="T28" fmla="*/ 25 w 34"/>
                <a:gd name="T29" fmla="*/ 20 h 49"/>
                <a:gd name="T30" fmla="*/ 28 w 34"/>
                <a:gd name="T31" fmla="*/ 29 h 49"/>
                <a:gd name="T32" fmla="*/ 15 w 34"/>
                <a:gd name="T33" fmla="*/ 40 h 49"/>
                <a:gd name="T34" fmla="*/ 4 w 34"/>
                <a:gd name="T35" fmla="*/ 38 h 49"/>
                <a:gd name="T36" fmla="*/ 2 w 34"/>
                <a:gd name="T37" fmla="*/ 39 h 49"/>
                <a:gd name="T38" fmla="*/ 1 w 34"/>
                <a:gd name="T39" fmla="*/ 39 h 49"/>
                <a:gd name="T40" fmla="*/ 0 w 34"/>
                <a:gd name="T41" fmla="*/ 28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4" h="49">
                  <a:moveTo>
                    <a:pt x="0" y="34"/>
                  </a:moveTo>
                  <a:cubicBezTo>
                    <a:pt x="2" y="34"/>
                    <a:pt x="2" y="34"/>
                    <a:pt x="2" y="34"/>
                  </a:cubicBezTo>
                  <a:cubicBezTo>
                    <a:pt x="5" y="42"/>
                    <a:pt x="9" y="46"/>
                    <a:pt x="16" y="46"/>
                  </a:cubicBezTo>
                  <a:cubicBezTo>
                    <a:pt x="21" y="46"/>
                    <a:pt x="24" y="42"/>
                    <a:pt x="24" y="38"/>
                  </a:cubicBezTo>
                  <a:cubicBezTo>
                    <a:pt x="24" y="27"/>
                    <a:pt x="0" y="27"/>
                    <a:pt x="0" y="12"/>
                  </a:cubicBezTo>
                  <a:cubicBezTo>
                    <a:pt x="0" y="5"/>
                    <a:pt x="6" y="0"/>
                    <a:pt x="15" y="0"/>
                  </a:cubicBezTo>
                  <a:cubicBezTo>
                    <a:pt x="21" y="0"/>
                    <a:pt x="26" y="2"/>
                    <a:pt x="27" y="2"/>
                  </a:cubicBezTo>
                  <a:cubicBezTo>
                    <a:pt x="27" y="2"/>
                    <a:pt x="28" y="1"/>
                    <a:pt x="29" y="1"/>
                  </a:cubicBezTo>
                  <a:cubicBezTo>
                    <a:pt x="30" y="1"/>
                    <a:pt x="30" y="1"/>
                    <a:pt x="30" y="1"/>
                  </a:cubicBezTo>
                  <a:cubicBezTo>
                    <a:pt x="32" y="13"/>
                    <a:pt x="32" y="13"/>
                    <a:pt x="32" y="13"/>
                  </a:cubicBezTo>
                  <a:cubicBezTo>
                    <a:pt x="29" y="13"/>
                    <a:pt x="29" y="13"/>
                    <a:pt x="29" y="13"/>
                  </a:cubicBezTo>
                  <a:cubicBezTo>
                    <a:pt x="28" y="10"/>
                    <a:pt x="26" y="7"/>
                    <a:pt x="24" y="6"/>
                  </a:cubicBezTo>
                  <a:cubicBezTo>
                    <a:pt x="22" y="4"/>
                    <a:pt x="19" y="3"/>
                    <a:pt x="16" y="3"/>
                  </a:cubicBezTo>
                  <a:cubicBezTo>
                    <a:pt x="12" y="3"/>
                    <a:pt x="9" y="5"/>
                    <a:pt x="9" y="8"/>
                  </a:cubicBezTo>
                  <a:cubicBezTo>
                    <a:pt x="9" y="15"/>
                    <a:pt x="21" y="16"/>
                    <a:pt x="30" y="25"/>
                  </a:cubicBezTo>
                  <a:cubicBezTo>
                    <a:pt x="33" y="28"/>
                    <a:pt x="34" y="31"/>
                    <a:pt x="34" y="35"/>
                  </a:cubicBezTo>
                  <a:cubicBezTo>
                    <a:pt x="34" y="43"/>
                    <a:pt x="27" y="49"/>
                    <a:pt x="18" y="49"/>
                  </a:cubicBezTo>
                  <a:cubicBezTo>
                    <a:pt x="12" y="49"/>
                    <a:pt x="6" y="47"/>
                    <a:pt x="5" y="47"/>
                  </a:cubicBezTo>
                  <a:cubicBezTo>
                    <a:pt x="4" y="47"/>
                    <a:pt x="4" y="47"/>
                    <a:pt x="3" y="48"/>
                  </a:cubicBezTo>
                  <a:cubicBezTo>
                    <a:pt x="1" y="48"/>
                    <a:pt x="1" y="48"/>
                    <a:pt x="1" y="48"/>
                  </a:cubicBezTo>
                  <a:lnTo>
                    <a:pt x="0" y="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3" name="Freeform 43">
              <a:extLst>
                <a:ext uri="{FF2B5EF4-FFF2-40B4-BE49-F238E27FC236}">
                  <a16:creationId xmlns:a16="http://schemas.microsoft.com/office/drawing/2014/main" id="{ED152A70-3BD7-476B-B90B-AB34D00E3E54}"/>
                </a:ext>
              </a:extLst>
            </p:cNvPr>
            <p:cNvSpPr>
              <a:spLocks/>
            </p:cNvSpPr>
            <p:nvPr userDrawn="1"/>
          </p:nvSpPr>
          <p:spPr bwMode="white">
            <a:xfrm>
              <a:off x="437" y="154"/>
              <a:ext cx="0" cy="345"/>
            </a:xfrm>
            <a:custGeom>
              <a:avLst/>
              <a:gdLst>
                <a:gd name="T0" fmla="*/ 345 h 345"/>
                <a:gd name="T1" fmla="*/ 0 h 345"/>
                <a:gd name="T2" fmla="*/ 345 h 345"/>
                <a:gd name="T3" fmla="*/ 0 60000 65536"/>
                <a:gd name="T4" fmla="*/ 0 60000 65536"/>
                <a:gd name="T5" fmla="*/ 0 60000 65536"/>
              </a:gdLst>
              <a:ahLst/>
              <a:cxnLst>
                <a:cxn ang="T3">
                  <a:pos x="0" y="T0"/>
                </a:cxn>
                <a:cxn ang="T4">
                  <a:pos x="0" y="T1"/>
                </a:cxn>
                <a:cxn ang="T5">
                  <a:pos x="0" y="T2"/>
                </a:cxn>
              </a:cxnLst>
              <a:rect l="0" t="0" r="r" b="b"/>
              <a:pathLst>
                <a:path h="345">
                  <a:moveTo>
                    <a:pt x="0" y="345"/>
                  </a:moveTo>
                  <a:lnTo>
                    <a:pt x="0" y="0"/>
                  </a:lnTo>
                  <a:lnTo>
                    <a:pt x="0" y="3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4" name="Rectangle 44">
              <a:extLst>
                <a:ext uri="{FF2B5EF4-FFF2-40B4-BE49-F238E27FC236}">
                  <a16:creationId xmlns:a16="http://schemas.microsoft.com/office/drawing/2014/main" id="{266CA3D1-1DA0-43D4-9BD3-2FF41E5129C2}"/>
                </a:ext>
              </a:extLst>
            </p:cNvPr>
            <p:cNvSpPr>
              <a:spLocks noChangeArrowheads="1"/>
            </p:cNvSpPr>
            <p:nvPr userDrawn="1"/>
          </p:nvSpPr>
          <p:spPr bwMode="white">
            <a:xfrm>
              <a:off x="434" y="154"/>
              <a:ext cx="6" cy="3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65" name="Freeform 45">
              <a:extLst>
                <a:ext uri="{FF2B5EF4-FFF2-40B4-BE49-F238E27FC236}">
                  <a16:creationId xmlns:a16="http://schemas.microsoft.com/office/drawing/2014/main" id="{221D5C07-D3B2-4516-86AF-7B5208DAABA3}"/>
                </a:ext>
              </a:extLst>
            </p:cNvPr>
            <p:cNvSpPr>
              <a:spLocks/>
            </p:cNvSpPr>
            <p:nvPr userDrawn="1"/>
          </p:nvSpPr>
          <p:spPr bwMode="white">
            <a:xfrm>
              <a:off x="174" y="220"/>
              <a:ext cx="163" cy="27"/>
            </a:xfrm>
            <a:custGeom>
              <a:avLst/>
              <a:gdLst>
                <a:gd name="T0" fmla="*/ 88 w 199"/>
                <a:gd name="T1" fmla="*/ 9 h 33"/>
                <a:gd name="T2" fmla="*/ 88 w 199"/>
                <a:gd name="T3" fmla="*/ 10 h 33"/>
                <a:gd name="T4" fmla="*/ 144 w 199"/>
                <a:gd name="T5" fmla="*/ 27 h 33"/>
                <a:gd name="T6" fmla="*/ 158 w 199"/>
                <a:gd name="T7" fmla="*/ 26 h 33"/>
                <a:gd name="T8" fmla="*/ 163 w 199"/>
                <a:gd name="T9" fmla="*/ 17 h 33"/>
                <a:gd name="T10" fmla="*/ 162 w 199"/>
                <a:gd name="T11" fmla="*/ 15 h 33"/>
                <a:gd name="T12" fmla="*/ 81 w 199"/>
                <a:gd name="T13" fmla="*/ 0 h 33"/>
                <a:gd name="T14" fmla="*/ 2 w 199"/>
                <a:gd name="T15" fmla="*/ 14 h 33"/>
                <a:gd name="T16" fmla="*/ 0 w 199"/>
                <a:gd name="T17" fmla="*/ 16 h 33"/>
                <a:gd name="T18" fmla="*/ 1 w 199"/>
                <a:gd name="T19" fmla="*/ 18 h 33"/>
                <a:gd name="T20" fmla="*/ 2 w 199"/>
                <a:gd name="T21" fmla="*/ 20 h 33"/>
                <a:gd name="T22" fmla="*/ 4 w 199"/>
                <a:gd name="T23" fmla="*/ 21 h 33"/>
                <a:gd name="T24" fmla="*/ 5 w 199"/>
                <a:gd name="T25" fmla="*/ 20 h 33"/>
                <a:gd name="T26" fmla="*/ 4 w 199"/>
                <a:gd name="T27" fmla="*/ 19 h 33"/>
                <a:gd name="T28" fmla="*/ 5 w 199"/>
                <a:gd name="T29" fmla="*/ 16 h 33"/>
                <a:gd name="T30" fmla="*/ 7 w 199"/>
                <a:gd name="T31" fmla="*/ 16 h 33"/>
                <a:gd name="T32" fmla="*/ 9 w 199"/>
                <a:gd name="T33" fmla="*/ 16 h 33"/>
                <a:gd name="T34" fmla="*/ 10 w 199"/>
                <a:gd name="T35" fmla="*/ 18 h 33"/>
                <a:gd name="T36" fmla="*/ 19 w 199"/>
                <a:gd name="T37" fmla="*/ 16 h 33"/>
                <a:gd name="T38" fmla="*/ 20 w 199"/>
                <a:gd name="T39" fmla="*/ 16 h 33"/>
                <a:gd name="T40" fmla="*/ 20 w 199"/>
                <a:gd name="T41" fmla="*/ 13 h 33"/>
                <a:gd name="T42" fmla="*/ 22 w 199"/>
                <a:gd name="T43" fmla="*/ 11 h 33"/>
                <a:gd name="T44" fmla="*/ 25 w 199"/>
                <a:gd name="T45" fmla="*/ 10 h 33"/>
                <a:gd name="T46" fmla="*/ 28 w 199"/>
                <a:gd name="T47" fmla="*/ 11 h 33"/>
                <a:gd name="T48" fmla="*/ 29 w 199"/>
                <a:gd name="T49" fmla="*/ 14 h 33"/>
                <a:gd name="T50" fmla="*/ 42 w 199"/>
                <a:gd name="T51" fmla="*/ 12 h 33"/>
                <a:gd name="T52" fmla="*/ 43 w 199"/>
                <a:gd name="T53" fmla="*/ 11 h 33"/>
                <a:gd name="T54" fmla="*/ 43 w 199"/>
                <a:gd name="T55" fmla="*/ 10 h 33"/>
                <a:gd name="T56" fmla="*/ 46 w 199"/>
                <a:gd name="T57" fmla="*/ 7 h 33"/>
                <a:gd name="T58" fmla="*/ 51 w 199"/>
                <a:gd name="T59" fmla="*/ 7 h 33"/>
                <a:gd name="T60" fmla="*/ 54 w 199"/>
                <a:gd name="T61" fmla="*/ 8 h 33"/>
                <a:gd name="T62" fmla="*/ 55 w 199"/>
                <a:gd name="T63" fmla="*/ 10 h 33"/>
                <a:gd name="T64" fmla="*/ 57 w 199"/>
                <a:gd name="T65" fmla="*/ 11 h 33"/>
                <a:gd name="T66" fmla="*/ 74 w 199"/>
                <a:gd name="T67" fmla="*/ 10 h 33"/>
                <a:gd name="T68" fmla="*/ 75 w 199"/>
                <a:gd name="T69" fmla="*/ 9 h 33"/>
                <a:gd name="T70" fmla="*/ 75 w 199"/>
                <a:gd name="T71" fmla="*/ 8 h 33"/>
                <a:gd name="T72" fmla="*/ 75 w 199"/>
                <a:gd name="T73" fmla="*/ 6 h 33"/>
                <a:gd name="T74" fmla="*/ 78 w 199"/>
                <a:gd name="T75" fmla="*/ 6 h 33"/>
                <a:gd name="T76" fmla="*/ 84 w 199"/>
                <a:gd name="T77" fmla="*/ 6 h 33"/>
                <a:gd name="T78" fmla="*/ 87 w 199"/>
                <a:gd name="T79" fmla="*/ 6 h 33"/>
                <a:gd name="T80" fmla="*/ 87 w 199"/>
                <a:gd name="T81" fmla="*/ 8 h 33"/>
                <a:gd name="T82" fmla="*/ 88 w 199"/>
                <a:gd name="T83" fmla="*/ 9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9" h="33">
                  <a:moveTo>
                    <a:pt x="107" y="11"/>
                  </a:moveTo>
                  <a:cubicBezTo>
                    <a:pt x="107" y="12"/>
                    <a:pt x="108" y="12"/>
                    <a:pt x="108" y="12"/>
                  </a:cubicBezTo>
                  <a:cubicBezTo>
                    <a:pt x="150" y="10"/>
                    <a:pt x="174" y="26"/>
                    <a:pt x="176" y="33"/>
                  </a:cubicBezTo>
                  <a:cubicBezTo>
                    <a:pt x="193" y="32"/>
                    <a:pt x="193" y="32"/>
                    <a:pt x="193" y="32"/>
                  </a:cubicBezTo>
                  <a:cubicBezTo>
                    <a:pt x="199" y="21"/>
                    <a:pt x="199" y="21"/>
                    <a:pt x="199" y="21"/>
                  </a:cubicBezTo>
                  <a:cubicBezTo>
                    <a:pt x="199" y="20"/>
                    <a:pt x="199" y="19"/>
                    <a:pt x="198" y="18"/>
                  </a:cubicBezTo>
                  <a:cubicBezTo>
                    <a:pt x="193" y="13"/>
                    <a:pt x="151" y="0"/>
                    <a:pt x="99" y="0"/>
                  </a:cubicBezTo>
                  <a:cubicBezTo>
                    <a:pt x="44" y="0"/>
                    <a:pt x="9" y="11"/>
                    <a:pt x="2" y="17"/>
                  </a:cubicBezTo>
                  <a:cubicBezTo>
                    <a:pt x="2" y="17"/>
                    <a:pt x="0" y="18"/>
                    <a:pt x="0" y="19"/>
                  </a:cubicBezTo>
                  <a:cubicBezTo>
                    <a:pt x="0" y="20"/>
                    <a:pt x="1" y="22"/>
                    <a:pt x="1" y="22"/>
                  </a:cubicBezTo>
                  <a:cubicBezTo>
                    <a:pt x="2" y="25"/>
                    <a:pt x="2" y="25"/>
                    <a:pt x="2" y="25"/>
                  </a:cubicBezTo>
                  <a:cubicBezTo>
                    <a:pt x="3" y="26"/>
                    <a:pt x="4" y="26"/>
                    <a:pt x="5" y="26"/>
                  </a:cubicBezTo>
                  <a:cubicBezTo>
                    <a:pt x="5" y="26"/>
                    <a:pt x="6" y="25"/>
                    <a:pt x="6" y="25"/>
                  </a:cubicBezTo>
                  <a:cubicBezTo>
                    <a:pt x="6" y="24"/>
                    <a:pt x="5" y="23"/>
                    <a:pt x="5" y="23"/>
                  </a:cubicBezTo>
                  <a:cubicBezTo>
                    <a:pt x="4" y="21"/>
                    <a:pt x="6" y="20"/>
                    <a:pt x="6" y="20"/>
                  </a:cubicBezTo>
                  <a:cubicBezTo>
                    <a:pt x="9" y="19"/>
                    <a:pt x="9" y="19"/>
                    <a:pt x="9" y="19"/>
                  </a:cubicBezTo>
                  <a:cubicBezTo>
                    <a:pt x="11" y="18"/>
                    <a:pt x="11" y="19"/>
                    <a:pt x="11" y="20"/>
                  </a:cubicBezTo>
                  <a:cubicBezTo>
                    <a:pt x="11" y="20"/>
                    <a:pt x="12" y="22"/>
                    <a:pt x="12" y="22"/>
                  </a:cubicBezTo>
                  <a:cubicBezTo>
                    <a:pt x="13" y="23"/>
                    <a:pt x="16" y="21"/>
                    <a:pt x="23" y="20"/>
                  </a:cubicBezTo>
                  <a:cubicBezTo>
                    <a:pt x="24" y="20"/>
                    <a:pt x="24" y="19"/>
                    <a:pt x="25" y="19"/>
                  </a:cubicBezTo>
                  <a:cubicBezTo>
                    <a:pt x="26" y="19"/>
                    <a:pt x="25" y="16"/>
                    <a:pt x="25" y="16"/>
                  </a:cubicBezTo>
                  <a:cubicBezTo>
                    <a:pt x="25" y="15"/>
                    <a:pt x="24" y="14"/>
                    <a:pt x="27" y="13"/>
                  </a:cubicBezTo>
                  <a:cubicBezTo>
                    <a:pt x="31" y="12"/>
                    <a:pt x="31" y="12"/>
                    <a:pt x="31" y="12"/>
                  </a:cubicBezTo>
                  <a:cubicBezTo>
                    <a:pt x="34" y="12"/>
                    <a:pt x="34" y="13"/>
                    <a:pt x="34" y="14"/>
                  </a:cubicBezTo>
                  <a:cubicBezTo>
                    <a:pt x="34" y="14"/>
                    <a:pt x="34" y="16"/>
                    <a:pt x="35" y="17"/>
                  </a:cubicBezTo>
                  <a:cubicBezTo>
                    <a:pt x="35" y="18"/>
                    <a:pt x="36" y="16"/>
                    <a:pt x="51" y="15"/>
                  </a:cubicBezTo>
                  <a:cubicBezTo>
                    <a:pt x="51" y="15"/>
                    <a:pt x="53" y="15"/>
                    <a:pt x="53" y="14"/>
                  </a:cubicBezTo>
                  <a:cubicBezTo>
                    <a:pt x="54" y="13"/>
                    <a:pt x="53" y="12"/>
                    <a:pt x="53" y="12"/>
                  </a:cubicBezTo>
                  <a:cubicBezTo>
                    <a:pt x="53" y="10"/>
                    <a:pt x="53" y="9"/>
                    <a:pt x="56" y="8"/>
                  </a:cubicBezTo>
                  <a:cubicBezTo>
                    <a:pt x="62" y="8"/>
                    <a:pt x="62" y="8"/>
                    <a:pt x="62" y="8"/>
                  </a:cubicBezTo>
                  <a:cubicBezTo>
                    <a:pt x="67" y="7"/>
                    <a:pt x="66" y="9"/>
                    <a:pt x="66" y="10"/>
                  </a:cubicBezTo>
                  <a:cubicBezTo>
                    <a:pt x="66" y="10"/>
                    <a:pt x="66" y="12"/>
                    <a:pt x="67" y="12"/>
                  </a:cubicBezTo>
                  <a:cubicBezTo>
                    <a:pt x="67" y="13"/>
                    <a:pt x="69" y="13"/>
                    <a:pt x="69" y="13"/>
                  </a:cubicBezTo>
                  <a:cubicBezTo>
                    <a:pt x="77" y="12"/>
                    <a:pt x="81" y="12"/>
                    <a:pt x="90" y="12"/>
                  </a:cubicBezTo>
                  <a:cubicBezTo>
                    <a:pt x="90" y="12"/>
                    <a:pt x="91" y="12"/>
                    <a:pt x="91" y="11"/>
                  </a:cubicBezTo>
                  <a:cubicBezTo>
                    <a:pt x="92" y="11"/>
                    <a:pt x="91" y="10"/>
                    <a:pt x="91" y="10"/>
                  </a:cubicBezTo>
                  <a:cubicBezTo>
                    <a:pt x="91" y="9"/>
                    <a:pt x="91" y="8"/>
                    <a:pt x="92" y="7"/>
                  </a:cubicBezTo>
                  <a:cubicBezTo>
                    <a:pt x="93" y="6"/>
                    <a:pt x="94" y="7"/>
                    <a:pt x="95" y="7"/>
                  </a:cubicBezTo>
                  <a:cubicBezTo>
                    <a:pt x="102" y="7"/>
                    <a:pt x="102" y="7"/>
                    <a:pt x="102" y="7"/>
                  </a:cubicBezTo>
                  <a:cubicBezTo>
                    <a:pt x="103" y="7"/>
                    <a:pt x="105" y="6"/>
                    <a:pt x="106" y="7"/>
                  </a:cubicBezTo>
                  <a:cubicBezTo>
                    <a:pt x="106" y="7"/>
                    <a:pt x="106" y="10"/>
                    <a:pt x="106" y="10"/>
                  </a:cubicBezTo>
                  <a:cubicBezTo>
                    <a:pt x="106" y="10"/>
                    <a:pt x="106" y="11"/>
                    <a:pt x="107"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6" name="Freeform 46">
              <a:extLst>
                <a:ext uri="{FF2B5EF4-FFF2-40B4-BE49-F238E27FC236}">
                  <a16:creationId xmlns:a16="http://schemas.microsoft.com/office/drawing/2014/main" id="{B2B4482E-7D0D-4B8D-855E-FE2B1C6ADA86}"/>
                </a:ext>
              </a:extLst>
            </p:cNvPr>
            <p:cNvSpPr>
              <a:spLocks/>
            </p:cNvSpPr>
            <p:nvPr userDrawn="1"/>
          </p:nvSpPr>
          <p:spPr bwMode="white">
            <a:xfrm>
              <a:off x="163" y="173"/>
              <a:ext cx="186" cy="63"/>
            </a:xfrm>
            <a:custGeom>
              <a:avLst/>
              <a:gdLst>
                <a:gd name="T0" fmla="*/ 92 w 228"/>
                <a:gd name="T1" fmla="*/ 0 h 77"/>
                <a:gd name="T2" fmla="*/ 24 w 228"/>
                <a:gd name="T3" fmla="*/ 25 h 77"/>
                <a:gd name="T4" fmla="*/ 24 w 228"/>
                <a:gd name="T5" fmla="*/ 25 h 77"/>
                <a:gd name="T6" fmla="*/ 25 w 228"/>
                <a:gd name="T7" fmla="*/ 26 h 77"/>
                <a:gd name="T8" fmla="*/ 96 w 228"/>
                <a:gd name="T9" fmla="*/ 33 h 77"/>
                <a:gd name="T10" fmla="*/ 95 w 228"/>
                <a:gd name="T11" fmla="*/ 34 h 77"/>
                <a:gd name="T12" fmla="*/ 58 w 228"/>
                <a:gd name="T13" fmla="*/ 36 h 77"/>
                <a:gd name="T14" fmla="*/ 31 w 228"/>
                <a:gd name="T15" fmla="*/ 41 h 77"/>
                <a:gd name="T16" fmla="*/ 4 w 228"/>
                <a:gd name="T17" fmla="*/ 52 h 77"/>
                <a:gd name="T18" fmla="*/ 2 w 228"/>
                <a:gd name="T19" fmla="*/ 54 h 77"/>
                <a:gd name="T20" fmla="*/ 1 w 228"/>
                <a:gd name="T21" fmla="*/ 56 h 77"/>
                <a:gd name="T22" fmla="*/ 0 w 228"/>
                <a:gd name="T23" fmla="*/ 61 h 77"/>
                <a:gd name="T24" fmla="*/ 2 w 228"/>
                <a:gd name="T25" fmla="*/ 61 h 77"/>
                <a:gd name="T26" fmla="*/ 14 w 228"/>
                <a:gd name="T27" fmla="*/ 53 h 77"/>
                <a:gd name="T28" fmla="*/ 42 w 228"/>
                <a:gd name="T29" fmla="*/ 45 h 77"/>
                <a:gd name="T30" fmla="*/ 91 w 228"/>
                <a:gd name="T31" fmla="*/ 40 h 77"/>
                <a:gd name="T32" fmla="*/ 142 w 228"/>
                <a:gd name="T33" fmla="*/ 45 h 77"/>
                <a:gd name="T34" fmla="*/ 176 w 228"/>
                <a:gd name="T35" fmla="*/ 56 h 77"/>
                <a:gd name="T36" fmla="*/ 184 w 228"/>
                <a:gd name="T37" fmla="*/ 61 h 77"/>
                <a:gd name="T38" fmla="*/ 186 w 228"/>
                <a:gd name="T39" fmla="*/ 61 h 77"/>
                <a:gd name="T40" fmla="*/ 182 w 228"/>
                <a:gd name="T41" fmla="*/ 52 h 77"/>
                <a:gd name="T42" fmla="*/ 92 w 228"/>
                <a:gd name="T43" fmla="*/ 0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8" h="77">
                  <a:moveTo>
                    <a:pt x="113" y="0"/>
                  </a:moveTo>
                  <a:cubicBezTo>
                    <a:pt x="72" y="0"/>
                    <a:pt x="46" y="14"/>
                    <a:pt x="30" y="30"/>
                  </a:cubicBezTo>
                  <a:cubicBezTo>
                    <a:pt x="30" y="30"/>
                    <a:pt x="30" y="30"/>
                    <a:pt x="30" y="30"/>
                  </a:cubicBezTo>
                  <a:cubicBezTo>
                    <a:pt x="29" y="31"/>
                    <a:pt x="29" y="32"/>
                    <a:pt x="31" y="32"/>
                  </a:cubicBezTo>
                  <a:cubicBezTo>
                    <a:pt x="66" y="17"/>
                    <a:pt x="105" y="26"/>
                    <a:pt x="118" y="40"/>
                  </a:cubicBezTo>
                  <a:cubicBezTo>
                    <a:pt x="118" y="41"/>
                    <a:pt x="118" y="41"/>
                    <a:pt x="117" y="41"/>
                  </a:cubicBezTo>
                  <a:cubicBezTo>
                    <a:pt x="105" y="41"/>
                    <a:pt x="94" y="40"/>
                    <a:pt x="71" y="44"/>
                  </a:cubicBezTo>
                  <a:cubicBezTo>
                    <a:pt x="59" y="45"/>
                    <a:pt x="47" y="47"/>
                    <a:pt x="38" y="50"/>
                  </a:cubicBezTo>
                  <a:cubicBezTo>
                    <a:pt x="23" y="54"/>
                    <a:pt x="12" y="59"/>
                    <a:pt x="5" y="63"/>
                  </a:cubicBezTo>
                  <a:cubicBezTo>
                    <a:pt x="3" y="64"/>
                    <a:pt x="3" y="65"/>
                    <a:pt x="2" y="66"/>
                  </a:cubicBezTo>
                  <a:cubicBezTo>
                    <a:pt x="2" y="68"/>
                    <a:pt x="2" y="68"/>
                    <a:pt x="1" y="69"/>
                  </a:cubicBezTo>
                  <a:cubicBezTo>
                    <a:pt x="1" y="72"/>
                    <a:pt x="0" y="74"/>
                    <a:pt x="0" y="74"/>
                  </a:cubicBezTo>
                  <a:cubicBezTo>
                    <a:pt x="0" y="76"/>
                    <a:pt x="2" y="75"/>
                    <a:pt x="3" y="75"/>
                  </a:cubicBezTo>
                  <a:cubicBezTo>
                    <a:pt x="4" y="73"/>
                    <a:pt x="9" y="68"/>
                    <a:pt x="17" y="65"/>
                  </a:cubicBezTo>
                  <a:cubicBezTo>
                    <a:pt x="25" y="61"/>
                    <a:pt x="37" y="57"/>
                    <a:pt x="51" y="55"/>
                  </a:cubicBezTo>
                  <a:cubicBezTo>
                    <a:pt x="69" y="51"/>
                    <a:pt x="91" y="49"/>
                    <a:pt x="112" y="49"/>
                  </a:cubicBezTo>
                  <a:cubicBezTo>
                    <a:pt x="135" y="49"/>
                    <a:pt x="157" y="51"/>
                    <a:pt x="174" y="55"/>
                  </a:cubicBezTo>
                  <a:cubicBezTo>
                    <a:pt x="192" y="58"/>
                    <a:pt x="206" y="63"/>
                    <a:pt x="216" y="68"/>
                  </a:cubicBezTo>
                  <a:cubicBezTo>
                    <a:pt x="220" y="70"/>
                    <a:pt x="222" y="72"/>
                    <a:pt x="225" y="74"/>
                  </a:cubicBezTo>
                  <a:cubicBezTo>
                    <a:pt x="228" y="77"/>
                    <a:pt x="228" y="75"/>
                    <a:pt x="228" y="74"/>
                  </a:cubicBezTo>
                  <a:cubicBezTo>
                    <a:pt x="228" y="74"/>
                    <a:pt x="227" y="71"/>
                    <a:pt x="223" y="64"/>
                  </a:cubicBezTo>
                  <a:cubicBezTo>
                    <a:pt x="212" y="42"/>
                    <a:pt x="180" y="0"/>
                    <a:pt x="11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7" name="Freeform 47">
              <a:extLst>
                <a:ext uri="{FF2B5EF4-FFF2-40B4-BE49-F238E27FC236}">
                  <a16:creationId xmlns:a16="http://schemas.microsoft.com/office/drawing/2014/main" id="{00C4CDFD-0C52-4067-8771-B71CD2F50A82}"/>
                </a:ext>
              </a:extLst>
            </p:cNvPr>
            <p:cNvSpPr>
              <a:spLocks/>
            </p:cNvSpPr>
            <p:nvPr userDrawn="1"/>
          </p:nvSpPr>
          <p:spPr bwMode="white">
            <a:xfrm>
              <a:off x="157" y="378"/>
              <a:ext cx="201" cy="46"/>
            </a:xfrm>
            <a:custGeom>
              <a:avLst/>
              <a:gdLst>
                <a:gd name="T0" fmla="*/ 0 w 246"/>
                <a:gd name="T1" fmla="*/ 22 h 56"/>
                <a:gd name="T2" fmla="*/ 101 w 246"/>
                <a:gd name="T3" fmla="*/ 46 h 56"/>
                <a:gd name="T4" fmla="*/ 201 w 246"/>
                <a:gd name="T5" fmla="*/ 22 h 56"/>
                <a:gd name="T6" fmla="*/ 200 w 246"/>
                <a:gd name="T7" fmla="*/ 10 h 56"/>
                <a:gd name="T8" fmla="*/ 200 w 246"/>
                <a:gd name="T9" fmla="*/ 10 h 56"/>
                <a:gd name="T10" fmla="*/ 186 w 246"/>
                <a:gd name="T11" fmla="*/ 7 h 56"/>
                <a:gd name="T12" fmla="*/ 185 w 246"/>
                <a:gd name="T13" fmla="*/ 0 h 56"/>
                <a:gd name="T14" fmla="*/ 182 w 246"/>
                <a:gd name="T15" fmla="*/ 3 h 56"/>
                <a:gd name="T16" fmla="*/ 99 w 246"/>
                <a:gd name="T17" fmla="*/ 16 h 56"/>
                <a:gd name="T18" fmla="*/ 12 w 246"/>
                <a:gd name="T19" fmla="*/ 0 h 56"/>
                <a:gd name="T20" fmla="*/ 12 w 246"/>
                <a:gd name="T21" fmla="*/ 11 h 56"/>
                <a:gd name="T22" fmla="*/ 126 w 246"/>
                <a:gd name="T23" fmla="*/ 26 h 56"/>
                <a:gd name="T24" fmla="*/ 129 w 246"/>
                <a:gd name="T25" fmla="*/ 27 h 56"/>
                <a:gd name="T26" fmla="*/ 128 w 246"/>
                <a:gd name="T27" fmla="*/ 29 h 56"/>
                <a:gd name="T28" fmla="*/ 0 w 246"/>
                <a:gd name="T29" fmla="*/ 14 h 56"/>
                <a:gd name="T30" fmla="*/ 0 w 246"/>
                <a:gd name="T31" fmla="*/ 22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6" h="56">
                  <a:moveTo>
                    <a:pt x="0" y="27"/>
                  </a:moveTo>
                  <a:cubicBezTo>
                    <a:pt x="0" y="37"/>
                    <a:pt x="40" y="56"/>
                    <a:pt x="123" y="56"/>
                  </a:cubicBezTo>
                  <a:cubicBezTo>
                    <a:pt x="203" y="56"/>
                    <a:pt x="246" y="37"/>
                    <a:pt x="246" y="27"/>
                  </a:cubicBezTo>
                  <a:cubicBezTo>
                    <a:pt x="245" y="12"/>
                    <a:pt x="245" y="12"/>
                    <a:pt x="245" y="12"/>
                  </a:cubicBezTo>
                  <a:cubicBezTo>
                    <a:pt x="245" y="12"/>
                    <a:pt x="245" y="11"/>
                    <a:pt x="245" y="12"/>
                  </a:cubicBezTo>
                  <a:cubicBezTo>
                    <a:pt x="245" y="9"/>
                    <a:pt x="241" y="8"/>
                    <a:pt x="228" y="8"/>
                  </a:cubicBezTo>
                  <a:cubicBezTo>
                    <a:pt x="227" y="0"/>
                    <a:pt x="227" y="0"/>
                    <a:pt x="227" y="0"/>
                  </a:cubicBezTo>
                  <a:cubicBezTo>
                    <a:pt x="227" y="1"/>
                    <a:pt x="225" y="3"/>
                    <a:pt x="223" y="4"/>
                  </a:cubicBezTo>
                  <a:cubicBezTo>
                    <a:pt x="212" y="10"/>
                    <a:pt x="172" y="19"/>
                    <a:pt x="121" y="19"/>
                  </a:cubicBezTo>
                  <a:cubicBezTo>
                    <a:pt x="63" y="19"/>
                    <a:pt x="22" y="7"/>
                    <a:pt x="15" y="0"/>
                  </a:cubicBezTo>
                  <a:cubicBezTo>
                    <a:pt x="15" y="13"/>
                    <a:pt x="15" y="13"/>
                    <a:pt x="15" y="13"/>
                  </a:cubicBezTo>
                  <a:cubicBezTo>
                    <a:pt x="34" y="26"/>
                    <a:pt x="94" y="39"/>
                    <a:pt x="154" y="32"/>
                  </a:cubicBezTo>
                  <a:cubicBezTo>
                    <a:pt x="156" y="32"/>
                    <a:pt x="156" y="32"/>
                    <a:pt x="158" y="33"/>
                  </a:cubicBezTo>
                  <a:cubicBezTo>
                    <a:pt x="158" y="33"/>
                    <a:pt x="160" y="34"/>
                    <a:pt x="157" y="35"/>
                  </a:cubicBezTo>
                  <a:cubicBezTo>
                    <a:pt x="122" y="47"/>
                    <a:pt x="36" y="44"/>
                    <a:pt x="0" y="17"/>
                  </a:cubicBezTo>
                  <a:cubicBezTo>
                    <a:pt x="0" y="27"/>
                    <a:pt x="0" y="27"/>
                    <a:pt x="0" y="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8" name="Freeform 48">
              <a:extLst>
                <a:ext uri="{FF2B5EF4-FFF2-40B4-BE49-F238E27FC236}">
                  <a16:creationId xmlns:a16="http://schemas.microsoft.com/office/drawing/2014/main" id="{9A3634DF-CAF6-4D80-95A1-E23C03251CBC}"/>
                </a:ext>
              </a:extLst>
            </p:cNvPr>
            <p:cNvSpPr>
              <a:spLocks/>
            </p:cNvSpPr>
            <p:nvPr userDrawn="1"/>
          </p:nvSpPr>
          <p:spPr bwMode="white">
            <a:xfrm>
              <a:off x="297" y="244"/>
              <a:ext cx="1" cy="0"/>
            </a:xfrm>
            <a:custGeom>
              <a:avLst/>
              <a:gdLst>
                <a:gd name="T0" fmla="*/ 0 w 1"/>
                <a:gd name="T1" fmla="*/ 1 w 1"/>
                <a:gd name="T2" fmla="*/ 1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1" y="0"/>
                    <a:pt x="1" y="0"/>
                    <a:pt x="1" y="0"/>
                  </a:cubicBezTo>
                  <a:cubicBezTo>
                    <a:pt x="1" y="0"/>
                    <a:pt x="1" y="0"/>
                    <a:pt x="1" y="0"/>
                  </a:cubicBezTo>
                  <a:cubicBezTo>
                    <a:pt x="1"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9" name="Freeform 49">
              <a:extLst>
                <a:ext uri="{FF2B5EF4-FFF2-40B4-BE49-F238E27FC236}">
                  <a16:creationId xmlns:a16="http://schemas.microsoft.com/office/drawing/2014/main" id="{B60384D2-D493-47CC-AAC5-E087F20514CB}"/>
                </a:ext>
              </a:extLst>
            </p:cNvPr>
            <p:cNvSpPr>
              <a:spLocks/>
            </p:cNvSpPr>
            <p:nvPr userDrawn="1"/>
          </p:nvSpPr>
          <p:spPr bwMode="white">
            <a:xfrm>
              <a:off x="296" y="245"/>
              <a:ext cx="0" cy="1"/>
            </a:xfrm>
            <a:custGeom>
              <a:avLst/>
              <a:gdLst>
                <a:gd name="T0" fmla="*/ 1 h 2"/>
                <a:gd name="T1" fmla="*/ 1 h 2"/>
                <a:gd name="T2" fmla="*/ 0 h 2"/>
                <a:gd name="T3" fmla="*/ 0 h 2"/>
                <a:gd name="T4" fmla="*/ 0 h 2"/>
                <a:gd name="T5" fmla="*/ 0 h 2"/>
                <a:gd name="T6" fmla="*/ 1 h 2"/>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2">
                  <a:moveTo>
                    <a:pt x="0" y="2"/>
                  </a:moveTo>
                  <a:cubicBezTo>
                    <a:pt x="0" y="2"/>
                    <a:pt x="0" y="2"/>
                    <a:pt x="0" y="2"/>
                  </a:cubicBezTo>
                  <a:cubicBezTo>
                    <a:pt x="0" y="0"/>
                    <a:pt x="0" y="0"/>
                    <a:pt x="0" y="0"/>
                  </a:cubicBezTo>
                  <a:cubicBezTo>
                    <a:pt x="0" y="0"/>
                    <a:pt x="0" y="0"/>
                    <a:pt x="0" y="0"/>
                  </a:cubicBezTo>
                  <a:cubicBezTo>
                    <a:pt x="0" y="0"/>
                    <a:pt x="0" y="0"/>
                    <a:pt x="0" y="0"/>
                  </a:cubicBezTo>
                  <a:cubicBezTo>
                    <a:pt x="0" y="0"/>
                    <a:pt x="0" y="0"/>
                    <a:pt x="0" y="0"/>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0" name="Rectangle 50">
              <a:extLst>
                <a:ext uri="{FF2B5EF4-FFF2-40B4-BE49-F238E27FC236}">
                  <a16:creationId xmlns:a16="http://schemas.microsoft.com/office/drawing/2014/main" id="{9394ABE9-57AB-4419-A6AA-0B15D812D20D}"/>
                </a:ext>
              </a:extLst>
            </p:cNvPr>
            <p:cNvSpPr>
              <a:spLocks noChangeArrowheads="1"/>
            </p:cNvSpPr>
            <p:nvPr userDrawn="1"/>
          </p:nvSpPr>
          <p:spPr bwMode="white">
            <a:xfrm>
              <a:off x="296" y="245"/>
              <a:ext cx="1" cy="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1" name="Freeform 51">
              <a:extLst>
                <a:ext uri="{FF2B5EF4-FFF2-40B4-BE49-F238E27FC236}">
                  <a16:creationId xmlns:a16="http://schemas.microsoft.com/office/drawing/2014/main" id="{6E43BA24-C03E-499A-8344-20C09E6A1441}"/>
                </a:ext>
              </a:extLst>
            </p:cNvPr>
            <p:cNvSpPr>
              <a:spLocks/>
            </p:cNvSpPr>
            <p:nvPr userDrawn="1"/>
          </p:nvSpPr>
          <p:spPr bwMode="white">
            <a:xfrm>
              <a:off x="278" y="243"/>
              <a:ext cx="1" cy="0"/>
            </a:xfrm>
            <a:custGeom>
              <a:avLst/>
              <a:gdLst>
                <a:gd name="T0" fmla="*/ 0 w 1"/>
                <a:gd name="T1" fmla="*/ 1 w 1"/>
                <a:gd name="T2" fmla="*/ 0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0" y="0"/>
                    <a:pt x="1" y="0"/>
                    <a:pt x="1" y="0"/>
                  </a:cubicBezTo>
                  <a:cubicBezTo>
                    <a:pt x="0" y="0"/>
                    <a:pt x="0" y="0"/>
                    <a:pt x="0" y="0"/>
                  </a:cubicBezTo>
                  <a:cubicBezTo>
                    <a:pt x="0" y="0"/>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2" name="Rectangle 52">
              <a:extLst>
                <a:ext uri="{FF2B5EF4-FFF2-40B4-BE49-F238E27FC236}">
                  <a16:creationId xmlns:a16="http://schemas.microsoft.com/office/drawing/2014/main" id="{428C25D4-5894-4BBF-AD50-F6A9F7C8FA27}"/>
                </a:ext>
              </a:extLst>
            </p:cNvPr>
            <p:cNvSpPr>
              <a:spLocks noChangeArrowheads="1"/>
            </p:cNvSpPr>
            <p:nvPr userDrawn="1"/>
          </p:nvSpPr>
          <p:spPr bwMode="white">
            <a:xfrm>
              <a:off x="296" y="246"/>
              <a:ext cx="1" cy="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3" name="Freeform 53">
              <a:extLst>
                <a:ext uri="{FF2B5EF4-FFF2-40B4-BE49-F238E27FC236}">
                  <a16:creationId xmlns:a16="http://schemas.microsoft.com/office/drawing/2014/main" id="{CBB4816E-2BAF-4528-B828-FB67151C92BC}"/>
                </a:ext>
              </a:extLst>
            </p:cNvPr>
            <p:cNvSpPr>
              <a:spLocks/>
            </p:cNvSpPr>
            <p:nvPr userDrawn="1"/>
          </p:nvSpPr>
          <p:spPr bwMode="white">
            <a:xfrm>
              <a:off x="278" y="239"/>
              <a:ext cx="21" cy="146"/>
            </a:xfrm>
            <a:custGeom>
              <a:avLst/>
              <a:gdLst>
                <a:gd name="T0" fmla="*/ 20 w 25"/>
                <a:gd name="T1" fmla="*/ 0 h 178"/>
                <a:gd name="T2" fmla="*/ 1 w 25"/>
                <a:gd name="T3" fmla="*/ 0 h 178"/>
                <a:gd name="T4" fmla="*/ 0 w 25"/>
                <a:gd name="T5" fmla="*/ 2 h 178"/>
                <a:gd name="T6" fmla="*/ 0 w 25"/>
                <a:gd name="T7" fmla="*/ 3 h 178"/>
                <a:gd name="T8" fmla="*/ 1 w 25"/>
                <a:gd name="T9" fmla="*/ 5 h 178"/>
                <a:gd name="T10" fmla="*/ 7 w 25"/>
                <a:gd name="T11" fmla="*/ 5 h 178"/>
                <a:gd name="T12" fmla="*/ 8 w 25"/>
                <a:gd name="T13" fmla="*/ 5 h 178"/>
                <a:gd name="T14" fmla="*/ 7 w 25"/>
                <a:gd name="T15" fmla="*/ 7 h 178"/>
                <a:gd name="T16" fmla="*/ 3 w 25"/>
                <a:gd name="T17" fmla="*/ 8 h 178"/>
                <a:gd name="T18" fmla="*/ 3 w 25"/>
                <a:gd name="T19" fmla="*/ 10 h 178"/>
                <a:gd name="T20" fmla="*/ 3 w 25"/>
                <a:gd name="T21" fmla="*/ 144 h 178"/>
                <a:gd name="T22" fmla="*/ 11 w 25"/>
                <a:gd name="T23" fmla="*/ 146 h 178"/>
                <a:gd name="T24" fmla="*/ 19 w 25"/>
                <a:gd name="T25" fmla="*/ 144 h 178"/>
                <a:gd name="T26" fmla="*/ 19 w 25"/>
                <a:gd name="T27" fmla="*/ 6 h 178"/>
                <a:gd name="T28" fmla="*/ 19 w 25"/>
                <a:gd name="T29" fmla="*/ 5 h 178"/>
                <a:gd name="T30" fmla="*/ 20 w 25"/>
                <a:gd name="T31" fmla="*/ 5 h 178"/>
                <a:gd name="T32" fmla="*/ 21 w 25"/>
                <a:gd name="T33" fmla="*/ 3 h 178"/>
                <a:gd name="T34" fmla="*/ 21 w 25"/>
                <a:gd name="T35" fmla="*/ 2 h 178"/>
                <a:gd name="T36" fmla="*/ 20 w 25"/>
                <a:gd name="T37" fmla="*/ 0 h 1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78">
                  <a:moveTo>
                    <a:pt x="24" y="0"/>
                  </a:moveTo>
                  <a:cubicBezTo>
                    <a:pt x="1" y="0"/>
                    <a:pt x="1" y="0"/>
                    <a:pt x="1" y="0"/>
                  </a:cubicBezTo>
                  <a:cubicBezTo>
                    <a:pt x="0" y="0"/>
                    <a:pt x="0" y="0"/>
                    <a:pt x="0" y="2"/>
                  </a:cubicBezTo>
                  <a:cubicBezTo>
                    <a:pt x="0" y="4"/>
                    <a:pt x="0" y="4"/>
                    <a:pt x="0" y="4"/>
                  </a:cubicBezTo>
                  <a:cubicBezTo>
                    <a:pt x="0" y="5"/>
                    <a:pt x="0" y="6"/>
                    <a:pt x="1" y="6"/>
                  </a:cubicBezTo>
                  <a:cubicBezTo>
                    <a:pt x="8" y="6"/>
                    <a:pt x="8" y="6"/>
                    <a:pt x="8" y="6"/>
                  </a:cubicBezTo>
                  <a:cubicBezTo>
                    <a:pt x="9" y="6"/>
                    <a:pt x="9" y="6"/>
                    <a:pt x="9" y="6"/>
                  </a:cubicBezTo>
                  <a:cubicBezTo>
                    <a:pt x="9" y="7"/>
                    <a:pt x="8" y="8"/>
                    <a:pt x="8" y="8"/>
                  </a:cubicBezTo>
                  <a:cubicBezTo>
                    <a:pt x="4" y="10"/>
                    <a:pt x="4" y="10"/>
                    <a:pt x="4" y="10"/>
                  </a:cubicBezTo>
                  <a:cubicBezTo>
                    <a:pt x="4" y="10"/>
                    <a:pt x="3" y="11"/>
                    <a:pt x="3" y="12"/>
                  </a:cubicBezTo>
                  <a:cubicBezTo>
                    <a:pt x="3" y="175"/>
                    <a:pt x="3" y="175"/>
                    <a:pt x="3" y="175"/>
                  </a:cubicBezTo>
                  <a:cubicBezTo>
                    <a:pt x="4" y="178"/>
                    <a:pt x="8" y="178"/>
                    <a:pt x="13" y="178"/>
                  </a:cubicBezTo>
                  <a:cubicBezTo>
                    <a:pt x="17" y="178"/>
                    <a:pt x="22" y="178"/>
                    <a:pt x="23" y="175"/>
                  </a:cubicBezTo>
                  <a:cubicBezTo>
                    <a:pt x="23" y="175"/>
                    <a:pt x="22" y="20"/>
                    <a:pt x="23" y="7"/>
                  </a:cubicBezTo>
                  <a:cubicBezTo>
                    <a:pt x="23" y="6"/>
                    <a:pt x="23" y="6"/>
                    <a:pt x="23" y="6"/>
                  </a:cubicBezTo>
                  <a:cubicBezTo>
                    <a:pt x="23" y="6"/>
                    <a:pt x="24" y="6"/>
                    <a:pt x="24" y="6"/>
                  </a:cubicBezTo>
                  <a:cubicBezTo>
                    <a:pt x="25" y="6"/>
                    <a:pt x="25" y="5"/>
                    <a:pt x="25" y="4"/>
                  </a:cubicBezTo>
                  <a:cubicBezTo>
                    <a:pt x="25" y="2"/>
                    <a:pt x="25" y="2"/>
                    <a:pt x="25" y="2"/>
                  </a:cubicBezTo>
                  <a:cubicBezTo>
                    <a:pt x="25" y="1"/>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4" name="Freeform 54">
              <a:extLst>
                <a:ext uri="{FF2B5EF4-FFF2-40B4-BE49-F238E27FC236}">
                  <a16:creationId xmlns:a16="http://schemas.microsoft.com/office/drawing/2014/main" id="{BD088D95-7F7D-4574-8E7A-542E86E46E01}"/>
                </a:ext>
              </a:extLst>
            </p:cNvPr>
            <p:cNvSpPr>
              <a:spLocks/>
            </p:cNvSpPr>
            <p:nvPr userDrawn="1"/>
          </p:nvSpPr>
          <p:spPr bwMode="white">
            <a:xfrm>
              <a:off x="243" y="330"/>
              <a:ext cx="26" cy="47"/>
            </a:xfrm>
            <a:custGeom>
              <a:avLst/>
              <a:gdLst>
                <a:gd name="T0" fmla="*/ 24 w 32"/>
                <a:gd name="T1" fmla="*/ 2 h 57"/>
                <a:gd name="T2" fmla="*/ 24 w 32"/>
                <a:gd name="T3" fmla="*/ 1 h 57"/>
                <a:gd name="T4" fmla="*/ 26 w 32"/>
                <a:gd name="T5" fmla="*/ 1 h 57"/>
                <a:gd name="T6" fmla="*/ 26 w 32"/>
                <a:gd name="T7" fmla="*/ 0 h 57"/>
                <a:gd name="T8" fmla="*/ 0 w 32"/>
                <a:gd name="T9" fmla="*/ 0 h 57"/>
                <a:gd name="T10" fmla="*/ 0 w 32"/>
                <a:gd name="T11" fmla="*/ 1 h 57"/>
                <a:gd name="T12" fmla="*/ 2 w 32"/>
                <a:gd name="T13" fmla="*/ 1 h 57"/>
                <a:gd name="T14" fmla="*/ 2 w 32"/>
                <a:gd name="T15" fmla="*/ 2 h 57"/>
                <a:gd name="T16" fmla="*/ 3 w 32"/>
                <a:gd name="T17" fmla="*/ 5 h 57"/>
                <a:gd name="T18" fmla="*/ 4 w 32"/>
                <a:gd name="T19" fmla="*/ 5 h 57"/>
                <a:gd name="T20" fmla="*/ 6 w 32"/>
                <a:gd name="T21" fmla="*/ 6 h 57"/>
                <a:gd name="T22" fmla="*/ 11 w 32"/>
                <a:gd name="T23" fmla="*/ 6 h 57"/>
                <a:gd name="T24" fmla="*/ 13 w 32"/>
                <a:gd name="T25" fmla="*/ 6 h 57"/>
                <a:gd name="T26" fmla="*/ 12 w 32"/>
                <a:gd name="T27" fmla="*/ 7 h 57"/>
                <a:gd name="T28" fmla="*/ 5 w 32"/>
                <a:gd name="T29" fmla="*/ 12 h 57"/>
                <a:gd name="T30" fmla="*/ 4 w 32"/>
                <a:gd name="T31" fmla="*/ 14 h 57"/>
                <a:gd name="T32" fmla="*/ 4 w 32"/>
                <a:gd name="T33" fmla="*/ 15 h 57"/>
                <a:gd name="T34" fmla="*/ 4 w 32"/>
                <a:gd name="T35" fmla="*/ 40 h 57"/>
                <a:gd name="T36" fmla="*/ 2 w 32"/>
                <a:gd name="T37" fmla="*/ 40 h 57"/>
                <a:gd name="T38" fmla="*/ 2 w 32"/>
                <a:gd name="T39" fmla="*/ 46 h 57"/>
                <a:gd name="T40" fmla="*/ 24 w 32"/>
                <a:gd name="T41" fmla="*/ 46 h 57"/>
                <a:gd name="T42" fmla="*/ 24 w 32"/>
                <a:gd name="T43" fmla="*/ 40 h 57"/>
                <a:gd name="T44" fmla="*/ 22 w 32"/>
                <a:gd name="T45" fmla="*/ 40 h 57"/>
                <a:gd name="T46" fmla="*/ 22 w 32"/>
                <a:gd name="T47" fmla="*/ 6 h 57"/>
                <a:gd name="T48" fmla="*/ 24 w 32"/>
                <a:gd name="T49" fmla="*/ 2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57">
                  <a:moveTo>
                    <a:pt x="30" y="2"/>
                  </a:moveTo>
                  <a:cubicBezTo>
                    <a:pt x="30" y="1"/>
                    <a:pt x="30" y="1"/>
                    <a:pt x="30" y="1"/>
                  </a:cubicBezTo>
                  <a:cubicBezTo>
                    <a:pt x="32" y="1"/>
                    <a:pt x="32" y="1"/>
                    <a:pt x="32" y="1"/>
                  </a:cubicBezTo>
                  <a:cubicBezTo>
                    <a:pt x="32" y="0"/>
                    <a:pt x="32" y="0"/>
                    <a:pt x="32" y="0"/>
                  </a:cubicBezTo>
                  <a:cubicBezTo>
                    <a:pt x="0" y="0"/>
                    <a:pt x="0" y="0"/>
                    <a:pt x="0" y="0"/>
                  </a:cubicBezTo>
                  <a:cubicBezTo>
                    <a:pt x="0" y="1"/>
                    <a:pt x="0" y="1"/>
                    <a:pt x="0" y="1"/>
                  </a:cubicBezTo>
                  <a:cubicBezTo>
                    <a:pt x="2" y="1"/>
                    <a:pt x="2" y="1"/>
                    <a:pt x="2" y="1"/>
                  </a:cubicBezTo>
                  <a:cubicBezTo>
                    <a:pt x="2" y="2"/>
                    <a:pt x="2" y="2"/>
                    <a:pt x="2" y="2"/>
                  </a:cubicBezTo>
                  <a:cubicBezTo>
                    <a:pt x="4" y="6"/>
                    <a:pt x="4" y="6"/>
                    <a:pt x="4" y="6"/>
                  </a:cubicBezTo>
                  <a:cubicBezTo>
                    <a:pt x="4" y="6"/>
                    <a:pt x="5" y="6"/>
                    <a:pt x="5" y="6"/>
                  </a:cubicBezTo>
                  <a:cubicBezTo>
                    <a:pt x="5" y="7"/>
                    <a:pt x="6" y="7"/>
                    <a:pt x="7" y="7"/>
                  </a:cubicBezTo>
                  <a:cubicBezTo>
                    <a:pt x="15" y="7"/>
                    <a:pt x="13" y="7"/>
                    <a:pt x="14" y="7"/>
                  </a:cubicBezTo>
                  <a:cubicBezTo>
                    <a:pt x="15" y="7"/>
                    <a:pt x="16" y="7"/>
                    <a:pt x="16" y="7"/>
                  </a:cubicBezTo>
                  <a:cubicBezTo>
                    <a:pt x="16" y="8"/>
                    <a:pt x="17" y="8"/>
                    <a:pt x="15" y="9"/>
                  </a:cubicBezTo>
                  <a:cubicBezTo>
                    <a:pt x="13" y="11"/>
                    <a:pt x="8" y="14"/>
                    <a:pt x="6" y="15"/>
                  </a:cubicBezTo>
                  <a:cubicBezTo>
                    <a:pt x="6" y="16"/>
                    <a:pt x="5" y="16"/>
                    <a:pt x="5" y="17"/>
                  </a:cubicBezTo>
                  <a:cubicBezTo>
                    <a:pt x="5" y="17"/>
                    <a:pt x="5" y="18"/>
                    <a:pt x="5" y="18"/>
                  </a:cubicBezTo>
                  <a:cubicBezTo>
                    <a:pt x="5" y="48"/>
                    <a:pt x="5" y="48"/>
                    <a:pt x="5" y="48"/>
                  </a:cubicBezTo>
                  <a:cubicBezTo>
                    <a:pt x="2" y="49"/>
                    <a:pt x="2" y="49"/>
                    <a:pt x="2" y="49"/>
                  </a:cubicBezTo>
                  <a:cubicBezTo>
                    <a:pt x="2" y="49"/>
                    <a:pt x="1" y="55"/>
                    <a:pt x="2" y="56"/>
                  </a:cubicBezTo>
                  <a:cubicBezTo>
                    <a:pt x="3" y="57"/>
                    <a:pt x="29" y="57"/>
                    <a:pt x="30" y="56"/>
                  </a:cubicBezTo>
                  <a:cubicBezTo>
                    <a:pt x="31" y="55"/>
                    <a:pt x="30" y="49"/>
                    <a:pt x="30" y="49"/>
                  </a:cubicBezTo>
                  <a:cubicBezTo>
                    <a:pt x="27" y="48"/>
                    <a:pt x="27" y="48"/>
                    <a:pt x="27" y="48"/>
                  </a:cubicBezTo>
                  <a:cubicBezTo>
                    <a:pt x="27" y="7"/>
                    <a:pt x="27" y="7"/>
                    <a:pt x="27" y="7"/>
                  </a:cubicBezTo>
                  <a:lnTo>
                    <a:pt x="3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 name="Freeform 55">
              <a:extLst>
                <a:ext uri="{FF2B5EF4-FFF2-40B4-BE49-F238E27FC236}">
                  <a16:creationId xmlns:a16="http://schemas.microsoft.com/office/drawing/2014/main" id="{14914421-353E-4CA6-94DA-6C751D6FB490}"/>
                </a:ext>
              </a:extLst>
            </p:cNvPr>
            <p:cNvSpPr>
              <a:spLocks/>
            </p:cNvSpPr>
            <p:nvPr userDrawn="1"/>
          </p:nvSpPr>
          <p:spPr bwMode="white">
            <a:xfrm>
              <a:off x="314" y="246"/>
              <a:ext cx="21" cy="133"/>
            </a:xfrm>
            <a:custGeom>
              <a:avLst/>
              <a:gdLst>
                <a:gd name="T0" fmla="*/ 20 w 25"/>
                <a:gd name="T1" fmla="*/ 0 h 162"/>
                <a:gd name="T2" fmla="*/ 1 w 25"/>
                <a:gd name="T3" fmla="*/ 0 h 162"/>
                <a:gd name="T4" fmla="*/ 0 w 25"/>
                <a:gd name="T5" fmla="*/ 1 h 162"/>
                <a:gd name="T6" fmla="*/ 0 w 25"/>
                <a:gd name="T7" fmla="*/ 3 h 162"/>
                <a:gd name="T8" fmla="*/ 1 w 25"/>
                <a:gd name="T9" fmla="*/ 5 h 162"/>
                <a:gd name="T10" fmla="*/ 7 w 25"/>
                <a:gd name="T11" fmla="*/ 5 h 162"/>
                <a:gd name="T12" fmla="*/ 8 w 25"/>
                <a:gd name="T13" fmla="*/ 5 h 162"/>
                <a:gd name="T14" fmla="*/ 7 w 25"/>
                <a:gd name="T15" fmla="*/ 7 h 162"/>
                <a:gd name="T16" fmla="*/ 3 w 25"/>
                <a:gd name="T17" fmla="*/ 8 h 162"/>
                <a:gd name="T18" fmla="*/ 3 w 25"/>
                <a:gd name="T19" fmla="*/ 10 h 162"/>
                <a:gd name="T20" fmla="*/ 3 w 25"/>
                <a:gd name="T21" fmla="*/ 131 h 162"/>
                <a:gd name="T22" fmla="*/ 11 w 25"/>
                <a:gd name="T23" fmla="*/ 133 h 162"/>
                <a:gd name="T24" fmla="*/ 19 w 25"/>
                <a:gd name="T25" fmla="*/ 131 h 162"/>
                <a:gd name="T26" fmla="*/ 19 w 25"/>
                <a:gd name="T27" fmla="*/ 6 h 162"/>
                <a:gd name="T28" fmla="*/ 19 w 25"/>
                <a:gd name="T29" fmla="*/ 5 h 162"/>
                <a:gd name="T30" fmla="*/ 20 w 25"/>
                <a:gd name="T31" fmla="*/ 5 h 162"/>
                <a:gd name="T32" fmla="*/ 21 w 25"/>
                <a:gd name="T33" fmla="*/ 3 h 162"/>
                <a:gd name="T34" fmla="*/ 21 w 25"/>
                <a:gd name="T35" fmla="*/ 1 h 162"/>
                <a:gd name="T36" fmla="*/ 20 w 25"/>
                <a:gd name="T37" fmla="*/ 0 h 1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62">
                  <a:moveTo>
                    <a:pt x="24" y="0"/>
                  </a:moveTo>
                  <a:cubicBezTo>
                    <a:pt x="1" y="0"/>
                    <a:pt x="1" y="0"/>
                    <a:pt x="1" y="0"/>
                  </a:cubicBezTo>
                  <a:cubicBezTo>
                    <a:pt x="0" y="0"/>
                    <a:pt x="0" y="0"/>
                    <a:pt x="0" y="1"/>
                  </a:cubicBezTo>
                  <a:cubicBezTo>
                    <a:pt x="0" y="4"/>
                    <a:pt x="0" y="4"/>
                    <a:pt x="0" y="4"/>
                  </a:cubicBezTo>
                  <a:cubicBezTo>
                    <a:pt x="0" y="5"/>
                    <a:pt x="0" y="6"/>
                    <a:pt x="1" y="6"/>
                  </a:cubicBezTo>
                  <a:cubicBezTo>
                    <a:pt x="8" y="6"/>
                    <a:pt x="8" y="6"/>
                    <a:pt x="8" y="6"/>
                  </a:cubicBezTo>
                  <a:cubicBezTo>
                    <a:pt x="9" y="6"/>
                    <a:pt x="9" y="6"/>
                    <a:pt x="9" y="6"/>
                  </a:cubicBezTo>
                  <a:cubicBezTo>
                    <a:pt x="9" y="7"/>
                    <a:pt x="8" y="7"/>
                    <a:pt x="8" y="8"/>
                  </a:cubicBezTo>
                  <a:cubicBezTo>
                    <a:pt x="4" y="10"/>
                    <a:pt x="4" y="10"/>
                    <a:pt x="4" y="10"/>
                  </a:cubicBezTo>
                  <a:cubicBezTo>
                    <a:pt x="4" y="10"/>
                    <a:pt x="3" y="11"/>
                    <a:pt x="3" y="12"/>
                  </a:cubicBezTo>
                  <a:cubicBezTo>
                    <a:pt x="3" y="159"/>
                    <a:pt x="3" y="159"/>
                    <a:pt x="3" y="159"/>
                  </a:cubicBezTo>
                  <a:cubicBezTo>
                    <a:pt x="3" y="161"/>
                    <a:pt x="8" y="162"/>
                    <a:pt x="13" y="162"/>
                  </a:cubicBezTo>
                  <a:cubicBezTo>
                    <a:pt x="17" y="162"/>
                    <a:pt x="22" y="161"/>
                    <a:pt x="23" y="159"/>
                  </a:cubicBezTo>
                  <a:cubicBezTo>
                    <a:pt x="23" y="159"/>
                    <a:pt x="22" y="20"/>
                    <a:pt x="23" y="7"/>
                  </a:cubicBezTo>
                  <a:cubicBezTo>
                    <a:pt x="23" y="6"/>
                    <a:pt x="23" y="6"/>
                    <a:pt x="23" y="6"/>
                  </a:cubicBezTo>
                  <a:cubicBezTo>
                    <a:pt x="23" y="6"/>
                    <a:pt x="24" y="6"/>
                    <a:pt x="24" y="6"/>
                  </a:cubicBezTo>
                  <a:cubicBezTo>
                    <a:pt x="25" y="6"/>
                    <a:pt x="25" y="5"/>
                    <a:pt x="25" y="4"/>
                  </a:cubicBezTo>
                  <a:cubicBezTo>
                    <a:pt x="25" y="1"/>
                    <a:pt x="25" y="1"/>
                    <a:pt x="25" y="1"/>
                  </a:cubicBezTo>
                  <a:cubicBezTo>
                    <a:pt x="25" y="0"/>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6" name="Freeform 56">
              <a:extLst>
                <a:ext uri="{FF2B5EF4-FFF2-40B4-BE49-F238E27FC236}">
                  <a16:creationId xmlns:a16="http://schemas.microsoft.com/office/drawing/2014/main" id="{4BF55220-E55F-4BF5-B23C-5D29B27AFEE5}"/>
                </a:ext>
              </a:extLst>
            </p:cNvPr>
            <p:cNvSpPr>
              <a:spLocks/>
            </p:cNvSpPr>
            <p:nvPr userDrawn="1"/>
          </p:nvSpPr>
          <p:spPr bwMode="white">
            <a:xfrm>
              <a:off x="212" y="239"/>
              <a:ext cx="21" cy="146"/>
            </a:xfrm>
            <a:custGeom>
              <a:avLst/>
              <a:gdLst>
                <a:gd name="T0" fmla="*/ 20 w 25"/>
                <a:gd name="T1" fmla="*/ 0 h 178"/>
                <a:gd name="T2" fmla="*/ 1 w 25"/>
                <a:gd name="T3" fmla="*/ 0 h 178"/>
                <a:gd name="T4" fmla="*/ 0 w 25"/>
                <a:gd name="T5" fmla="*/ 2 h 178"/>
                <a:gd name="T6" fmla="*/ 0 w 25"/>
                <a:gd name="T7" fmla="*/ 3 h 178"/>
                <a:gd name="T8" fmla="*/ 1 w 25"/>
                <a:gd name="T9" fmla="*/ 5 h 178"/>
                <a:gd name="T10" fmla="*/ 7 w 25"/>
                <a:gd name="T11" fmla="*/ 5 h 178"/>
                <a:gd name="T12" fmla="*/ 8 w 25"/>
                <a:gd name="T13" fmla="*/ 5 h 178"/>
                <a:gd name="T14" fmla="*/ 7 w 25"/>
                <a:gd name="T15" fmla="*/ 7 h 178"/>
                <a:gd name="T16" fmla="*/ 3 w 25"/>
                <a:gd name="T17" fmla="*/ 8 h 178"/>
                <a:gd name="T18" fmla="*/ 3 w 25"/>
                <a:gd name="T19" fmla="*/ 10 h 178"/>
                <a:gd name="T20" fmla="*/ 3 w 25"/>
                <a:gd name="T21" fmla="*/ 144 h 178"/>
                <a:gd name="T22" fmla="*/ 11 w 25"/>
                <a:gd name="T23" fmla="*/ 146 h 178"/>
                <a:gd name="T24" fmla="*/ 19 w 25"/>
                <a:gd name="T25" fmla="*/ 144 h 178"/>
                <a:gd name="T26" fmla="*/ 19 w 25"/>
                <a:gd name="T27" fmla="*/ 6 h 178"/>
                <a:gd name="T28" fmla="*/ 19 w 25"/>
                <a:gd name="T29" fmla="*/ 5 h 178"/>
                <a:gd name="T30" fmla="*/ 20 w 25"/>
                <a:gd name="T31" fmla="*/ 5 h 178"/>
                <a:gd name="T32" fmla="*/ 21 w 25"/>
                <a:gd name="T33" fmla="*/ 3 h 178"/>
                <a:gd name="T34" fmla="*/ 21 w 25"/>
                <a:gd name="T35" fmla="*/ 2 h 178"/>
                <a:gd name="T36" fmla="*/ 20 w 25"/>
                <a:gd name="T37" fmla="*/ 0 h 1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5" h="178">
                  <a:moveTo>
                    <a:pt x="24" y="0"/>
                  </a:moveTo>
                  <a:cubicBezTo>
                    <a:pt x="1" y="0"/>
                    <a:pt x="1" y="0"/>
                    <a:pt x="1" y="0"/>
                  </a:cubicBezTo>
                  <a:cubicBezTo>
                    <a:pt x="0" y="0"/>
                    <a:pt x="0" y="0"/>
                    <a:pt x="0" y="2"/>
                  </a:cubicBezTo>
                  <a:cubicBezTo>
                    <a:pt x="0" y="4"/>
                    <a:pt x="0" y="4"/>
                    <a:pt x="0" y="4"/>
                  </a:cubicBezTo>
                  <a:cubicBezTo>
                    <a:pt x="0" y="5"/>
                    <a:pt x="0" y="6"/>
                    <a:pt x="1" y="6"/>
                  </a:cubicBezTo>
                  <a:cubicBezTo>
                    <a:pt x="8" y="6"/>
                    <a:pt x="8" y="6"/>
                    <a:pt x="8" y="6"/>
                  </a:cubicBezTo>
                  <a:cubicBezTo>
                    <a:pt x="9" y="6"/>
                    <a:pt x="9" y="6"/>
                    <a:pt x="9" y="6"/>
                  </a:cubicBezTo>
                  <a:cubicBezTo>
                    <a:pt x="9" y="7"/>
                    <a:pt x="8" y="8"/>
                    <a:pt x="8" y="8"/>
                  </a:cubicBezTo>
                  <a:cubicBezTo>
                    <a:pt x="4" y="10"/>
                    <a:pt x="4" y="10"/>
                    <a:pt x="4" y="10"/>
                  </a:cubicBezTo>
                  <a:cubicBezTo>
                    <a:pt x="4" y="10"/>
                    <a:pt x="3" y="11"/>
                    <a:pt x="3" y="12"/>
                  </a:cubicBezTo>
                  <a:cubicBezTo>
                    <a:pt x="3" y="175"/>
                    <a:pt x="3" y="175"/>
                    <a:pt x="3" y="175"/>
                  </a:cubicBezTo>
                  <a:cubicBezTo>
                    <a:pt x="4" y="178"/>
                    <a:pt x="8" y="178"/>
                    <a:pt x="13" y="178"/>
                  </a:cubicBezTo>
                  <a:cubicBezTo>
                    <a:pt x="17" y="178"/>
                    <a:pt x="22" y="178"/>
                    <a:pt x="23" y="175"/>
                  </a:cubicBezTo>
                  <a:cubicBezTo>
                    <a:pt x="23" y="175"/>
                    <a:pt x="22" y="20"/>
                    <a:pt x="23" y="7"/>
                  </a:cubicBezTo>
                  <a:cubicBezTo>
                    <a:pt x="23" y="6"/>
                    <a:pt x="23" y="6"/>
                    <a:pt x="23" y="6"/>
                  </a:cubicBezTo>
                  <a:cubicBezTo>
                    <a:pt x="23" y="6"/>
                    <a:pt x="24" y="6"/>
                    <a:pt x="24" y="6"/>
                  </a:cubicBezTo>
                  <a:cubicBezTo>
                    <a:pt x="25" y="6"/>
                    <a:pt x="25" y="5"/>
                    <a:pt x="25" y="4"/>
                  </a:cubicBezTo>
                  <a:cubicBezTo>
                    <a:pt x="25" y="2"/>
                    <a:pt x="25" y="2"/>
                    <a:pt x="25" y="2"/>
                  </a:cubicBezTo>
                  <a:cubicBezTo>
                    <a:pt x="25" y="1"/>
                    <a:pt x="25" y="0"/>
                    <a:pt x="2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7" name="Freeform 57">
              <a:extLst>
                <a:ext uri="{FF2B5EF4-FFF2-40B4-BE49-F238E27FC236}">
                  <a16:creationId xmlns:a16="http://schemas.microsoft.com/office/drawing/2014/main" id="{9AF0E37F-4979-4242-8185-87DCA829645B}"/>
                </a:ext>
              </a:extLst>
            </p:cNvPr>
            <p:cNvSpPr>
              <a:spLocks/>
            </p:cNvSpPr>
            <p:nvPr userDrawn="1"/>
          </p:nvSpPr>
          <p:spPr bwMode="white">
            <a:xfrm>
              <a:off x="176" y="246"/>
              <a:ext cx="21" cy="133"/>
            </a:xfrm>
            <a:custGeom>
              <a:avLst/>
              <a:gdLst>
                <a:gd name="T0" fmla="*/ 20 w 26"/>
                <a:gd name="T1" fmla="*/ 0 h 162"/>
                <a:gd name="T2" fmla="*/ 2 w 26"/>
                <a:gd name="T3" fmla="*/ 0 h 162"/>
                <a:gd name="T4" fmla="*/ 0 w 26"/>
                <a:gd name="T5" fmla="*/ 2 h 162"/>
                <a:gd name="T6" fmla="*/ 0 w 26"/>
                <a:gd name="T7" fmla="*/ 3 h 162"/>
                <a:gd name="T8" fmla="*/ 2 w 26"/>
                <a:gd name="T9" fmla="*/ 5 h 162"/>
                <a:gd name="T10" fmla="*/ 7 w 26"/>
                <a:gd name="T11" fmla="*/ 5 h 162"/>
                <a:gd name="T12" fmla="*/ 8 w 26"/>
                <a:gd name="T13" fmla="*/ 5 h 162"/>
                <a:gd name="T14" fmla="*/ 7 w 26"/>
                <a:gd name="T15" fmla="*/ 7 h 162"/>
                <a:gd name="T16" fmla="*/ 4 w 26"/>
                <a:gd name="T17" fmla="*/ 8 h 162"/>
                <a:gd name="T18" fmla="*/ 3 w 26"/>
                <a:gd name="T19" fmla="*/ 11 h 162"/>
                <a:gd name="T20" fmla="*/ 3 w 26"/>
                <a:gd name="T21" fmla="*/ 131 h 162"/>
                <a:gd name="T22" fmla="*/ 11 w 26"/>
                <a:gd name="T23" fmla="*/ 133 h 162"/>
                <a:gd name="T24" fmla="*/ 19 w 26"/>
                <a:gd name="T25" fmla="*/ 131 h 162"/>
                <a:gd name="T26" fmla="*/ 19 w 26"/>
                <a:gd name="T27" fmla="*/ 6 h 162"/>
                <a:gd name="T28" fmla="*/ 19 w 26"/>
                <a:gd name="T29" fmla="*/ 5 h 162"/>
                <a:gd name="T30" fmla="*/ 20 w 26"/>
                <a:gd name="T31" fmla="*/ 5 h 162"/>
                <a:gd name="T32" fmla="*/ 21 w 26"/>
                <a:gd name="T33" fmla="*/ 4 h 162"/>
                <a:gd name="T34" fmla="*/ 21 w 26"/>
                <a:gd name="T35" fmla="*/ 2 h 162"/>
                <a:gd name="T36" fmla="*/ 20 w 26"/>
                <a:gd name="T37" fmla="*/ 0 h 1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6" h="162">
                  <a:moveTo>
                    <a:pt x="25" y="0"/>
                  </a:moveTo>
                  <a:cubicBezTo>
                    <a:pt x="2" y="0"/>
                    <a:pt x="2" y="0"/>
                    <a:pt x="2" y="0"/>
                  </a:cubicBezTo>
                  <a:cubicBezTo>
                    <a:pt x="1" y="0"/>
                    <a:pt x="0" y="1"/>
                    <a:pt x="0" y="2"/>
                  </a:cubicBezTo>
                  <a:cubicBezTo>
                    <a:pt x="0" y="4"/>
                    <a:pt x="0" y="4"/>
                    <a:pt x="0" y="4"/>
                  </a:cubicBezTo>
                  <a:cubicBezTo>
                    <a:pt x="0" y="6"/>
                    <a:pt x="1" y="6"/>
                    <a:pt x="2" y="6"/>
                  </a:cubicBezTo>
                  <a:cubicBezTo>
                    <a:pt x="9" y="6"/>
                    <a:pt x="9" y="6"/>
                    <a:pt x="9" y="6"/>
                  </a:cubicBezTo>
                  <a:cubicBezTo>
                    <a:pt x="10" y="6"/>
                    <a:pt x="10" y="6"/>
                    <a:pt x="10" y="6"/>
                  </a:cubicBezTo>
                  <a:cubicBezTo>
                    <a:pt x="10" y="7"/>
                    <a:pt x="9" y="8"/>
                    <a:pt x="9" y="8"/>
                  </a:cubicBezTo>
                  <a:cubicBezTo>
                    <a:pt x="5" y="10"/>
                    <a:pt x="5" y="10"/>
                    <a:pt x="5" y="10"/>
                  </a:cubicBezTo>
                  <a:cubicBezTo>
                    <a:pt x="5" y="11"/>
                    <a:pt x="4" y="11"/>
                    <a:pt x="4" y="13"/>
                  </a:cubicBezTo>
                  <a:cubicBezTo>
                    <a:pt x="4" y="159"/>
                    <a:pt x="4" y="159"/>
                    <a:pt x="4" y="159"/>
                  </a:cubicBezTo>
                  <a:cubicBezTo>
                    <a:pt x="4" y="162"/>
                    <a:pt x="9" y="162"/>
                    <a:pt x="14" y="162"/>
                  </a:cubicBezTo>
                  <a:cubicBezTo>
                    <a:pt x="18" y="162"/>
                    <a:pt x="23" y="162"/>
                    <a:pt x="23" y="159"/>
                  </a:cubicBezTo>
                  <a:cubicBezTo>
                    <a:pt x="23" y="159"/>
                    <a:pt x="23" y="20"/>
                    <a:pt x="23" y="7"/>
                  </a:cubicBezTo>
                  <a:cubicBezTo>
                    <a:pt x="23" y="6"/>
                    <a:pt x="24" y="6"/>
                    <a:pt x="24" y="6"/>
                  </a:cubicBezTo>
                  <a:cubicBezTo>
                    <a:pt x="24" y="6"/>
                    <a:pt x="25" y="6"/>
                    <a:pt x="25" y="6"/>
                  </a:cubicBezTo>
                  <a:cubicBezTo>
                    <a:pt x="26" y="6"/>
                    <a:pt x="26" y="6"/>
                    <a:pt x="26" y="5"/>
                  </a:cubicBezTo>
                  <a:cubicBezTo>
                    <a:pt x="26" y="2"/>
                    <a:pt x="26" y="2"/>
                    <a:pt x="26" y="2"/>
                  </a:cubicBezTo>
                  <a:cubicBezTo>
                    <a:pt x="26" y="1"/>
                    <a:pt x="26" y="0"/>
                    <a:pt x="2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8" name="Freeform 58">
              <a:extLst>
                <a:ext uri="{FF2B5EF4-FFF2-40B4-BE49-F238E27FC236}">
                  <a16:creationId xmlns:a16="http://schemas.microsoft.com/office/drawing/2014/main" id="{08064FE0-8EF2-438D-BD55-EE899282CCDF}"/>
                </a:ext>
              </a:extLst>
            </p:cNvPr>
            <p:cNvSpPr>
              <a:spLocks/>
            </p:cNvSpPr>
            <p:nvPr userDrawn="1"/>
          </p:nvSpPr>
          <p:spPr bwMode="white">
            <a:xfrm>
              <a:off x="520" y="181"/>
              <a:ext cx="182" cy="152"/>
            </a:xfrm>
            <a:custGeom>
              <a:avLst/>
              <a:gdLst>
                <a:gd name="T0" fmla="*/ 182 w 222"/>
                <a:gd name="T1" fmla="*/ 0 h 186"/>
                <a:gd name="T2" fmla="*/ 182 w 222"/>
                <a:gd name="T3" fmla="*/ 4 h 186"/>
                <a:gd name="T4" fmla="*/ 161 w 222"/>
                <a:gd name="T5" fmla="*/ 26 h 186"/>
                <a:gd name="T6" fmla="*/ 161 w 222"/>
                <a:gd name="T7" fmla="*/ 91 h 186"/>
                <a:gd name="T8" fmla="*/ 89 w 222"/>
                <a:gd name="T9" fmla="*/ 152 h 186"/>
                <a:gd name="T10" fmla="*/ 20 w 222"/>
                <a:gd name="T11" fmla="*/ 92 h 186"/>
                <a:gd name="T12" fmla="*/ 20 w 222"/>
                <a:gd name="T13" fmla="*/ 22 h 186"/>
                <a:gd name="T14" fmla="*/ 0 w 222"/>
                <a:gd name="T15" fmla="*/ 4 h 186"/>
                <a:gd name="T16" fmla="*/ 0 w 222"/>
                <a:gd name="T17" fmla="*/ 0 h 186"/>
                <a:gd name="T18" fmla="*/ 61 w 222"/>
                <a:gd name="T19" fmla="*/ 0 h 186"/>
                <a:gd name="T20" fmla="*/ 61 w 222"/>
                <a:gd name="T21" fmla="*/ 4 h 186"/>
                <a:gd name="T22" fmla="*/ 59 w 222"/>
                <a:gd name="T23" fmla="*/ 4 h 186"/>
                <a:gd name="T24" fmla="*/ 40 w 222"/>
                <a:gd name="T25" fmla="*/ 22 h 186"/>
                <a:gd name="T26" fmla="*/ 40 w 222"/>
                <a:gd name="T27" fmla="*/ 88 h 186"/>
                <a:gd name="T28" fmla="*/ 95 w 222"/>
                <a:gd name="T29" fmla="*/ 140 h 186"/>
                <a:gd name="T30" fmla="*/ 149 w 222"/>
                <a:gd name="T31" fmla="*/ 88 h 186"/>
                <a:gd name="T32" fmla="*/ 149 w 222"/>
                <a:gd name="T33" fmla="*/ 33 h 186"/>
                <a:gd name="T34" fmla="*/ 126 w 222"/>
                <a:gd name="T35" fmla="*/ 4 h 186"/>
                <a:gd name="T36" fmla="*/ 126 w 222"/>
                <a:gd name="T37" fmla="*/ 0 h 186"/>
                <a:gd name="T38" fmla="*/ 182 w 222"/>
                <a:gd name="T39" fmla="*/ 0 h 18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22" h="186">
                  <a:moveTo>
                    <a:pt x="222" y="0"/>
                  </a:moveTo>
                  <a:cubicBezTo>
                    <a:pt x="222" y="5"/>
                    <a:pt x="222" y="5"/>
                    <a:pt x="222" y="5"/>
                  </a:cubicBezTo>
                  <a:cubicBezTo>
                    <a:pt x="203" y="6"/>
                    <a:pt x="196" y="14"/>
                    <a:pt x="196" y="32"/>
                  </a:cubicBezTo>
                  <a:cubicBezTo>
                    <a:pt x="196" y="111"/>
                    <a:pt x="196" y="111"/>
                    <a:pt x="196" y="111"/>
                  </a:cubicBezTo>
                  <a:cubicBezTo>
                    <a:pt x="196" y="147"/>
                    <a:pt x="173" y="186"/>
                    <a:pt x="109" y="186"/>
                  </a:cubicBezTo>
                  <a:cubicBezTo>
                    <a:pt x="54" y="186"/>
                    <a:pt x="25" y="154"/>
                    <a:pt x="25" y="113"/>
                  </a:cubicBezTo>
                  <a:cubicBezTo>
                    <a:pt x="25" y="27"/>
                    <a:pt x="25" y="27"/>
                    <a:pt x="25" y="27"/>
                  </a:cubicBezTo>
                  <a:cubicBezTo>
                    <a:pt x="25" y="9"/>
                    <a:pt x="20" y="6"/>
                    <a:pt x="0" y="5"/>
                  </a:cubicBezTo>
                  <a:cubicBezTo>
                    <a:pt x="0" y="0"/>
                    <a:pt x="0" y="0"/>
                    <a:pt x="0" y="0"/>
                  </a:cubicBezTo>
                  <a:cubicBezTo>
                    <a:pt x="75" y="0"/>
                    <a:pt x="75" y="0"/>
                    <a:pt x="75" y="0"/>
                  </a:cubicBezTo>
                  <a:cubicBezTo>
                    <a:pt x="75" y="5"/>
                    <a:pt x="75" y="5"/>
                    <a:pt x="75" y="5"/>
                  </a:cubicBezTo>
                  <a:cubicBezTo>
                    <a:pt x="72" y="5"/>
                    <a:pt x="72" y="5"/>
                    <a:pt x="72" y="5"/>
                  </a:cubicBezTo>
                  <a:cubicBezTo>
                    <a:pt x="56" y="5"/>
                    <a:pt x="49" y="10"/>
                    <a:pt x="49" y="27"/>
                  </a:cubicBezTo>
                  <a:cubicBezTo>
                    <a:pt x="49" y="108"/>
                    <a:pt x="49" y="108"/>
                    <a:pt x="49" y="108"/>
                  </a:cubicBezTo>
                  <a:cubicBezTo>
                    <a:pt x="49" y="147"/>
                    <a:pt x="72" y="171"/>
                    <a:pt x="116" y="171"/>
                  </a:cubicBezTo>
                  <a:cubicBezTo>
                    <a:pt x="149" y="171"/>
                    <a:pt x="182" y="157"/>
                    <a:pt x="182" y="108"/>
                  </a:cubicBezTo>
                  <a:cubicBezTo>
                    <a:pt x="182" y="40"/>
                    <a:pt x="182" y="40"/>
                    <a:pt x="182" y="40"/>
                  </a:cubicBezTo>
                  <a:cubicBezTo>
                    <a:pt x="182" y="12"/>
                    <a:pt x="178" y="7"/>
                    <a:pt x="154" y="5"/>
                  </a:cubicBezTo>
                  <a:cubicBezTo>
                    <a:pt x="154" y="0"/>
                    <a:pt x="154" y="0"/>
                    <a:pt x="154" y="0"/>
                  </a:cubicBezTo>
                  <a:lnTo>
                    <a:pt x="2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9" name="Freeform 59">
              <a:extLst>
                <a:ext uri="{FF2B5EF4-FFF2-40B4-BE49-F238E27FC236}">
                  <a16:creationId xmlns:a16="http://schemas.microsoft.com/office/drawing/2014/main" id="{55E39AF3-B4AF-49D8-9A3A-570B9387DC21}"/>
                </a:ext>
              </a:extLst>
            </p:cNvPr>
            <p:cNvSpPr>
              <a:spLocks/>
            </p:cNvSpPr>
            <p:nvPr userDrawn="1"/>
          </p:nvSpPr>
          <p:spPr bwMode="white">
            <a:xfrm>
              <a:off x="697" y="181"/>
              <a:ext cx="184" cy="151"/>
            </a:xfrm>
            <a:custGeom>
              <a:avLst/>
              <a:gdLst>
                <a:gd name="T0" fmla="*/ 156 w 224"/>
                <a:gd name="T1" fmla="*/ 151 h 184"/>
                <a:gd name="T2" fmla="*/ 31 w 224"/>
                <a:gd name="T3" fmla="*/ 21 h 184"/>
                <a:gd name="T4" fmla="*/ 31 w 224"/>
                <a:gd name="T5" fmla="*/ 124 h 184"/>
                <a:gd name="T6" fmla="*/ 56 w 224"/>
                <a:gd name="T7" fmla="*/ 144 h 184"/>
                <a:gd name="T8" fmla="*/ 56 w 224"/>
                <a:gd name="T9" fmla="*/ 149 h 184"/>
                <a:gd name="T10" fmla="*/ 0 w 224"/>
                <a:gd name="T11" fmla="*/ 149 h 184"/>
                <a:gd name="T12" fmla="*/ 0 w 224"/>
                <a:gd name="T13" fmla="*/ 144 h 184"/>
                <a:gd name="T14" fmla="*/ 1 w 224"/>
                <a:gd name="T15" fmla="*/ 144 h 184"/>
                <a:gd name="T16" fmla="*/ 21 w 224"/>
                <a:gd name="T17" fmla="*/ 128 h 184"/>
                <a:gd name="T18" fmla="*/ 21 w 224"/>
                <a:gd name="T19" fmla="*/ 11 h 184"/>
                <a:gd name="T20" fmla="*/ 1 w 224"/>
                <a:gd name="T21" fmla="*/ 4 h 184"/>
                <a:gd name="T22" fmla="*/ 1 w 224"/>
                <a:gd name="T23" fmla="*/ 0 h 184"/>
                <a:gd name="T24" fmla="*/ 39 w 224"/>
                <a:gd name="T25" fmla="*/ 0 h 184"/>
                <a:gd name="T26" fmla="*/ 151 w 224"/>
                <a:gd name="T27" fmla="*/ 117 h 184"/>
                <a:gd name="T28" fmla="*/ 151 w 224"/>
                <a:gd name="T29" fmla="*/ 22 h 184"/>
                <a:gd name="T30" fmla="*/ 127 w 224"/>
                <a:gd name="T31" fmla="*/ 4 h 184"/>
                <a:gd name="T32" fmla="*/ 127 w 224"/>
                <a:gd name="T33" fmla="*/ 0 h 184"/>
                <a:gd name="T34" fmla="*/ 184 w 224"/>
                <a:gd name="T35" fmla="*/ 0 h 184"/>
                <a:gd name="T36" fmla="*/ 184 w 224"/>
                <a:gd name="T37" fmla="*/ 4 h 184"/>
                <a:gd name="T38" fmla="*/ 162 w 224"/>
                <a:gd name="T39" fmla="*/ 17 h 184"/>
                <a:gd name="T40" fmla="*/ 162 w 224"/>
                <a:gd name="T41" fmla="*/ 151 h 184"/>
                <a:gd name="T42" fmla="*/ 156 w 224"/>
                <a:gd name="T43" fmla="*/ 151 h 18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4" h="184">
                  <a:moveTo>
                    <a:pt x="190" y="184"/>
                  </a:moveTo>
                  <a:cubicBezTo>
                    <a:pt x="38" y="25"/>
                    <a:pt x="38" y="25"/>
                    <a:pt x="38" y="25"/>
                  </a:cubicBezTo>
                  <a:cubicBezTo>
                    <a:pt x="38" y="151"/>
                    <a:pt x="38" y="151"/>
                    <a:pt x="38" y="151"/>
                  </a:cubicBezTo>
                  <a:cubicBezTo>
                    <a:pt x="38" y="172"/>
                    <a:pt x="43" y="176"/>
                    <a:pt x="68" y="176"/>
                  </a:cubicBezTo>
                  <a:cubicBezTo>
                    <a:pt x="68" y="182"/>
                    <a:pt x="68" y="182"/>
                    <a:pt x="68" y="182"/>
                  </a:cubicBezTo>
                  <a:cubicBezTo>
                    <a:pt x="0" y="182"/>
                    <a:pt x="0" y="182"/>
                    <a:pt x="0" y="182"/>
                  </a:cubicBezTo>
                  <a:cubicBezTo>
                    <a:pt x="0" y="176"/>
                    <a:pt x="0" y="176"/>
                    <a:pt x="0" y="176"/>
                  </a:cubicBezTo>
                  <a:cubicBezTo>
                    <a:pt x="1" y="176"/>
                    <a:pt x="1" y="176"/>
                    <a:pt x="1" y="176"/>
                  </a:cubicBezTo>
                  <a:cubicBezTo>
                    <a:pt x="19" y="176"/>
                    <a:pt x="25" y="170"/>
                    <a:pt x="25" y="156"/>
                  </a:cubicBezTo>
                  <a:cubicBezTo>
                    <a:pt x="25" y="13"/>
                    <a:pt x="25" y="13"/>
                    <a:pt x="25" y="13"/>
                  </a:cubicBezTo>
                  <a:cubicBezTo>
                    <a:pt x="19" y="8"/>
                    <a:pt x="11" y="6"/>
                    <a:pt x="1" y="5"/>
                  </a:cubicBezTo>
                  <a:cubicBezTo>
                    <a:pt x="1" y="0"/>
                    <a:pt x="1" y="0"/>
                    <a:pt x="1" y="0"/>
                  </a:cubicBezTo>
                  <a:cubicBezTo>
                    <a:pt x="47" y="0"/>
                    <a:pt x="47" y="0"/>
                    <a:pt x="47" y="0"/>
                  </a:cubicBezTo>
                  <a:cubicBezTo>
                    <a:pt x="184" y="143"/>
                    <a:pt x="184" y="143"/>
                    <a:pt x="184" y="143"/>
                  </a:cubicBezTo>
                  <a:cubicBezTo>
                    <a:pt x="184" y="27"/>
                    <a:pt x="184" y="27"/>
                    <a:pt x="184" y="27"/>
                  </a:cubicBezTo>
                  <a:cubicBezTo>
                    <a:pt x="184" y="9"/>
                    <a:pt x="179" y="6"/>
                    <a:pt x="155" y="5"/>
                  </a:cubicBezTo>
                  <a:cubicBezTo>
                    <a:pt x="155" y="0"/>
                    <a:pt x="155" y="0"/>
                    <a:pt x="155" y="0"/>
                  </a:cubicBezTo>
                  <a:cubicBezTo>
                    <a:pt x="224" y="0"/>
                    <a:pt x="224" y="0"/>
                    <a:pt x="224" y="0"/>
                  </a:cubicBezTo>
                  <a:cubicBezTo>
                    <a:pt x="224" y="5"/>
                    <a:pt x="224" y="5"/>
                    <a:pt x="224" y="5"/>
                  </a:cubicBezTo>
                  <a:cubicBezTo>
                    <a:pt x="202" y="5"/>
                    <a:pt x="197" y="9"/>
                    <a:pt x="197" y="21"/>
                  </a:cubicBezTo>
                  <a:cubicBezTo>
                    <a:pt x="197" y="184"/>
                    <a:pt x="197" y="184"/>
                    <a:pt x="197" y="184"/>
                  </a:cubicBezTo>
                  <a:lnTo>
                    <a:pt x="190" y="18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0" name="Freeform 60">
              <a:extLst>
                <a:ext uri="{FF2B5EF4-FFF2-40B4-BE49-F238E27FC236}">
                  <a16:creationId xmlns:a16="http://schemas.microsoft.com/office/drawing/2014/main" id="{25C04B19-E8D0-48BB-AD95-03B3B7357246}"/>
                </a:ext>
              </a:extLst>
            </p:cNvPr>
            <p:cNvSpPr>
              <a:spLocks/>
            </p:cNvSpPr>
            <p:nvPr userDrawn="1"/>
          </p:nvSpPr>
          <p:spPr bwMode="white">
            <a:xfrm>
              <a:off x="882" y="178"/>
              <a:ext cx="152" cy="155"/>
            </a:xfrm>
            <a:custGeom>
              <a:avLst/>
              <a:gdLst>
                <a:gd name="T0" fmla="*/ 141 w 186"/>
                <a:gd name="T1" fmla="*/ 42 h 190"/>
                <a:gd name="T2" fmla="*/ 87 w 186"/>
                <a:gd name="T3" fmla="*/ 6 h 190"/>
                <a:gd name="T4" fmla="*/ 22 w 186"/>
                <a:gd name="T5" fmla="*/ 74 h 190"/>
                <a:gd name="T6" fmla="*/ 90 w 186"/>
                <a:gd name="T7" fmla="*/ 149 h 190"/>
                <a:gd name="T8" fmla="*/ 148 w 186"/>
                <a:gd name="T9" fmla="*/ 114 h 190"/>
                <a:gd name="T10" fmla="*/ 152 w 186"/>
                <a:gd name="T11" fmla="*/ 114 h 190"/>
                <a:gd name="T12" fmla="*/ 137 w 186"/>
                <a:gd name="T13" fmla="*/ 148 h 190"/>
                <a:gd name="T14" fmla="*/ 83 w 186"/>
                <a:gd name="T15" fmla="*/ 155 h 190"/>
                <a:gd name="T16" fmla="*/ 0 w 186"/>
                <a:gd name="T17" fmla="*/ 79 h 190"/>
                <a:gd name="T18" fmla="*/ 86 w 186"/>
                <a:gd name="T19" fmla="*/ 0 h 190"/>
                <a:gd name="T20" fmla="*/ 136 w 186"/>
                <a:gd name="T21" fmla="*/ 9 h 190"/>
                <a:gd name="T22" fmla="*/ 141 w 186"/>
                <a:gd name="T23" fmla="*/ 7 h 190"/>
                <a:gd name="T24" fmla="*/ 144 w 186"/>
                <a:gd name="T25" fmla="*/ 7 h 190"/>
                <a:gd name="T26" fmla="*/ 146 w 186"/>
                <a:gd name="T27" fmla="*/ 42 h 190"/>
                <a:gd name="T28" fmla="*/ 141 w 186"/>
                <a:gd name="T29" fmla="*/ 42 h 1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6" h="190">
                  <a:moveTo>
                    <a:pt x="173" y="52"/>
                  </a:moveTo>
                  <a:cubicBezTo>
                    <a:pt x="163" y="25"/>
                    <a:pt x="138" y="7"/>
                    <a:pt x="106" y="7"/>
                  </a:cubicBezTo>
                  <a:cubicBezTo>
                    <a:pt x="58" y="7"/>
                    <a:pt x="27" y="42"/>
                    <a:pt x="27" y="91"/>
                  </a:cubicBezTo>
                  <a:cubicBezTo>
                    <a:pt x="27" y="144"/>
                    <a:pt x="65" y="183"/>
                    <a:pt x="110" y="183"/>
                  </a:cubicBezTo>
                  <a:cubicBezTo>
                    <a:pt x="133" y="183"/>
                    <a:pt x="161" y="175"/>
                    <a:pt x="181" y="140"/>
                  </a:cubicBezTo>
                  <a:cubicBezTo>
                    <a:pt x="186" y="140"/>
                    <a:pt x="186" y="140"/>
                    <a:pt x="186" y="140"/>
                  </a:cubicBezTo>
                  <a:cubicBezTo>
                    <a:pt x="183" y="153"/>
                    <a:pt x="175" y="171"/>
                    <a:pt x="168" y="182"/>
                  </a:cubicBezTo>
                  <a:cubicBezTo>
                    <a:pt x="149" y="180"/>
                    <a:pt x="136" y="190"/>
                    <a:pt x="102" y="190"/>
                  </a:cubicBezTo>
                  <a:cubicBezTo>
                    <a:pt x="43" y="190"/>
                    <a:pt x="0" y="151"/>
                    <a:pt x="0" y="97"/>
                  </a:cubicBezTo>
                  <a:cubicBezTo>
                    <a:pt x="0" y="40"/>
                    <a:pt x="44" y="0"/>
                    <a:pt x="105" y="0"/>
                  </a:cubicBezTo>
                  <a:cubicBezTo>
                    <a:pt x="142" y="0"/>
                    <a:pt x="157" y="11"/>
                    <a:pt x="166" y="11"/>
                  </a:cubicBezTo>
                  <a:cubicBezTo>
                    <a:pt x="170" y="11"/>
                    <a:pt x="171" y="10"/>
                    <a:pt x="172" y="9"/>
                  </a:cubicBezTo>
                  <a:cubicBezTo>
                    <a:pt x="176" y="9"/>
                    <a:pt x="176" y="9"/>
                    <a:pt x="176" y="9"/>
                  </a:cubicBezTo>
                  <a:cubicBezTo>
                    <a:pt x="179" y="52"/>
                    <a:pt x="179" y="52"/>
                    <a:pt x="179" y="52"/>
                  </a:cubicBezTo>
                  <a:lnTo>
                    <a:pt x="173" y="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 bg1="lt1" tx1="dk1" bg2="lt2" tx2="dk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23" r:id="rId6"/>
    <p:sldLayoutId id="2147484224" r:id="rId7"/>
    <p:sldLayoutId id="2147484225" r:id="rId8"/>
    <p:sldLayoutId id="2147484226" r:id="rId9"/>
    <p:sldLayoutId id="2147484227" r:id="rId10"/>
    <p:sldLayoutId id="2147484228" r:id="rId11"/>
    <p:sldLayoutId id="2147484229" r:id="rId12"/>
  </p:sldLayoutIdLst>
  <p:transition advClick="0"/>
  <p:txStyles>
    <p:titleStyle>
      <a:lvl1pPr algn="r" rtl="0" eaLnBrk="0" fontAlgn="base" hangingPunct="0">
        <a:lnSpc>
          <a:spcPct val="85000"/>
        </a:lnSpc>
        <a:spcBef>
          <a:spcPct val="0"/>
        </a:spcBef>
        <a:spcAft>
          <a:spcPct val="0"/>
        </a:spcAft>
        <a:defRPr sz="4000" b="1">
          <a:solidFill>
            <a:srgbClr val="FFFF66"/>
          </a:solidFill>
          <a:latin typeface="+mj-lt"/>
          <a:ea typeface="+mj-ea"/>
          <a:cs typeface="+mj-cs"/>
        </a:defRPr>
      </a:lvl1pPr>
      <a:lvl2pPr algn="r" rtl="0" eaLnBrk="0" fontAlgn="base" hangingPunct="0">
        <a:lnSpc>
          <a:spcPct val="85000"/>
        </a:lnSpc>
        <a:spcBef>
          <a:spcPct val="0"/>
        </a:spcBef>
        <a:spcAft>
          <a:spcPct val="0"/>
        </a:spcAft>
        <a:defRPr sz="4000" b="1">
          <a:solidFill>
            <a:srgbClr val="FFFF66"/>
          </a:solidFill>
          <a:latin typeface="Trebuchet MS" pitchFamily="34" charset="0"/>
          <a:cs typeface="Arial" pitchFamily="34" charset="0"/>
        </a:defRPr>
      </a:lvl2pPr>
      <a:lvl3pPr algn="r" rtl="0" eaLnBrk="0" fontAlgn="base" hangingPunct="0">
        <a:lnSpc>
          <a:spcPct val="85000"/>
        </a:lnSpc>
        <a:spcBef>
          <a:spcPct val="0"/>
        </a:spcBef>
        <a:spcAft>
          <a:spcPct val="0"/>
        </a:spcAft>
        <a:defRPr sz="4000" b="1">
          <a:solidFill>
            <a:srgbClr val="FFFF66"/>
          </a:solidFill>
          <a:latin typeface="Trebuchet MS" pitchFamily="34" charset="0"/>
          <a:cs typeface="Arial" pitchFamily="34" charset="0"/>
        </a:defRPr>
      </a:lvl3pPr>
      <a:lvl4pPr algn="r" rtl="0" eaLnBrk="0" fontAlgn="base" hangingPunct="0">
        <a:lnSpc>
          <a:spcPct val="85000"/>
        </a:lnSpc>
        <a:spcBef>
          <a:spcPct val="0"/>
        </a:spcBef>
        <a:spcAft>
          <a:spcPct val="0"/>
        </a:spcAft>
        <a:defRPr sz="4000" b="1">
          <a:solidFill>
            <a:srgbClr val="FFFF66"/>
          </a:solidFill>
          <a:latin typeface="Trebuchet MS" pitchFamily="34" charset="0"/>
          <a:cs typeface="Arial" pitchFamily="34" charset="0"/>
        </a:defRPr>
      </a:lvl4pPr>
      <a:lvl5pPr algn="r" rtl="0" eaLnBrk="0" fontAlgn="base" hangingPunct="0">
        <a:lnSpc>
          <a:spcPct val="85000"/>
        </a:lnSpc>
        <a:spcBef>
          <a:spcPct val="0"/>
        </a:spcBef>
        <a:spcAft>
          <a:spcPct val="0"/>
        </a:spcAft>
        <a:defRPr sz="4000" b="1">
          <a:solidFill>
            <a:srgbClr val="FFFF66"/>
          </a:solidFill>
          <a:latin typeface="Trebuchet MS" pitchFamily="34" charset="0"/>
          <a:cs typeface="Arial" pitchFamily="34" charset="0"/>
        </a:defRPr>
      </a:lvl5pPr>
      <a:lvl6pPr marL="457200" algn="r" rtl="0" fontAlgn="base">
        <a:lnSpc>
          <a:spcPct val="85000"/>
        </a:lnSpc>
        <a:spcBef>
          <a:spcPct val="0"/>
        </a:spcBef>
        <a:spcAft>
          <a:spcPct val="0"/>
        </a:spcAft>
        <a:defRPr sz="4000" b="1">
          <a:solidFill>
            <a:srgbClr val="FFFF66"/>
          </a:solidFill>
          <a:latin typeface="Trebuchet MS" pitchFamily="34" charset="0"/>
          <a:cs typeface="Arial" pitchFamily="34" charset="0"/>
        </a:defRPr>
      </a:lvl6pPr>
      <a:lvl7pPr marL="914400" algn="r" rtl="0" fontAlgn="base">
        <a:lnSpc>
          <a:spcPct val="85000"/>
        </a:lnSpc>
        <a:spcBef>
          <a:spcPct val="0"/>
        </a:spcBef>
        <a:spcAft>
          <a:spcPct val="0"/>
        </a:spcAft>
        <a:defRPr sz="4000" b="1">
          <a:solidFill>
            <a:srgbClr val="FFFF66"/>
          </a:solidFill>
          <a:latin typeface="Trebuchet MS" pitchFamily="34" charset="0"/>
          <a:cs typeface="Arial" pitchFamily="34" charset="0"/>
        </a:defRPr>
      </a:lvl7pPr>
      <a:lvl8pPr marL="1371600" algn="r" rtl="0" fontAlgn="base">
        <a:lnSpc>
          <a:spcPct val="85000"/>
        </a:lnSpc>
        <a:spcBef>
          <a:spcPct val="0"/>
        </a:spcBef>
        <a:spcAft>
          <a:spcPct val="0"/>
        </a:spcAft>
        <a:defRPr sz="4000" b="1">
          <a:solidFill>
            <a:srgbClr val="FFFF66"/>
          </a:solidFill>
          <a:latin typeface="Trebuchet MS" pitchFamily="34" charset="0"/>
          <a:cs typeface="Arial" pitchFamily="34" charset="0"/>
        </a:defRPr>
      </a:lvl8pPr>
      <a:lvl9pPr marL="1828800" algn="r" rtl="0" fontAlgn="base">
        <a:lnSpc>
          <a:spcPct val="85000"/>
        </a:lnSpc>
        <a:spcBef>
          <a:spcPct val="0"/>
        </a:spcBef>
        <a:spcAft>
          <a:spcPct val="0"/>
        </a:spcAft>
        <a:defRPr sz="4000" b="1">
          <a:solidFill>
            <a:srgbClr val="FFFF66"/>
          </a:solidFill>
          <a:latin typeface="Trebuchet MS" pitchFamily="34" charset="0"/>
          <a:cs typeface="Arial" pitchFamily="34" charset="0"/>
        </a:defRPr>
      </a:lvl9pPr>
    </p:titleStyle>
    <p:bodyStyle>
      <a:lvl1pPr marL="342900" indent="-342900" algn="l" rtl="0" eaLnBrk="0" fontAlgn="base" hangingPunct="0">
        <a:lnSpc>
          <a:spcPct val="90000"/>
        </a:lnSpc>
        <a:spcBef>
          <a:spcPct val="20000"/>
        </a:spcBef>
        <a:spcAft>
          <a:spcPct val="20000"/>
        </a:spcAft>
        <a:buClr>
          <a:srgbClr val="336699"/>
        </a:buClr>
        <a:buSzPct val="115000"/>
        <a:buFont typeface="Wingdings" panose="05000000000000000000" pitchFamily="2" charset="2"/>
        <a:buChar char="§"/>
        <a:defRPr sz="3200">
          <a:solidFill>
            <a:srgbClr val="003366"/>
          </a:solidFill>
          <a:latin typeface="+mn-lt"/>
          <a:ea typeface="+mn-ea"/>
          <a:cs typeface="+mn-cs"/>
        </a:defRPr>
      </a:lvl1pPr>
      <a:lvl2pPr marL="742950" indent="-285750" algn="l" rtl="0" eaLnBrk="0" fontAlgn="base" hangingPunct="0">
        <a:lnSpc>
          <a:spcPct val="90000"/>
        </a:lnSpc>
        <a:spcBef>
          <a:spcPct val="20000"/>
        </a:spcBef>
        <a:spcAft>
          <a:spcPct val="20000"/>
        </a:spcAft>
        <a:buClr>
          <a:srgbClr val="6699CC"/>
        </a:buClr>
        <a:buSzPct val="125000"/>
        <a:buChar char="•"/>
        <a:defRPr sz="2800">
          <a:solidFill>
            <a:srgbClr val="335F89"/>
          </a:solidFill>
          <a:latin typeface="+mn-lt"/>
          <a:cs typeface="+mn-cs"/>
        </a:defRPr>
      </a:lvl2pPr>
      <a:lvl3pPr marL="1143000" indent="-228600" algn="l" rtl="0" eaLnBrk="0" fontAlgn="base" hangingPunct="0">
        <a:lnSpc>
          <a:spcPct val="90000"/>
        </a:lnSpc>
        <a:spcBef>
          <a:spcPct val="20000"/>
        </a:spcBef>
        <a:spcAft>
          <a:spcPct val="20000"/>
        </a:spcAft>
        <a:buClr>
          <a:srgbClr val="336699"/>
        </a:buClr>
        <a:buSzPct val="115000"/>
        <a:buFont typeface="Wingdings" panose="05000000000000000000" pitchFamily="2" charset="2"/>
        <a:buChar char="w"/>
        <a:defRPr sz="2400">
          <a:solidFill>
            <a:srgbClr val="5F5F5F"/>
          </a:solidFill>
          <a:latin typeface="+mn-lt"/>
          <a:cs typeface="+mn-cs"/>
        </a:defRPr>
      </a:lvl3pPr>
      <a:lvl4pPr marL="1600200" indent="-228600" algn="l" rtl="0" eaLnBrk="0" fontAlgn="base" hangingPunct="0">
        <a:spcBef>
          <a:spcPct val="20000"/>
        </a:spcBef>
        <a:spcAft>
          <a:spcPct val="0"/>
        </a:spcAft>
        <a:buSzPct val="75000"/>
        <a:buFont typeface="Wingdings" panose="05000000000000000000" pitchFamily="2" charset="2"/>
        <a:buChar char="v"/>
        <a:defRPr sz="2000">
          <a:solidFill>
            <a:srgbClr val="808080"/>
          </a:solidFill>
          <a:latin typeface="+mn-lt"/>
          <a:cs typeface="+mn-cs"/>
        </a:defRPr>
      </a:lvl4pPr>
      <a:lvl5pPr marL="2057400" indent="-228600" algn="l" rtl="0" eaLnBrk="0" fontAlgn="base" hangingPunct="0">
        <a:spcBef>
          <a:spcPct val="20000"/>
        </a:spcBef>
        <a:spcAft>
          <a:spcPct val="0"/>
        </a:spcAft>
        <a:buSzPct val="80000"/>
        <a:buChar char="o"/>
        <a:defRPr sz="2000">
          <a:solidFill>
            <a:srgbClr val="969696"/>
          </a:solidFill>
          <a:latin typeface="+mn-lt"/>
          <a:cs typeface="+mn-cs"/>
        </a:defRPr>
      </a:lvl5pPr>
      <a:lvl6pPr marL="2514600" indent="-228600" algn="l" rtl="0" fontAlgn="base">
        <a:spcBef>
          <a:spcPct val="20000"/>
        </a:spcBef>
        <a:spcAft>
          <a:spcPct val="0"/>
        </a:spcAft>
        <a:buSzPct val="80000"/>
        <a:buChar char="o"/>
        <a:defRPr sz="2000">
          <a:solidFill>
            <a:srgbClr val="969696"/>
          </a:solidFill>
          <a:latin typeface="+mn-lt"/>
          <a:cs typeface="+mn-cs"/>
        </a:defRPr>
      </a:lvl6pPr>
      <a:lvl7pPr marL="2971800" indent="-228600" algn="l" rtl="0" fontAlgn="base">
        <a:spcBef>
          <a:spcPct val="20000"/>
        </a:spcBef>
        <a:spcAft>
          <a:spcPct val="0"/>
        </a:spcAft>
        <a:buSzPct val="80000"/>
        <a:buChar char="o"/>
        <a:defRPr sz="2000">
          <a:solidFill>
            <a:srgbClr val="969696"/>
          </a:solidFill>
          <a:latin typeface="+mn-lt"/>
          <a:cs typeface="+mn-cs"/>
        </a:defRPr>
      </a:lvl7pPr>
      <a:lvl8pPr marL="3429000" indent="-228600" algn="l" rtl="0" fontAlgn="base">
        <a:spcBef>
          <a:spcPct val="20000"/>
        </a:spcBef>
        <a:spcAft>
          <a:spcPct val="0"/>
        </a:spcAft>
        <a:buSzPct val="80000"/>
        <a:buChar char="o"/>
        <a:defRPr sz="2000">
          <a:solidFill>
            <a:srgbClr val="969696"/>
          </a:solidFill>
          <a:latin typeface="+mn-lt"/>
          <a:cs typeface="+mn-cs"/>
        </a:defRPr>
      </a:lvl8pPr>
      <a:lvl9pPr marL="3886200" indent="-228600" algn="l" rtl="0" fontAlgn="base">
        <a:spcBef>
          <a:spcPct val="20000"/>
        </a:spcBef>
        <a:spcAft>
          <a:spcPct val="0"/>
        </a:spcAft>
        <a:buSzPct val="80000"/>
        <a:buChar char="o"/>
        <a:defRPr sz="2000">
          <a:solidFill>
            <a:srgbClr val="969696"/>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63">
            <a:extLst>
              <a:ext uri="{FF2B5EF4-FFF2-40B4-BE49-F238E27FC236}">
                <a16:creationId xmlns:a16="http://schemas.microsoft.com/office/drawing/2014/main" id="{3E462E84-E7C5-46F6-91FB-1DC417287EEB}"/>
              </a:ext>
            </a:extLst>
          </p:cNvPr>
          <p:cNvSpPr>
            <a:spLocks noChangeShapeType="1"/>
          </p:cNvSpPr>
          <p:nvPr/>
        </p:nvSpPr>
        <p:spPr bwMode="gray">
          <a:xfrm>
            <a:off x="0" y="6483350"/>
            <a:ext cx="9144000" cy="0"/>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51" name="Picture 62" descr="its_bkgd_bwtitle">
            <a:extLst>
              <a:ext uri="{FF2B5EF4-FFF2-40B4-BE49-F238E27FC236}">
                <a16:creationId xmlns:a16="http://schemas.microsoft.com/office/drawing/2014/main" id="{D1E2325E-5891-434D-B451-EBB7EE038CF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3342"/>
          <a:stretch>
            <a:fillRect/>
          </a:stretch>
        </p:blipFill>
        <p:spPr bwMode="auto">
          <a:xfrm>
            <a:off x="0" y="0"/>
            <a:ext cx="9144000" cy="431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8" descr="its_bkgd_khaki_div">
            <a:extLst>
              <a:ext uri="{FF2B5EF4-FFF2-40B4-BE49-F238E27FC236}">
                <a16:creationId xmlns:a16="http://schemas.microsoft.com/office/drawing/2014/main" id="{3651198F-2060-4157-858F-357D8652E32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hidden">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Rectangle 2">
            <a:extLst>
              <a:ext uri="{FF2B5EF4-FFF2-40B4-BE49-F238E27FC236}">
                <a16:creationId xmlns:a16="http://schemas.microsoft.com/office/drawing/2014/main" id="{FECAAE71-C18A-4A52-AC1E-3F57ED1D3F9B}"/>
              </a:ext>
            </a:extLst>
          </p:cNvPr>
          <p:cNvSpPr>
            <a:spLocks noGrp="1" noChangeArrowheads="1"/>
          </p:cNvSpPr>
          <p:nvPr>
            <p:ph type="title"/>
          </p:nvPr>
        </p:nvSpPr>
        <p:spPr bwMode="white">
          <a:xfrm>
            <a:off x="457200" y="1366838"/>
            <a:ext cx="8229600" cy="1143000"/>
          </a:xfrm>
          <a:prstGeom prst="rect">
            <a:avLst/>
          </a:prstGeom>
          <a:noFill/>
          <a:ln>
            <a:noFill/>
          </a:ln>
          <a:effectLst>
            <a:outerShdw dist="35921" dir="2700000" algn="ctr" rotWithShape="0">
              <a:srgbClr val="336699"/>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4" name="Text Box 10">
            <a:extLst>
              <a:ext uri="{FF2B5EF4-FFF2-40B4-BE49-F238E27FC236}">
                <a16:creationId xmlns:a16="http://schemas.microsoft.com/office/drawing/2014/main" id="{072FE61C-6FA1-4A9B-BB56-E1A68B9EE887}"/>
              </a:ext>
            </a:extLst>
          </p:cNvPr>
          <p:cNvSpPr txBox="1">
            <a:spLocks noChangeArrowheads="1"/>
          </p:cNvSpPr>
          <p:nvPr/>
        </p:nvSpPr>
        <p:spPr bwMode="auto">
          <a:xfrm>
            <a:off x="36513" y="6564313"/>
            <a:ext cx="9699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000" b="1">
                <a:solidFill>
                  <a:srgbClr val="666666"/>
                </a:solidFill>
                <a:latin typeface="Verdana" pitchFamily="34" charset="0"/>
              </a:rPr>
              <a:t>its.unc.edu</a:t>
            </a:r>
          </a:p>
        </p:txBody>
      </p:sp>
      <p:grpSp>
        <p:nvGrpSpPr>
          <p:cNvPr id="2055" name="Group 61">
            <a:extLst>
              <a:ext uri="{FF2B5EF4-FFF2-40B4-BE49-F238E27FC236}">
                <a16:creationId xmlns:a16="http://schemas.microsoft.com/office/drawing/2014/main" id="{CB534BF8-AD3F-4862-909A-9D9578A1AD08}"/>
              </a:ext>
            </a:extLst>
          </p:cNvPr>
          <p:cNvGrpSpPr>
            <a:grpSpLocks/>
          </p:cNvGrpSpPr>
          <p:nvPr/>
        </p:nvGrpSpPr>
        <p:grpSpPr bwMode="auto">
          <a:xfrm>
            <a:off x="3168650" y="4967288"/>
            <a:ext cx="2806700" cy="727075"/>
            <a:chOff x="1996" y="3129"/>
            <a:chExt cx="1768" cy="458"/>
          </a:xfrm>
        </p:grpSpPr>
        <p:sp>
          <p:nvSpPr>
            <p:cNvPr id="2056" name="Freeform 13">
              <a:extLst>
                <a:ext uri="{FF2B5EF4-FFF2-40B4-BE49-F238E27FC236}">
                  <a16:creationId xmlns:a16="http://schemas.microsoft.com/office/drawing/2014/main" id="{A1E53C96-1670-45D8-82B9-2F62D8174CB8}"/>
                </a:ext>
              </a:extLst>
            </p:cNvPr>
            <p:cNvSpPr>
              <a:spLocks/>
            </p:cNvSpPr>
            <p:nvPr userDrawn="1"/>
          </p:nvSpPr>
          <p:spPr bwMode="gray">
            <a:xfrm>
              <a:off x="2502" y="3417"/>
              <a:ext cx="26" cy="51"/>
            </a:xfrm>
            <a:custGeom>
              <a:avLst/>
              <a:gdLst>
                <a:gd name="T0" fmla="*/ 0 w 29"/>
                <a:gd name="T1" fmla="*/ 0 h 56"/>
                <a:gd name="T2" fmla="*/ 26 w 29"/>
                <a:gd name="T3" fmla="*/ 0 h 56"/>
                <a:gd name="T4" fmla="*/ 26 w 29"/>
                <a:gd name="T5" fmla="*/ 4 h 56"/>
                <a:gd name="T6" fmla="*/ 24 w 29"/>
                <a:gd name="T7" fmla="*/ 4 h 56"/>
                <a:gd name="T8" fmla="*/ 19 w 29"/>
                <a:gd name="T9" fmla="*/ 9 h 56"/>
                <a:gd name="T10" fmla="*/ 19 w 29"/>
                <a:gd name="T11" fmla="*/ 42 h 56"/>
                <a:gd name="T12" fmla="*/ 25 w 29"/>
                <a:gd name="T13" fmla="*/ 48 h 56"/>
                <a:gd name="T14" fmla="*/ 26 w 29"/>
                <a:gd name="T15" fmla="*/ 48 h 56"/>
                <a:gd name="T16" fmla="*/ 26 w 29"/>
                <a:gd name="T17" fmla="*/ 51 h 56"/>
                <a:gd name="T18" fmla="*/ 0 w 29"/>
                <a:gd name="T19" fmla="*/ 51 h 56"/>
                <a:gd name="T20" fmla="*/ 0 w 29"/>
                <a:gd name="T21" fmla="*/ 48 h 56"/>
                <a:gd name="T22" fmla="*/ 1 w 29"/>
                <a:gd name="T23" fmla="*/ 48 h 56"/>
                <a:gd name="T24" fmla="*/ 7 w 29"/>
                <a:gd name="T25" fmla="*/ 43 h 56"/>
                <a:gd name="T26" fmla="*/ 7 w 29"/>
                <a:gd name="T27" fmla="*/ 9 h 56"/>
                <a:gd name="T28" fmla="*/ 1 w 29"/>
                <a:gd name="T29" fmla="*/ 4 h 56"/>
                <a:gd name="T30" fmla="*/ 0 w 29"/>
                <a:gd name="T31" fmla="*/ 4 h 56"/>
                <a:gd name="T32" fmla="*/ 0 w 29"/>
                <a:gd name="T33" fmla="*/ 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56">
                  <a:moveTo>
                    <a:pt x="0" y="0"/>
                  </a:moveTo>
                  <a:cubicBezTo>
                    <a:pt x="29" y="0"/>
                    <a:pt x="29" y="0"/>
                    <a:pt x="29" y="0"/>
                  </a:cubicBezTo>
                  <a:cubicBezTo>
                    <a:pt x="29" y="4"/>
                    <a:pt x="29" y="4"/>
                    <a:pt x="29" y="4"/>
                  </a:cubicBezTo>
                  <a:cubicBezTo>
                    <a:pt x="27" y="4"/>
                    <a:pt x="27" y="4"/>
                    <a:pt x="27" y="4"/>
                  </a:cubicBezTo>
                  <a:cubicBezTo>
                    <a:pt x="23" y="4"/>
                    <a:pt x="21" y="6"/>
                    <a:pt x="21" y="10"/>
                  </a:cubicBezTo>
                  <a:cubicBezTo>
                    <a:pt x="21" y="46"/>
                    <a:pt x="21" y="46"/>
                    <a:pt x="21" y="46"/>
                  </a:cubicBezTo>
                  <a:cubicBezTo>
                    <a:pt x="21" y="51"/>
                    <a:pt x="22" y="53"/>
                    <a:pt x="28" y="53"/>
                  </a:cubicBezTo>
                  <a:cubicBezTo>
                    <a:pt x="29" y="53"/>
                    <a:pt x="29" y="53"/>
                    <a:pt x="29" y="53"/>
                  </a:cubicBezTo>
                  <a:cubicBezTo>
                    <a:pt x="29" y="56"/>
                    <a:pt x="29" y="56"/>
                    <a:pt x="29" y="56"/>
                  </a:cubicBezTo>
                  <a:cubicBezTo>
                    <a:pt x="0" y="56"/>
                    <a:pt x="0" y="56"/>
                    <a:pt x="0" y="56"/>
                  </a:cubicBezTo>
                  <a:cubicBezTo>
                    <a:pt x="0" y="53"/>
                    <a:pt x="0" y="53"/>
                    <a:pt x="0" y="53"/>
                  </a:cubicBezTo>
                  <a:cubicBezTo>
                    <a:pt x="1" y="53"/>
                    <a:pt x="1" y="53"/>
                    <a:pt x="1" y="53"/>
                  </a:cubicBezTo>
                  <a:cubicBezTo>
                    <a:pt x="6" y="53"/>
                    <a:pt x="8" y="51"/>
                    <a:pt x="8" y="47"/>
                  </a:cubicBezTo>
                  <a:cubicBezTo>
                    <a:pt x="8" y="10"/>
                    <a:pt x="8" y="10"/>
                    <a:pt x="8" y="10"/>
                  </a:cubicBezTo>
                  <a:cubicBezTo>
                    <a:pt x="8" y="6"/>
                    <a:pt x="6" y="4"/>
                    <a:pt x="1" y="4"/>
                  </a:cubicBezTo>
                  <a:cubicBezTo>
                    <a:pt x="0" y="4"/>
                    <a:pt x="0" y="4"/>
                    <a:pt x="0" y="4"/>
                  </a:cubicBezTo>
                  <a:lnTo>
                    <a:pt x="0" y="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7" name="Freeform 14">
              <a:extLst>
                <a:ext uri="{FF2B5EF4-FFF2-40B4-BE49-F238E27FC236}">
                  <a16:creationId xmlns:a16="http://schemas.microsoft.com/office/drawing/2014/main" id="{915839F4-9493-4612-BDBA-3515763C0075}"/>
                </a:ext>
              </a:extLst>
            </p:cNvPr>
            <p:cNvSpPr>
              <a:spLocks/>
            </p:cNvSpPr>
            <p:nvPr userDrawn="1"/>
          </p:nvSpPr>
          <p:spPr bwMode="gray">
            <a:xfrm>
              <a:off x="2544" y="3417"/>
              <a:ext cx="63" cy="52"/>
            </a:xfrm>
            <a:custGeom>
              <a:avLst/>
              <a:gdLst>
                <a:gd name="T0" fmla="*/ 12 w 70"/>
                <a:gd name="T1" fmla="*/ 41 h 57"/>
                <a:gd name="T2" fmla="*/ 20 w 70"/>
                <a:gd name="T3" fmla="*/ 48 h 57"/>
                <a:gd name="T4" fmla="*/ 20 w 70"/>
                <a:gd name="T5" fmla="*/ 51 h 57"/>
                <a:gd name="T6" fmla="*/ 0 w 70"/>
                <a:gd name="T7" fmla="*/ 51 h 57"/>
                <a:gd name="T8" fmla="*/ 0 w 70"/>
                <a:gd name="T9" fmla="*/ 48 h 57"/>
                <a:gd name="T10" fmla="*/ 1 w 70"/>
                <a:gd name="T11" fmla="*/ 48 h 57"/>
                <a:gd name="T12" fmla="*/ 6 w 70"/>
                <a:gd name="T13" fmla="*/ 43 h 57"/>
                <a:gd name="T14" fmla="*/ 6 w 70"/>
                <a:gd name="T15" fmla="*/ 5 h 57"/>
                <a:gd name="T16" fmla="*/ 0 w 70"/>
                <a:gd name="T17" fmla="*/ 4 h 57"/>
                <a:gd name="T18" fmla="*/ 0 w 70"/>
                <a:gd name="T19" fmla="*/ 0 h 57"/>
                <a:gd name="T20" fmla="*/ 17 w 70"/>
                <a:gd name="T21" fmla="*/ 0 h 57"/>
                <a:gd name="T22" fmla="*/ 50 w 70"/>
                <a:gd name="T23" fmla="*/ 36 h 57"/>
                <a:gd name="T24" fmla="*/ 50 w 70"/>
                <a:gd name="T25" fmla="*/ 10 h 57"/>
                <a:gd name="T26" fmla="*/ 42 w 70"/>
                <a:gd name="T27" fmla="*/ 4 h 57"/>
                <a:gd name="T28" fmla="*/ 41 w 70"/>
                <a:gd name="T29" fmla="*/ 4 h 57"/>
                <a:gd name="T30" fmla="*/ 41 w 70"/>
                <a:gd name="T31" fmla="*/ 0 h 57"/>
                <a:gd name="T32" fmla="*/ 63 w 70"/>
                <a:gd name="T33" fmla="*/ 0 h 57"/>
                <a:gd name="T34" fmla="*/ 63 w 70"/>
                <a:gd name="T35" fmla="*/ 4 h 57"/>
                <a:gd name="T36" fmla="*/ 62 w 70"/>
                <a:gd name="T37" fmla="*/ 4 h 57"/>
                <a:gd name="T38" fmla="*/ 55 w 70"/>
                <a:gd name="T39" fmla="*/ 7 h 57"/>
                <a:gd name="T40" fmla="*/ 55 w 70"/>
                <a:gd name="T41" fmla="*/ 52 h 57"/>
                <a:gd name="T42" fmla="*/ 50 w 70"/>
                <a:gd name="T43" fmla="*/ 52 h 57"/>
                <a:gd name="T44" fmla="*/ 12 w 70"/>
                <a:gd name="T45" fmla="*/ 10 h 57"/>
                <a:gd name="T46" fmla="*/ 12 w 70"/>
                <a:gd name="T47" fmla="*/ 41 h 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0" h="57">
                  <a:moveTo>
                    <a:pt x="13" y="45"/>
                  </a:moveTo>
                  <a:cubicBezTo>
                    <a:pt x="13" y="51"/>
                    <a:pt x="15" y="53"/>
                    <a:pt x="22" y="53"/>
                  </a:cubicBezTo>
                  <a:cubicBezTo>
                    <a:pt x="22" y="56"/>
                    <a:pt x="22" y="56"/>
                    <a:pt x="22" y="56"/>
                  </a:cubicBezTo>
                  <a:cubicBezTo>
                    <a:pt x="0" y="56"/>
                    <a:pt x="0" y="56"/>
                    <a:pt x="0" y="56"/>
                  </a:cubicBezTo>
                  <a:cubicBezTo>
                    <a:pt x="0" y="53"/>
                    <a:pt x="0" y="53"/>
                    <a:pt x="0" y="53"/>
                  </a:cubicBezTo>
                  <a:cubicBezTo>
                    <a:pt x="1" y="53"/>
                    <a:pt x="1" y="53"/>
                    <a:pt x="1" y="53"/>
                  </a:cubicBezTo>
                  <a:cubicBezTo>
                    <a:pt x="6" y="53"/>
                    <a:pt x="7" y="51"/>
                    <a:pt x="7" y="47"/>
                  </a:cubicBezTo>
                  <a:cubicBezTo>
                    <a:pt x="7" y="6"/>
                    <a:pt x="7" y="6"/>
                    <a:pt x="7" y="6"/>
                  </a:cubicBezTo>
                  <a:cubicBezTo>
                    <a:pt x="5" y="4"/>
                    <a:pt x="3" y="4"/>
                    <a:pt x="0" y="4"/>
                  </a:cubicBezTo>
                  <a:cubicBezTo>
                    <a:pt x="0" y="0"/>
                    <a:pt x="0" y="0"/>
                    <a:pt x="0" y="0"/>
                  </a:cubicBezTo>
                  <a:cubicBezTo>
                    <a:pt x="19" y="0"/>
                    <a:pt x="19" y="0"/>
                    <a:pt x="19" y="0"/>
                  </a:cubicBezTo>
                  <a:cubicBezTo>
                    <a:pt x="56" y="39"/>
                    <a:pt x="56" y="39"/>
                    <a:pt x="56" y="39"/>
                  </a:cubicBezTo>
                  <a:cubicBezTo>
                    <a:pt x="56" y="11"/>
                    <a:pt x="56" y="11"/>
                    <a:pt x="56" y="11"/>
                  </a:cubicBezTo>
                  <a:cubicBezTo>
                    <a:pt x="56" y="5"/>
                    <a:pt x="54" y="4"/>
                    <a:pt x="47" y="4"/>
                  </a:cubicBezTo>
                  <a:cubicBezTo>
                    <a:pt x="46" y="4"/>
                    <a:pt x="46" y="4"/>
                    <a:pt x="46" y="4"/>
                  </a:cubicBezTo>
                  <a:cubicBezTo>
                    <a:pt x="46" y="0"/>
                    <a:pt x="46" y="0"/>
                    <a:pt x="46" y="0"/>
                  </a:cubicBezTo>
                  <a:cubicBezTo>
                    <a:pt x="70" y="0"/>
                    <a:pt x="70" y="0"/>
                    <a:pt x="70" y="0"/>
                  </a:cubicBezTo>
                  <a:cubicBezTo>
                    <a:pt x="70" y="4"/>
                    <a:pt x="70" y="4"/>
                    <a:pt x="70" y="4"/>
                  </a:cubicBezTo>
                  <a:cubicBezTo>
                    <a:pt x="69" y="4"/>
                    <a:pt x="69" y="4"/>
                    <a:pt x="69" y="4"/>
                  </a:cubicBezTo>
                  <a:cubicBezTo>
                    <a:pt x="63" y="4"/>
                    <a:pt x="61" y="5"/>
                    <a:pt x="61" y="8"/>
                  </a:cubicBezTo>
                  <a:cubicBezTo>
                    <a:pt x="61" y="57"/>
                    <a:pt x="61" y="57"/>
                    <a:pt x="61" y="57"/>
                  </a:cubicBezTo>
                  <a:cubicBezTo>
                    <a:pt x="56" y="57"/>
                    <a:pt x="56" y="57"/>
                    <a:pt x="56" y="57"/>
                  </a:cubicBezTo>
                  <a:cubicBezTo>
                    <a:pt x="13" y="11"/>
                    <a:pt x="13" y="11"/>
                    <a:pt x="13" y="11"/>
                  </a:cubicBezTo>
                  <a:lnTo>
                    <a:pt x="13" y="45"/>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8" name="Freeform 15">
              <a:extLst>
                <a:ext uri="{FF2B5EF4-FFF2-40B4-BE49-F238E27FC236}">
                  <a16:creationId xmlns:a16="http://schemas.microsoft.com/office/drawing/2014/main" id="{50EC2AA3-EFDB-4C94-8248-0B81EE5D7E19}"/>
                </a:ext>
              </a:extLst>
            </p:cNvPr>
            <p:cNvSpPr>
              <a:spLocks/>
            </p:cNvSpPr>
            <p:nvPr userDrawn="1"/>
          </p:nvSpPr>
          <p:spPr bwMode="gray">
            <a:xfrm>
              <a:off x="2624" y="3417"/>
              <a:ext cx="41" cy="51"/>
            </a:xfrm>
            <a:custGeom>
              <a:avLst/>
              <a:gdLst>
                <a:gd name="T0" fmla="*/ 17 w 45"/>
                <a:gd name="T1" fmla="*/ 23 h 56"/>
                <a:gd name="T2" fmla="*/ 28 w 45"/>
                <a:gd name="T3" fmla="*/ 23 h 56"/>
                <a:gd name="T4" fmla="*/ 36 w 45"/>
                <a:gd name="T5" fmla="*/ 17 h 56"/>
                <a:gd name="T6" fmla="*/ 39 w 45"/>
                <a:gd name="T7" fmla="*/ 17 h 56"/>
                <a:gd name="T8" fmla="*/ 39 w 45"/>
                <a:gd name="T9" fmla="*/ 34 h 56"/>
                <a:gd name="T10" fmla="*/ 36 w 45"/>
                <a:gd name="T11" fmla="*/ 34 h 56"/>
                <a:gd name="T12" fmla="*/ 30 w 45"/>
                <a:gd name="T13" fmla="*/ 27 h 56"/>
                <a:gd name="T14" fmla="*/ 17 w 45"/>
                <a:gd name="T15" fmla="*/ 27 h 56"/>
                <a:gd name="T16" fmla="*/ 17 w 45"/>
                <a:gd name="T17" fmla="*/ 41 h 56"/>
                <a:gd name="T18" fmla="*/ 23 w 45"/>
                <a:gd name="T19" fmla="*/ 48 h 56"/>
                <a:gd name="T20" fmla="*/ 25 w 45"/>
                <a:gd name="T21" fmla="*/ 48 h 56"/>
                <a:gd name="T22" fmla="*/ 25 w 45"/>
                <a:gd name="T23" fmla="*/ 51 h 56"/>
                <a:gd name="T24" fmla="*/ 0 w 45"/>
                <a:gd name="T25" fmla="*/ 51 h 56"/>
                <a:gd name="T26" fmla="*/ 0 w 45"/>
                <a:gd name="T27" fmla="*/ 48 h 56"/>
                <a:gd name="T28" fmla="*/ 1 w 45"/>
                <a:gd name="T29" fmla="*/ 48 h 56"/>
                <a:gd name="T30" fmla="*/ 5 w 45"/>
                <a:gd name="T31" fmla="*/ 44 h 56"/>
                <a:gd name="T32" fmla="*/ 5 w 45"/>
                <a:gd name="T33" fmla="*/ 10 h 56"/>
                <a:gd name="T34" fmla="*/ 1 w 45"/>
                <a:gd name="T35" fmla="*/ 3 h 56"/>
                <a:gd name="T36" fmla="*/ 0 w 45"/>
                <a:gd name="T37" fmla="*/ 3 h 56"/>
                <a:gd name="T38" fmla="*/ 0 w 45"/>
                <a:gd name="T39" fmla="*/ 0 h 56"/>
                <a:gd name="T40" fmla="*/ 41 w 45"/>
                <a:gd name="T41" fmla="*/ 0 h 56"/>
                <a:gd name="T42" fmla="*/ 41 w 45"/>
                <a:gd name="T43" fmla="*/ 12 h 56"/>
                <a:gd name="T44" fmla="*/ 38 w 45"/>
                <a:gd name="T45" fmla="*/ 12 h 56"/>
                <a:gd name="T46" fmla="*/ 33 w 45"/>
                <a:gd name="T47" fmla="*/ 5 h 56"/>
                <a:gd name="T48" fmla="*/ 17 w 45"/>
                <a:gd name="T49" fmla="*/ 5 h 56"/>
                <a:gd name="T50" fmla="*/ 17 w 45"/>
                <a:gd name="T51" fmla="*/ 23 h 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5" h="56">
                  <a:moveTo>
                    <a:pt x="19" y="25"/>
                  </a:moveTo>
                  <a:cubicBezTo>
                    <a:pt x="31" y="25"/>
                    <a:pt x="31" y="25"/>
                    <a:pt x="31" y="25"/>
                  </a:cubicBezTo>
                  <a:cubicBezTo>
                    <a:pt x="38" y="25"/>
                    <a:pt x="39" y="24"/>
                    <a:pt x="39" y="19"/>
                  </a:cubicBezTo>
                  <a:cubicBezTo>
                    <a:pt x="43" y="19"/>
                    <a:pt x="43" y="19"/>
                    <a:pt x="43" y="19"/>
                  </a:cubicBezTo>
                  <a:cubicBezTo>
                    <a:pt x="43" y="37"/>
                    <a:pt x="43" y="37"/>
                    <a:pt x="43" y="37"/>
                  </a:cubicBezTo>
                  <a:cubicBezTo>
                    <a:pt x="39" y="37"/>
                    <a:pt x="39" y="37"/>
                    <a:pt x="39" y="37"/>
                  </a:cubicBezTo>
                  <a:cubicBezTo>
                    <a:pt x="39" y="32"/>
                    <a:pt x="38" y="30"/>
                    <a:pt x="33" y="30"/>
                  </a:cubicBezTo>
                  <a:cubicBezTo>
                    <a:pt x="19" y="30"/>
                    <a:pt x="19" y="30"/>
                    <a:pt x="19" y="30"/>
                  </a:cubicBezTo>
                  <a:cubicBezTo>
                    <a:pt x="19" y="45"/>
                    <a:pt x="19" y="45"/>
                    <a:pt x="19" y="45"/>
                  </a:cubicBezTo>
                  <a:cubicBezTo>
                    <a:pt x="19" y="51"/>
                    <a:pt x="20" y="53"/>
                    <a:pt x="25" y="53"/>
                  </a:cubicBezTo>
                  <a:cubicBezTo>
                    <a:pt x="27" y="53"/>
                    <a:pt x="27" y="53"/>
                    <a:pt x="27" y="53"/>
                  </a:cubicBezTo>
                  <a:cubicBezTo>
                    <a:pt x="27" y="56"/>
                    <a:pt x="27" y="56"/>
                    <a:pt x="27" y="56"/>
                  </a:cubicBezTo>
                  <a:cubicBezTo>
                    <a:pt x="0" y="56"/>
                    <a:pt x="0" y="56"/>
                    <a:pt x="0" y="56"/>
                  </a:cubicBezTo>
                  <a:cubicBezTo>
                    <a:pt x="0" y="53"/>
                    <a:pt x="0" y="53"/>
                    <a:pt x="0" y="53"/>
                  </a:cubicBezTo>
                  <a:cubicBezTo>
                    <a:pt x="1" y="53"/>
                    <a:pt x="1" y="53"/>
                    <a:pt x="1" y="53"/>
                  </a:cubicBezTo>
                  <a:cubicBezTo>
                    <a:pt x="5" y="53"/>
                    <a:pt x="6" y="52"/>
                    <a:pt x="6" y="48"/>
                  </a:cubicBezTo>
                  <a:cubicBezTo>
                    <a:pt x="6" y="11"/>
                    <a:pt x="6" y="11"/>
                    <a:pt x="6" y="11"/>
                  </a:cubicBezTo>
                  <a:cubicBezTo>
                    <a:pt x="6" y="5"/>
                    <a:pt x="5" y="3"/>
                    <a:pt x="1" y="3"/>
                  </a:cubicBezTo>
                  <a:cubicBezTo>
                    <a:pt x="0" y="3"/>
                    <a:pt x="0" y="3"/>
                    <a:pt x="0" y="3"/>
                  </a:cubicBezTo>
                  <a:cubicBezTo>
                    <a:pt x="0" y="0"/>
                    <a:pt x="0" y="0"/>
                    <a:pt x="0" y="0"/>
                  </a:cubicBezTo>
                  <a:cubicBezTo>
                    <a:pt x="45" y="0"/>
                    <a:pt x="45" y="0"/>
                    <a:pt x="45" y="0"/>
                  </a:cubicBezTo>
                  <a:cubicBezTo>
                    <a:pt x="45" y="13"/>
                    <a:pt x="45" y="13"/>
                    <a:pt x="45" y="13"/>
                  </a:cubicBezTo>
                  <a:cubicBezTo>
                    <a:pt x="42" y="13"/>
                    <a:pt x="42" y="13"/>
                    <a:pt x="42" y="13"/>
                  </a:cubicBezTo>
                  <a:cubicBezTo>
                    <a:pt x="42" y="7"/>
                    <a:pt x="40" y="5"/>
                    <a:pt x="36" y="5"/>
                  </a:cubicBezTo>
                  <a:cubicBezTo>
                    <a:pt x="19" y="5"/>
                    <a:pt x="19" y="5"/>
                    <a:pt x="19" y="5"/>
                  </a:cubicBezTo>
                  <a:lnTo>
                    <a:pt x="19" y="25"/>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9" name="Freeform 16">
              <a:extLst>
                <a:ext uri="{FF2B5EF4-FFF2-40B4-BE49-F238E27FC236}">
                  <a16:creationId xmlns:a16="http://schemas.microsoft.com/office/drawing/2014/main" id="{CEA9DD99-00AD-4EC9-8AA9-BD54BAEE8ED0}"/>
                </a:ext>
              </a:extLst>
            </p:cNvPr>
            <p:cNvSpPr>
              <a:spLocks noEditPoints="1"/>
            </p:cNvSpPr>
            <p:nvPr userDrawn="1"/>
          </p:nvSpPr>
          <p:spPr bwMode="gray">
            <a:xfrm>
              <a:off x="2685" y="3415"/>
              <a:ext cx="61" cy="55"/>
            </a:xfrm>
            <a:custGeom>
              <a:avLst/>
              <a:gdLst>
                <a:gd name="T0" fmla="*/ 32 w 67"/>
                <a:gd name="T1" fmla="*/ 0 h 60"/>
                <a:gd name="T2" fmla="*/ 61 w 67"/>
                <a:gd name="T3" fmla="*/ 27 h 60"/>
                <a:gd name="T4" fmla="*/ 30 w 67"/>
                <a:gd name="T5" fmla="*/ 55 h 60"/>
                <a:gd name="T6" fmla="*/ 0 w 67"/>
                <a:gd name="T7" fmla="*/ 28 h 60"/>
                <a:gd name="T8" fmla="*/ 32 w 67"/>
                <a:gd name="T9" fmla="*/ 0 h 60"/>
                <a:gd name="T10" fmla="*/ 32 w 67"/>
                <a:gd name="T11" fmla="*/ 51 h 60"/>
                <a:gd name="T12" fmla="*/ 49 w 67"/>
                <a:gd name="T13" fmla="*/ 29 h 60"/>
                <a:gd name="T14" fmla="*/ 30 w 67"/>
                <a:gd name="T15" fmla="*/ 4 h 60"/>
                <a:gd name="T16" fmla="*/ 13 w 67"/>
                <a:gd name="T17" fmla="*/ 25 h 60"/>
                <a:gd name="T18" fmla="*/ 32 w 67"/>
                <a:gd name="T19" fmla="*/ 5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60">
                  <a:moveTo>
                    <a:pt x="35" y="0"/>
                  </a:moveTo>
                  <a:cubicBezTo>
                    <a:pt x="54" y="0"/>
                    <a:pt x="67" y="12"/>
                    <a:pt x="67" y="29"/>
                  </a:cubicBezTo>
                  <a:cubicBezTo>
                    <a:pt x="67" y="45"/>
                    <a:pt x="55" y="60"/>
                    <a:pt x="33" y="60"/>
                  </a:cubicBezTo>
                  <a:cubicBezTo>
                    <a:pt x="12" y="60"/>
                    <a:pt x="0" y="46"/>
                    <a:pt x="0" y="31"/>
                  </a:cubicBezTo>
                  <a:cubicBezTo>
                    <a:pt x="0" y="13"/>
                    <a:pt x="15" y="0"/>
                    <a:pt x="35" y="0"/>
                  </a:cubicBezTo>
                  <a:close/>
                  <a:moveTo>
                    <a:pt x="35" y="56"/>
                  </a:moveTo>
                  <a:cubicBezTo>
                    <a:pt x="48" y="56"/>
                    <a:pt x="54" y="45"/>
                    <a:pt x="54" y="32"/>
                  </a:cubicBezTo>
                  <a:cubicBezTo>
                    <a:pt x="54" y="18"/>
                    <a:pt x="47" y="4"/>
                    <a:pt x="33" y="4"/>
                  </a:cubicBezTo>
                  <a:cubicBezTo>
                    <a:pt x="21" y="4"/>
                    <a:pt x="14" y="13"/>
                    <a:pt x="14" y="27"/>
                  </a:cubicBezTo>
                  <a:cubicBezTo>
                    <a:pt x="14" y="44"/>
                    <a:pt x="23" y="56"/>
                    <a:pt x="35" y="56"/>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0" name="Freeform 17">
              <a:extLst>
                <a:ext uri="{FF2B5EF4-FFF2-40B4-BE49-F238E27FC236}">
                  <a16:creationId xmlns:a16="http://schemas.microsoft.com/office/drawing/2014/main" id="{DF84B24D-9EC9-453F-985B-0D966AE1A784}"/>
                </a:ext>
              </a:extLst>
            </p:cNvPr>
            <p:cNvSpPr>
              <a:spLocks noEditPoints="1"/>
            </p:cNvSpPr>
            <p:nvPr userDrawn="1"/>
          </p:nvSpPr>
          <p:spPr bwMode="gray">
            <a:xfrm>
              <a:off x="2763" y="3416"/>
              <a:ext cx="64" cy="53"/>
            </a:xfrm>
            <a:custGeom>
              <a:avLst/>
              <a:gdLst>
                <a:gd name="T0" fmla="*/ 19 w 70"/>
                <a:gd name="T1" fmla="*/ 43 h 58"/>
                <a:gd name="T2" fmla="*/ 27 w 70"/>
                <a:gd name="T3" fmla="*/ 49 h 58"/>
                <a:gd name="T4" fmla="*/ 28 w 70"/>
                <a:gd name="T5" fmla="*/ 49 h 58"/>
                <a:gd name="T6" fmla="*/ 28 w 70"/>
                <a:gd name="T7" fmla="*/ 52 h 58"/>
                <a:gd name="T8" fmla="*/ 0 w 70"/>
                <a:gd name="T9" fmla="*/ 52 h 58"/>
                <a:gd name="T10" fmla="*/ 0 w 70"/>
                <a:gd name="T11" fmla="*/ 49 h 58"/>
                <a:gd name="T12" fmla="*/ 1 w 70"/>
                <a:gd name="T13" fmla="*/ 49 h 58"/>
                <a:gd name="T14" fmla="*/ 8 w 70"/>
                <a:gd name="T15" fmla="*/ 43 h 58"/>
                <a:gd name="T16" fmla="*/ 8 w 70"/>
                <a:gd name="T17" fmla="*/ 10 h 58"/>
                <a:gd name="T18" fmla="*/ 2 w 70"/>
                <a:gd name="T19" fmla="*/ 5 h 58"/>
                <a:gd name="T20" fmla="*/ 0 w 70"/>
                <a:gd name="T21" fmla="*/ 5 h 58"/>
                <a:gd name="T22" fmla="*/ 0 w 70"/>
                <a:gd name="T23" fmla="*/ 1 h 58"/>
                <a:gd name="T24" fmla="*/ 10 w 70"/>
                <a:gd name="T25" fmla="*/ 0 h 58"/>
                <a:gd name="T26" fmla="*/ 24 w 70"/>
                <a:gd name="T27" fmla="*/ 0 h 58"/>
                <a:gd name="T28" fmla="*/ 47 w 70"/>
                <a:gd name="T29" fmla="*/ 5 h 58"/>
                <a:gd name="T30" fmla="*/ 51 w 70"/>
                <a:gd name="T31" fmla="*/ 15 h 58"/>
                <a:gd name="T32" fmla="*/ 38 w 70"/>
                <a:gd name="T33" fmla="*/ 28 h 58"/>
                <a:gd name="T34" fmla="*/ 53 w 70"/>
                <a:gd name="T35" fmla="*/ 45 h 58"/>
                <a:gd name="T36" fmla="*/ 64 w 70"/>
                <a:gd name="T37" fmla="*/ 50 h 58"/>
                <a:gd name="T38" fmla="*/ 64 w 70"/>
                <a:gd name="T39" fmla="*/ 53 h 58"/>
                <a:gd name="T40" fmla="*/ 59 w 70"/>
                <a:gd name="T41" fmla="*/ 53 h 58"/>
                <a:gd name="T42" fmla="*/ 40 w 70"/>
                <a:gd name="T43" fmla="*/ 48 h 58"/>
                <a:gd name="T44" fmla="*/ 27 w 70"/>
                <a:gd name="T45" fmla="*/ 30 h 58"/>
                <a:gd name="T46" fmla="*/ 19 w 70"/>
                <a:gd name="T47" fmla="*/ 30 h 58"/>
                <a:gd name="T48" fmla="*/ 19 w 70"/>
                <a:gd name="T49" fmla="*/ 43 h 58"/>
                <a:gd name="T50" fmla="*/ 19 w 70"/>
                <a:gd name="T51" fmla="*/ 27 h 58"/>
                <a:gd name="T52" fmla="*/ 23 w 70"/>
                <a:gd name="T53" fmla="*/ 27 h 58"/>
                <a:gd name="T54" fmla="*/ 38 w 70"/>
                <a:gd name="T55" fmla="*/ 16 h 58"/>
                <a:gd name="T56" fmla="*/ 24 w 70"/>
                <a:gd name="T57" fmla="*/ 4 h 58"/>
                <a:gd name="T58" fmla="*/ 19 w 70"/>
                <a:gd name="T59" fmla="*/ 4 h 58"/>
                <a:gd name="T60" fmla="*/ 19 w 70"/>
                <a:gd name="T61" fmla="*/ 2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0" h="58">
                  <a:moveTo>
                    <a:pt x="21" y="47"/>
                  </a:moveTo>
                  <a:cubicBezTo>
                    <a:pt x="21" y="52"/>
                    <a:pt x="23" y="54"/>
                    <a:pt x="29" y="54"/>
                  </a:cubicBezTo>
                  <a:cubicBezTo>
                    <a:pt x="31" y="54"/>
                    <a:pt x="31" y="54"/>
                    <a:pt x="31" y="54"/>
                  </a:cubicBezTo>
                  <a:cubicBezTo>
                    <a:pt x="31" y="57"/>
                    <a:pt x="31" y="57"/>
                    <a:pt x="31" y="57"/>
                  </a:cubicBezTo>
                  <a:cubicBezTo>
                    <a:pt x="0" y="57"/>
                    <a:pt x="0" y="57"/>
                    <a:pt x="0" y="57"/>
                  </a:cubicBezTo>
                  <a:cubicBezTo>
                    <a:pt x="0" y="54"/>
                    <a:pt x="0" y="54"/>
                    <a:pt x="0" y="54"/>
                  </a:cubicBezTo>
                  <a:cubicBezTo>
                    <a:pt x="1" y="54"/>
                    <a:pt x="1" y="54"/>
                    <a:pt x="1" y="54"/>
                  </a:cubicBezTo>
                  <a:cubicBezTo>
                    <a:pt x="7" y="54"/>
                    <a:pt x="9" y="52"/>
                    <a:pt x="9" y="47"/>
                  </a:cubicBezTo>
                  <a:cubicBezTo>
                    <a:pt x="9" y="11"/>
                    <a:pt x="9" y="11"/>
                    <a:pt x="9" y="11"/>
                  </a:cubicBezTo>
                  <a:cubicBezTo>
                    <a:pt x="9" y="7"/>
                    <a:pt x="8" y="5"/>
                    <a:pt x="2" y="5"/>
                  </a:cubicBezTo>
                  <a:cubicBezTo>
                    <a:pt x="0" y="5"/>
                    <a:pt x="0" y="5"/>
                    <a:pt x="0" y="5"/>
                  </a:cubicBezTo>
                  <a:cubicBezTo>
                    <a:pt x="0" y="1"/>
                    <a:pt x="0" y="1"/>
                    <a:pt x="0" y="1"/>
                  </a:cubicBezTo>
                  <a:cubicBezTo>
                    <a:pt x="4" y="1"/>
                    <a:pt x="8" y="1"/>
                    <a:pt x="11" y="0"/>
                  </a:cubicBezTo>
                  <a:cubicBezTo>
                    <a:pt x="17" y="0"/>
                    <a:pt x="23" y="0"/>
                    <a:pt x="26" y="0"/>
                  </a:cubicBezTo>
                  <a:cubicBezTo>
                    <a:pt x="40" y="0"/>
                    <a:pt x="47" y="1"/>
                    <a:pt x="51" y="6"/>
                  </a:cubicBezTo>
                  <a:cubicBezTo>
                    <a:pt x="54" y="9"/>
                    <a:pt x="56" y="12"/>
                    <a:pt x="56" y="16"/>
                  </a:cubicBezTo>
                  <a:cubicBezTo>
                    <a:pt x="56" y="23"/>
                    <a:pt x="51" y="29"/>
                    <a:pt x="42" y="31"/>
                  </a:cubicBezTo>
                  <a:cubicBezTo>
                    <a:pt x="48" y="36"/>
                    <a:pt x="51" y="43"/>
                    <a:pt x="58" y="49"/>
                  </a:cubicBezTo>
                  <a:cubicBezTo>
                    <a:pt x="62" y="53"/>
                    <a:pt x="64" y="54"/>
                    <a:pt x="70" y="55"/>
                  </a:cubicBezTo>
                  <a:cubicBezTo>
                    <a:pt x="70" y="58"/>
                    <a:pt x="70" y="58"/>
                    <a:pt x="70" y="58"/>
                  </a:cubicBezTo>
                  <a:cubicBezTo>
                    <a:pt x="68" y="58"/>
                    <a:pt x="67" y="58"/>
                    <a:pt x="64" y="58"/>
                  </a:cubicBezTo>
                  <a:cubicBezTo>
                    <a:pt x="53" y="58"/>
                    <a:pt x="48" y="57"/>
                    <a:pt x="44" y="52"/>
                  </a:cubicBezTo>
                  <a:cubicBezTo>
                    <a:pt x="40" y="48"/>
                    <a:pt x="34" y="38"/>
                    <a:pt x="29" y="33"/>
                  </a:cubicBezTo>
                  <a:cubicBezTo>
                    <a:pt x="21" y="33"/>
                    <a:pt x="21" y="33"/>
                    <a:pt x="21" y="33"/>
                  </a:cubicBezTo>
                  <a:lnTo>
                    <a:pt x="21" y="47"/>
                  </a:lnTo>
                  <a:close/>
                  <a:moveTo>
                    <a:pt x="21" y="30"/>
                  </a:moveTo>
                  <a:cubicBezTo>
                    <a:pt x="25" y="30"/>
                    <a:pt x="25" y="30"/>
                    <a:pt x="25" y="30"/>
                  </a:cubicBezTo>
                  <a:cubicBezTo>
                    <a:pt x="36" y="30"/>
                    <a:pt x="42" y="26"/>
                    <a:pt x="42" y="17"/>
                  </a:cubicBezTo>
                  <a:cubicBezTo>
                    <a:pt x="42" y="7"/>
                    <a:pt x="35" y="4"/>
                    <a:pt x="26" y="4"/>
                  </a:cubicBezTo>
                  <a:cubicBezTo>
                    <a:pt x="21" y="4"/>
                    <a:pt x="21" y="4"/>
                    <a:pt x="21" y="4"/>
                  </a:cubicBezTo>
                  <a:lnTo>
                    <a:pt x="21" y="3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1" name="Freeform 18">
              <a:extLst>
                <a:ext uri="{FF2B5EF4-FFF2-40B4-BE49-F238E27FC236}">
                  <a16:creationId xmlns:a16="http://schemas.microsoft.com/office/drawing/2014/main" id="{95062981-065E-4831-BDEC-C129FCA7D4F8}"/>
                </a:ext>
              </a:extLst>
            </p:cNvPr>
            <p:cNvSpPr>
              <a:spLocks/>
            </p:cNvSpPr>
            <p:nvPr userDrawn="1"/>
          </p:nvSpPr>
          <p:spPr bwMode="gray">
            <a:xfrm>
              <a:off x="2839" y="3417"/>
              <a:ext cx="73" cy="51"/>
            </a:xfrm>
            <a:custGeom>
              <a:avLst/>
              <a:gdLst>
                <a:gd name="T0" fmla="*/ 14 w 80"/>
                <a:gd name="T1" fmla="*/ 11 h 56"/>
                <a:gd name="T2" fmla="*/ 14 w 80"/>
                <a:gd name="T3" fmla="*/ 11 h 56"/>
                <a:gd name="T4" fmla="*/ 12 w 80"/>
                <a:gd name="T5" fmla="*/ 40 h 56"/>
                <a:gd name="T6" fmla="*/ 18 w 80"/>
                <a:gd name="T7" fmla="*/ 48 h 56"/>
                <a:gd name="T8" fmla="*/ 18 w 80"/>
                <a:gd name="T9" fmla="*/ 51 h 56"/>
                <a:gd name="T10" fmla="*/ 0 w 80"/>
                <a:gd name="T11" fmla="*/ 51 h 56"/>
                <a:gd name="T12" fmla="*/ 0 w 80"/>
                <a:gd name="T13" fmla="*/ 48 h 56"/>
                <a:gd name="T14" fmla="*/ 7 w 80"/>
                <a:gd name="T15" fmla="*/ 39 h 56"/>
                <a:gd name="T16" fmla="*/ 9 w 80"/>
                <a:gd name="T17" fmla="*/ 9 h 56"/>
                <a:gd name="T18" fmla="*/ 4 w 80"/>
                <a:gd name="T19" fmla="*/ 4 h 56"/>
                <a:gd name="T20" fmla="*/ 4 w 80"/>
                <a:gd name="T21" fmla="*/ 0 h 56"/>
                <a:gd name="T22" fmla="*/ 21 w 80"/>
                <a:gd name="T23" fmla="*/ 0 h 56"/>
                <a:gd name="T24" fmla="*/ 37 w 80"/>
                <a:gd name="T25" fmla="*/ 35 h 56"/>
                <a:gd name="T26" fmla="*/ 52 w 80"/>
                <a:gd name="T27" fmla="*/ 0 h 56"/>
                <a:gd name="T28" fmla="*/ 70 w 80"/>
                <a:gd name="T29" fmla="*/ 0 h 56"/>
                <a:gd name="T30" fmla="*/ 70 w 80"/>
                <a:gd name="T31" fmla="*/ 4 h 56"/>
                <a:gd name="T32" fmla="*/ 64 w 80"/>
                <a:gd name="T33" fmla="*/ 9 h 56"/>
                <a:gd name="T34" fmla="*/ 66 w 80"/>
                <a:gd name="T35" fmla="*/ 40 h 56"/>
                <a:gd name="T36" fmla="*/ 73 w 80"/>
                <a:gd name="T37" fmla="*/ 48 h 56"/>
                <a:gd name="T38" fmla="*/ 73 w 80"/>
                <a:gd name="T39" fmla="*/ 51 h 56"/>
                <a:gd name="T40" fmla="*/ 47 w 80"/>
                <a:gd name="T41" fmla="*/ 51 h 56"/>
                <a:gd name="T42" fmla="*/ 47 w 80"/>
                <a:gd name="T43" fmla="*/ 48 h 56"/>
                <a:gd name="T44" fmla="*/ 48 w 80"/>
                <a:gd name="T45" fmla="*/ 48 h 56"/>
                <a:gd name="T46" fmla="*/ 55 w 80"/>
                <a:gd name="T47" fmla="*/ 43 h 56"/>
                <a:gd name="T48" fmla="*/ 55 w 80"/>
                <a:gd name="T49" fmla="*/ 39 h 56"/>
                <a:gd name="T50" fmla="*/ 53 w 80"/>
                <a:gd name="T51" fmla="*/ 10 h 56"/>
                <a:gd name="T52" fmla="*/ 53 w 80"/>
                <a:gd name="T53" fmla="*/ 10 h 56"/>
                <a:gd name="T54" fmla="*/ 35 w 80"/>
                <a:gd name="T55" fmla="*/ 51 h 56"/>
                <a:gd name="T56" fmla="*/ 33 w 80"/>
                <a:gd name="T57" fmla="*/ 51 h 56"/>
                <a:gd name="T58" fmla="*/ 14 w 80"/>
                <a:gd name="T59" fmla="*/ 11 h 5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 h="56">
                  <a:moveTo>
                    <a:pt x="15" y="12"/>
                  </a:moveTo>
                  <a:cubicBezTo>
                    <a:pt x="15" y="12"/>
                    <a:pt x="15" y="12"/>
                    <a:pt x="15" y="12"/>
                  </a:cubicBezTo>
                  <a:cubicBezTo>
                    <a:pt x="13" y="44"/>
                    <a:pt x="13" y="44"/>
                    <a:pt x="13" y="44"/>
                  </a:cubicBezTo>
                  <a:cubicBezTo>
                    <a:pt x="12" y="50"/>
                    <a:pt x="12" y="53"/>
                    <a:pt x="20" y="53"/>
                  </a:cubicBezTo>
                  <a:cubicBezTo>
                    <a:pt x="20" y="56"/>
                    <a:pt x="20" y="56"/>
                    <a:pt x="20" y="56"/>
                  </a:cubicBezTo>
                  <a:cubicBezTo>
                    <a:pt x="0" y="56"/>
                    <a:pt x="0" y="56"/>
                    <a:pt x="0" y="56"/>
                  </a:cubicBezTo>
                  <a:cubicBezTo>
                    <a:pt x="0" y="53"/>
                    <a:pt x="0" y="53"/>
                    <a:pt x="0" y="53"/>
                  </a:cubicBezTo>
                  <a:cubicBezTo>
                    <a:pt x="7" y="53"/>
                    <a:pt x="7" y="51"/>
                    <a:pt x="8" y="43"/>
                  </a:cubicBezTo>
                  <a:cubicBezTo>
                    <a:pt x="10" y="10"/>
                    <a:pt x="10" y="10"/>
                    <a:pt x="10" y="10"/>
                  </a:cubicBezTo>
                  <a:cubicBezTo>
                    <a:pt x="10" y="6"/>
                    <a:pt x="10" y="4"/>
                    <a:pt x="4" y="4"/>
                  </a:cubicBezTo>
                  <a:cubicBezTo>
                    <a:pt x="4" y="0"/>
                    <a:pt x="4" y="0"/>
                    <a:pt x="4" y="0"/>
                  </a:cubicBezTo>
                  <a:cubicBezTo>
                    <a:pt x="23" y="0"/>
                    <a:pt x="23" y="0"/>
                    <a:pt x="23" y="0"/>
                  </a:cubicBezTo>
                  <a:cubicBezTo>
                    <a:pt x="40" y="38"/>
                    <a:pt x="40" y="38"/>
                    <a:pt x="40" y="38"/>
                  </a:cubicBezTo>
                  <a:cubicBezTo>
                    <a:pt x="57" y="0"/>
                    <a:pt x="57" y="0"/>
                    <a:pt x="57" y="0"/>
                  </a:cubicBezTo>
                  <a:cubicBezTo>
                    <a:pt x="77" y="0"/>
                    <a:pt x="77" y="0"/>
                    <a:pt x="77" y="0"/>
                  </a:cubicBezTo>
                  <a:cubicBezTo>
                    <a:pt x="77" y="4"/>
                    <a:pt x="77" y="4"/>
                    <a:pt x="77" y="4"/>
                  </a:cubicBezTo>
                  <a:cubicBezTo>
                    <a:pt x="70" y="4"/>
                    <a:pt x="70" y="4"/>
                    <a:pt x="70" y="10"/>
                  </a:cubicBezTo>
                  <a:cubicBezTo>
                    <a:pt x="72" y="44"/>
                    <a:pt x="72" y="44"/>
                    <a:pt x="72" y="44"/>
                  </a:cubicBezTo>
                  <a:cubicBezTo>
                    <a:pt x="73" y="51"/>
                    <a:pt x="73" y="52"/>
                    <a:pt x="80" y="53"/>
                  </a:cubicBezTo>
                  <a:cubicBezTo>
                    <a:pt x="80" y="56"/>
                    <a:pt x="80" y="56"/>
                    <a:pt x="80" y="56"/>
                  </a:cubicBezTo>
                  <a:cubicBezTo>
                    <a:pt x="52" y="56"/>
                    <a:pt x="52" y="56"/>
                    <a:pt x="52" y="56"/>
                  </a:cubicBezTo>
                  <a:cubicBezTo>
                    <a:pt x="52" y="53"/>
                    <a:pt x="52" y="53"/>
                    <a:pt x="52" y="53"/>
                  </a:cubicBezTo>
                  <a:cubicBezTo>
                    <a:pt x="53" y="53"/>
                    <a:pt x="53" y="53"/>
                    <a:pt x="53" y="53"/>
                  </a:cubicBezTo>
                  <a:cubicBezTo>
                    <a:pt x="57" y="53"/>
                    <a:pt x="60" y="53"/>
                    <a:pt x="60" y="47"/>
                  </a:cubicBezTo>
                  <a:cubicBezTo>
                    <a:pt x="60" y="45"/>
                    <a:pt x="60" y="44"/>
                    <a:pt x="60" y="43"/>
                  </a:cubicBezTo>
                  <a:cubicBezTo>
                    <a:pt x="58" y="11"/>
                    <a:pt x="58" y="11"/>
                    <a:pt x="58" y="11"/>
                  </a:cubicBezTo>
                  <a:cubicBezTo>
                    <a:pt x="58" y="11"/>
                    <a:pt x="58" y="11"/>
                    <a:pt x="58" y="11"/>
                  </a:cubicBezTo>
                  <a:cubicBezTo>
                    <a:pt x="38" y="56"/>
                    <a:pt x="38" y="56"/>
                    <a:pt x="38" y="56"/>
                  </a:cubicBezTo>
                  <a:cubicBezTo>
                    <a:pt x="36" y="56"/>
                    <a:pt x="36" y="56"/>
                    <a:pt x="36" y="56"/>
                  </a:cubicBezTo>
                  <a:lnTo>
                    <a:pt x="15" y="12"/>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2" name="Freeform 19">
              <a:extLst>
                <a:ext uri="{FF2B5EF4-FFF2-40B4-BE49-F238E27FC236}">
                  <a16:creationId xmlns:a16="http://schemas.microsoft.com/office/drawing/2014/main" id="{CCF50632-1A6D-4A3E-B86C-0B3825A523E7}"/>
                </a:ext>
              </a:extLst>
            </p:cNvPr>
            <p:cNvSpPr>
              <a:spLocks noEditPoints="1"/>
            </p:cNvSpPr>
            <p:nvPr userDrawn="1"/>
          </p:nvSpPr>
          <p:spPr bwMode="gray">
            <a:xfrm>
              <a:off x="2926" y="3416"/>
              <a:ext cx="60" cy="52"/>
            </a:xfrm>
            <a:custGeom>
              <a:avLst/>
              <a:gdLst>
                <a:gd name="T0" fmla="*/ 18 w 65"/>
                <a:gd name="T1" fmla="*/ 33 h 57"/>
                <a:gd name="T2" fmla="*/ 14 w 65"/>
                <a:gd name="T3" fmla="*/ 43 h 57"/>
                <a:gd name="T4" fmla="*/ 20 w 65"/>
                <a:gd name="T5" fmla="*/ 49 h 57"/>
                <a:gd name="T6" fmla="*/ 22 w 65"/>
                <a:gd name="T7" fmla="*/ 49 h 57"/>
                <a:gd name="T8" fmla="*/ 22 w 65"/>
                <a:gd name="T9" fmla="*/ 52 h 57"/>
                <a:gd name="T10" fmla="*/ 0 w 65"/>
                <a:gd name="T11" fmla="*/ 52 h 57"/>
                <a:gd name="T12" fmla="*/ 0 w 65"/>
                <a:gd name="T13" fmla="*/ 49 h 57"/>
                <a:gd name="T14" fmla="*/ 1 w 65"/>
                <a:gd name="T15" fmla="*/ 49 h 57"/>
                <a:gd name="T16" fmla="*/ 9 w 65"/>
                <a:gd name="T17" fmla="*/ 41 h 57"/>
                <a:gd name="T18" fmla="*/ 23 w 65"/>
                <a:gd name="T19" fmla="*/ 2 h 57"/>
                <a:gd name="T20" fmla="*/ 22 w 65"/>
                <a:gd name="T21" fmla="*/ 0 h 57"/>
                <a:gd name="T22" fmla="*/ 35 w 65"/>
                <a:gd name="T23" fmla="*/ 0 h 57"/>
                <a:gd name="T24" fmla="*/ 52 w 65"/>
                <a:gd name="T25" fmla="*/ 42 h 57"/>
                <a:gd name="T26" fmla="*/ 60 w 65"/>
                <a:gd name="T27" fmla="*/ 49 h 57"/>
                <a:gd name="T28" fmla="*/ 60 w 65"/>
                <a:gd name="T29" fmla="*/ 52 h 57"/>
                <a:gd name="T30" fmla="*/ 33 w 65"/>
                <a:gd name="T31" fmla="*/ 52 h 57"/>
                <a:gd name="T32" fmla="*/ 33 w 65"/>
                <a:gd name="T33" fmla="*/ 49 h 57"/>
                <a:gd name="T34" fmla="*/ 36 w 65"/>
                <a:gd name="T35" fmla="*/ 49 h 57"/>
                <a:gd name="T36" fmla="*/ 40 w 65"/>
                <a:gd name="T37" fmla="*/ 43 h 57"/>
                <a:gd name="T38" fmla="*/ 36 w 65"/>
                <a:gd name="T39" fmla="*/ 33 h 57"/>
                <a:gd name="T40" fmla="*/ 18 w 65"/>
                <a:gd name="T41" fmla="*/ 33 h 57"/>
                <a:gd name="T42" fmla="*/ 27 w 65"/>
                <a:gd name="T43" fmla="*/ 9 h 57"/>
                <a:gd name="T44" fmla="*/ 19 w 65"/>
                <a:gd name="T45" fmla="*/ 28 h 57"/>
                <a:gd name="T46" fmla="*/ 34 w 65"/>
                <a:gd name="T47" fmla="*/ 28 h 57"/>
                <a:gd name="T48" fmla="*/ 27 w 65"/>
                <a:gd name="T49" fmla="*/ 9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5" h="57">
                  <a:moveTo>
                    <a:pt x="19" y="36"/>
                  </a:moveTo>
                  <a:cubicBezTo>
                    <a:pt x="15" y="47"/>
                    <a:pt x="15" y="47"/>
                    <a:pt x="15" y="47"/>
                  </a:cubicBezTo>
                  <a:cubicBezTo>
                    <a:pt x="14" y="52"/>
                    <a:pt x="14" y="54"/>
                    <a:pt x="22" y="54"/>
                  </a:cubicBezTo>
                  <a:cubicBezTo>
                    <a:pt x="24" y="54"/>
                    <a:pt x="24" y="54"/>
                    <a:pt x="24" y="54"/>
                  </a:cubicBezTo>
                  <a:cubicBezTo>
                    <a:pt x="24" y="57"/>
                    <a:pt x="24" y="57"/>
                    <a:pt x="24" y="57"/>
                  </a:cubicBezTo>
                  <a:cubicBezTo>
                    <a:pt x="0" y="57"/>
                    <a:pt x="0" y="57"/>
                    <a:pt x="0" y="57"/>
                  </a:cubicBezTo>
                  <a:cubicBezTo>
                    <a:pt x="0" y="54"/>
                    <a:pt x="0" y="54"/>
                    <a:pt x="0" y="54"/>
                  </a:cubicBezTo>
                  <a:cubicBezTo>
                    <a:pt x="1" y="54"/>
                    <a:pt x="1" y="54"/>
                    <a:pt x="1" y="54"/>
                  </a:cubicBezTo>
                  <a:cubicBezTo>
                    <a:pt x="5" y="54"/>
                    <a:pt x="8" y="52"/>
                    <a:pt x="10" y="45"/>
                  </a:cubicBezTo>
                  <a:cubicBezTo>
                    <a:pt x="25" y="2"/>
                    <a:pt x="25" y="2"/>
                    <a:pt x="25" y="2"/>
                  </a:cubicBezTo>
                  <a:cubicBezTo>
                    <a:pt x="24" y="0"/>
                    <a:pt x="24" y="0"/>
                    <a:pt x="24" y="0"/>
                  </a:cubicBezTo>
                  <a:cubicBezTo>
                    <a:pt x="38" y="0"/>
                    <a:pt x="38" y="0"/>
                    <a:pt x="38" y="0"/>
                  </a:cubicBezTo>
                  <a:cubicBezTo>
                    <a:pt x="56" y="46"/>
                    <a:pt x="56" y="46"/>
                    <a:pt x="56" y="46"/>
                  </a:cubicBezTo>
                  <a:cubicBezTo>
                    <a:pt x="58" y="52"/>
                    <a:pt x="60" y="53"/>
                    <a:pt x="65" y="54"/>
                  </a:cubicBezTo>
                  <a:cubicBezTo>
                    <a:pt x="65" y="57"/>
                    <a:pt x="65" y="57"/>
                    <a:pt x="65" y="57"/>
                  </a:cubicBezTo>
                  <a:cubicBezTo>
                    <a:pt x="36" y="57"/>
                    <a:pt x="36" y="57"/>
                    <a:pt x="36" y="57"/>
                  </a:cubicBezTo>
                  <a:cubicBezTo>
                    <a:pt x="36" y="54"/>
                    <a:pt x="36" y="54"/>
                    <a:pt x="36" y="54"/>
                  </a:cubicBezTo>
                  <a:cubicBezTo>
                    <a:pt x="39" y="54"/>
                    <a:pt x="39" y="54"/>
                    <a:pt x="39" y="54"/>
                  </a:cubicBezTo>
                  <a:cubicBezTo>
                    <a:pt x="44" y="54"/>
                    <a:pt x="45" y="51"/>
                    <a:pt x="43" y="47"/>
                  </a:cubicBezTo>
                  <a:cubicBezTo>
                    <a:pt x="39" y="36"/>
                    <a:pt x="39" y="36"/>
                    <a:pt x="39" y="36"/>
                  </a:cubicBezTo>
                  <a:lnTo>
                    <a:pt x="19" y="36"/>
                  </a:lnTo>
                  <a:close/>
                  <a:moveTo>
                    <a:pt x="29" y="10"/>
                  </a:moveTo>
                  <a:cubicBezTo>
                    <a:pt x="21" y="31"/>
                    <a:pt x="21" y="31"/>
                    <a:pt x="21" y="31"/>
                  </a:cubicBezTo>
                  <a:cubicBezTo>
                    <a:pt x="37" y="31"/>
                    <a:pt x="37" y="31"/>
                    <a:pt x="37" y="31"/>
                  </a:cubicBezTo>
                  <a:lnTo>
                    <a:pt x="29" y="1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3" name="Freeform 20">
              <a:extLst>
                <a:ext uri="{FF2B5EF4-FFF2-40B4-BE49-F238E27FC236}">
                  <a16:creationId xmlns:a16="http://schemas.microsoft.com/office/drawing/2014/main" id="{5E93560E-09D4-4A6A-92B2-2CFF4F8BD686}"/>
                </a:ext>
              </a:extLst>
            </p:cNvPr>
            <p:cNvSpPr>
              <a:spLocks/>
            </p:cNvSpPr>
            <p:nvPr userDrawn="1"/>
          </p:nvSpPr>
          <p:spPr bwMode="gray">
            <a:xfrm>
              <a:off x="2994" y="3415"/>
              <a:ext cx="55" cy="53"/>
            </a:xfrm>
            <a:custGeom>
              <a:avLst/>
              <a:gdLst>
                <a:gd name="T0" fmla="*/ 33 w 61"/>
                <a:gd name="T1" fmla="*/ 44 h 58"/>
                <a:gd name="T2" fmla="*/ 41 w 61"/>
                <a:gd name="T3" fmla="*/ 50 h 58"/>
                <a:gd name="T4" fmla="*/ 42 w 61"/>
                <a:gd name="T5" fmla="*/ 50 h 58"/>
                <a:gd name="T6" fmla="*/ 42 w 61"/>
                <a:gd name="T7" fmla="*/ 53 h 58"/>
                <a:gd name="T8" fmla="*/ 13 w 61"/>
                <a:gd name="T9" fmla="*/ 53 h 58"/>
                <a:gd name="T10" fmla="*/ 13 w 61"/>
                <a:gd name="T11" fmla="*/ 50 h 58"/>
                <a:gd name="T12" fmla="*/ 15 w 61"/>
                <a:gd name="T13" fmla="*/ 50 h 58"/>
                <a:gd name="T14" fmla="*/ 22 w 61"/>
                <a:gd name="T15" fmla="*/ 44 h 58"/>
                <a:gd name="T16" fmla="*/ 22 w 61"/>
                <a:gd name="T17" fmla="*/ 6 h 58"/>
                <a:gd name="T18" fmla="*/ 13 w 61"/>
                <a:gd name="T19" fmla="*/ 6 h 58"/>
                <a:gd name="T20" fmla="*/ 4 w 61"/>
                <a:gd name="T21" fmla="*/ 16 h 58"/>
                <a:gd name="T22" fmla="*/ 0 w 61"/>
                <a:gd name="T23" fmla="*/ 16 h 58"/>
                <a:gd name="T24" fmla="*/ 2 w 61"/>
                <a:gd name="T25" fmla="*/ 0 h 58"/>
                <a:gd name="T26" fmla="*/ 5 w 61"/>
                <a:gd name="T27" fmla="*/ 0 h 58"/>
                <a:gd name="T28" fmla="*/ 6 w 61"/>
                <a:gd name="T29" fmla="*/ 2 h 58"/>
                <a:gd name="T30" fmla="*/ 8 w 61"/>
                <a:gd name="T31" fmla="*/ 2 h 58"/>
                <a:gd name="T32" fmla="*/ 47 w 61"/>
                <a:gd name="T33" fmla="*/ 2 h 58"/>
                <a:gd name="T34" fmla="*/ 51 w 61"/>
                <a:gd name="T35" fmla="*/ 0 h 58"/>
                <a:gd name="T36" fmla="*/ 54 w 61"/>
                <a:gd name="T37" fmla="*/ 0 h 58"/>
                <a:gd name="T38" fmla="*/ 55 w 61"/>
                <a:gd name="T39" fmla="*/ 16 h 58"/>
                <a:gd name="T40" fmla="*/ 51 w 61"/>
                <a:gd name="T41" fmla="*/ 16 h 58"/>
                <a:gd name="T42" fmla="*/ 43 w 61"/>
                <a:gd name="T43" fmla="*/ 6 h 58"/>
                <a:gd name="T44" fmla="*/ 33 w 61"/>
                <a:gd name="T45" fmla="*/ 6 h 58"/>
                <a:gd name="T46" fmla="*/ 33 w 61"/>
                <a:gd name="T47" fmla="*/ 44 h 5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 h="58">
                  <a:moveTo>
                    <a:pt x="37" y="48"/>
                  </a:moveTo>
                  <a:cubicBezTo>
                    <a:pt x="37" y="53"/>
                    <a:pt x="38" y="55"/>
                    <a:pt x="45" y="55"/>
                  </a:cubicBezTo>
                  <a:cubicBezTo>
                    <a:pt x="47" y="55"/>
                    <a:pt x="47" y="55"/>
                    <a:pt x="47" y="55"/>
                  </a:cubicBezTo>
                  <a:cubicBezTo>
                    <a:pt x="47" y="58"/>
                    <a:pt x="47" y="58"/>
                    <a:pt x="47" y="58"/>
                  </a:cubicBezTo>
                  <a:cubicBezTo>
                    <a:pt x="14" y="58"/>
                    <a:pt x="14" y="58"/>
                    <a:pt x="14" y="58"/>
                  </a:cubicBezTo>
                  <a:cubicBezTo>
                    <a:pt x="14" y="55"/>
                    <a:pt x="14" y="55"/>
                    <a:pt x="14" y="55"/>
                  </a:cubicBezTo>
                  <a:cubicBezTo>
                    <a:pt x="17" y="55"/>
                    <a:pt x="17" y="55"/>
                    <a:pt x="17" y="55"/>
                  </a:cubicBezTo>
                  <a:cubicBezTo>
                    <a:pt x="22" y="55"/>
                    <a:pt x="24" y="53"/>
                    <a:pt x="24" y="48"/>
                  </a:cubicBezTo>
                  <a:cubicBezTo>
                    <a:pt x="24" y="7"/>
                    <a:pt x="24" y="7"/>
                    <a:pt x="24" y="7"/>
                  </a:cubicBezTo>
                  <a:cubicBezTo>
                    <a:pt x="14" y="7"/>
                    <a:pt x="14" y="7"/>
                    <a:pt x="14" y="7"/>
                  </a:cubicBezTo>
                  <a:cubicBezTo>
                    <a:pt x="7" y="7"/>
                    <a:pt x="6" y="8"/>
                    <a:pt x="4" y="17"/>
                  </a:cubicBezTo>
                  <a:cubicBezTo>
                    <a:pt x="0" y="17"/>
                    <a:pt x="0" y="17"/>
                    <a:pt x="0" y="17"/>
                  </a:cubicBezTo>
                  <a:cubicBezTo>
                    <a:pt x="2" y="0"/>
                    <a:pt x="2" y="0"/>
                    <a:pt x="2" y="0"/>
                  </a:cubicBezTo>
                  <a:cubicBezTo>
                    <a:pt x="5" y="0"/>
                    <a:pt x="5" y="0"/>
                    <a:pt x="5" y="0"/>
                  </a:cubicBezTo>
                  <a:cubicBezTo>
                    <a:pt x="6" y="1"/>
                    <a:pt x="6" y="2"/>
                    <a:pt x="7" y="2"/>
                  </a:cubicBezTo>
                  <a:cubicBezTo>
                    <a:pt x="7" y="2"/>
                    <a:pt x="8" y="2"/>
                    <a:pt x="9" y="2"/>
                  </a:cubicBezTo>
                  <a:cubicBezTo>
                    <a:pt x="52" y="2"/>
                    <a:pt x="52" y="2"/>
                    <a:pt x="52" y="2"/>
                  </a:cubicBezTo>
                  <a:cubicBezTo>
                    <a:pt x="55" y="2"/>
                    <a:pt x="55" y="2"/>
                    <a:pt x="57" y="0"/>
                  </a:cubicBezTo>
                  <a:cubicBezTo>
                    <a:pt x="60" y="0"/>
                    <a:pt x="60" y="0"/>
                    <a:pt x="60" y="0"/>
                  </a:cubicBezTo>
                  <a:cubicBezTo>
                    <a:pt x="61" y="17"/>
                    <a:pt x="61" y="17"/>
                    <a:pt x="61" y="17"/>
                  </a:cubicBezTo>
                  <a:cubicBezTo>
                    <a:pt x="57" y="17"/>
                    <a:pt x="57" y="17"/>
                    <a:pt x="57" y="17"/>
                  </a:cubicBezTo>
                  <a:cubicBezTo>
                    <a:pt x="56" y="8"/>
                    <a:pt x="55" y="7"/>
                    <a:pt x="48" y="7"/>
                  </a:cubicBezTo>
                  <a:cubicBezTo>
                    <a:pt x="37" y="7"/>
                    <a:pt x="37" y="7"/>
                    <a:pt x="37" y="7"/>
                  </a:cubicBezTo>
                  <a:lnTo>
                    <a:pt x="37" y="48"/>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4" name="Freeform 21">
              <a:extLst>
                <a:ext uri="{FF2B5EF4-FFF2-40B4-BE49-F238E27FC236}">
                  <a16:creationId xmlns:a16="http://schemas.microsoft.com/office/drawing/2014/main" id="{ECA69B40-AEDA-428C-AFB0-5D38EAE8E307}"/>
                </a:ext>
              </a:extLst>
            </p:cNvPr>
            <p:cNvSpPr>
              <a:spLocks/>
            </p:cNvSpPr>
            <p:nvPr userDrawn="1"/>
          </p:nvSpPr>
          <p:spPr bwMode="gray">
            <a:xfrm>
              <a:off x="3066" y="3417"/>
              <a:ext cx="25" cy="51"/>
            </a:xfrm>
            <a:custGeom>
              <a:avLst/>
              <a:gdLst>
                <a:gd name="T0" fmla="*/ 0 w 28"/>
                <a:gd name="T1" fmla="*/ 0 h 56"/>
                <a:gd name="T2" fmla="*/ 25 w 28"/>
                <a:gd name="T3" fmla="*/ 0 h 56"/>
                <a:gd name="T4" fmla="*/ 25 w 28"/>
                <a:gd name="T5" fmla="*/ 4 h 56"/>
                <a:gd name="T6" fmla="*/ 24 w 28"/>
                <a:gd name="T7" fmla="*/ 4 h 56"/>
                <a:gd name="T8" fmla="*/ 18 w 28"/>
                <a:gd name="T9" fmla="*/ 9 h 56"/>
                <a:gd name="T10" fmla="*/ 18 w 28"/>
                <a:gd name="T11" fmla="*/ 42 h 56"/>
                <a:gd name="T12" fmla="*/ 24 w 28"/>
                <a:gd name="T13" fmla="*/ 48 h 56"/>
                <a:gd name="T14" fmla="*/ 25 w 28"/>
                <a:gd name="T15" fmla="*/ 48 h 56"/>
                <a:gd name="T16" fmla="*/ 25 w 28"/>
                <a:gd name="T17" fmla="*/ 51 h 56"/>
                <a:gd name="T18" fmla="*/ 0 w 28"/>
                <a:gd name="T19" fmla="*/ 51 h 56"/>
                <a:gd name="T20" fmla="*/ 0 w 28"/>
                <a:gd name="T21" fmla="*/ 48 h 56"/>
                <a:gd name="T22" fmla="*/ 1 w 28"/>
                <a:gd name="T23" fmla="*/ 48 h 56"/>
                <a:gd name="T24" fmla="*/ 6 w 28"/>
                <a:gd name="T25" fmla="*/ 43 h 56"/>
                <a:gd name="T26" fmla="*/ 6 w 28"/>
                <a:gd name="T27" fmla="*/ 9 h 56"/>
                <a:gd name="T28" fmla="*/ 1 w 28"/>
                <a:gd name="T29" fmla="*/ 4 h 56"/>
                <a:gd name="T30" fmla="*/ 0 w 28"/>
                <a:gd name="T31" fmla="*/ 4 h 56"/>
                <a:gd name="T32" fmla="*/ 0 w 28"/>
                <a:gd name="T33" fmla="*/ 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8" h="56">
                  <a:moveTo>
                    <a:pt x="0" y="0"/>
                  </a:moveTo>
                  <a:cubicBezTo>
                    <a:pt x="28" y="0"/>
                    <a:pt x="28" y="0"/>
                    <a:pt x="28" y="0"/>
                  </a:cubicBezTo>
                  <a:cubicBezTo>
                    <a:pt x="28" y="4"/>
                    <a:pt x="28" y="4"/>
                    <a:pt x="28" y="4"/>
                  </a:cubicBezTo>
                  <a:cubicBezTo>
                    <a:pt x="27" y="4"/>
                    <a:pt x="27" y="4"/>
                    <a:pt x="27" y="4"/>
                  </a:cubicBezTo>
                  <a:cubicBezTo>
                    <a:pt x="22" y="4"/>
                    <a:pt x="20" y="6"/>
                    <a:pt x="20" y="10"/>
                  </a:cubicBezTo>
                  <a:cubicBezTo>
                    <a:pt x="20" y="46"/>
                    <a:pt x="20" y="46"/>
                    <a:pt x="20" y="46"/>
                  </a:cubicBezTo>
                  <a:cubicBezTo>
                    <a:pt x="20" y="51"/>
                    <a:pt x="21" y="53"/>
                    <a:pt x="27" y="53"/>
                  </a:cubicBezTo>
                  <a:cubicBezTo>
                    <a:pt x="28" y="53"/>
                    <a:pt x="28" y="53"/>
                    <a:pt x="28" y="53"/>
                  </a:cubicBezTo>
                  <a:cubicBezTo>
                    <a:pt x="28" y="56"/>
                    <a:pt x="28" y="56"/>
                    <a:pt x="28" y="56"/>
                  </a:cubicBezTo>
                  <a:cubicBezTo>
                    <a:pt x="0" y="56"/>
                    <a:pt x="0" y="56"/>
                    <a:pt x="0" y="56"/>
                  </a:cubicBezTo>
                  <a:cubicBezTo>
                    <a:pt x="0" y="53"/>
                    <a:pt x="0" y="53"/>
                    <a:pt x="0" y="53"/>
                  </a:cubicBezTo>
                  <a:cubicBezTo>
                    <a:pt x="1" y="53"/>
                    <a:pt x="1" y="53"/>
                    <a:pt x="1" y="53"/>
                  </a:cubicBezTo>
                  <a:cubicBezTo>
                    <a:pt x="6" y="53"/>
                    <a:pt x="7" y="51"/>
                    <a:pt x="7" y="47"/>
                  </a:cubicBezTo>
                  <a:cubicBezTo>
                    <a:pt x="7" y="10"/>
                    <a:pt x="7" y="10"/>
                    <a:pt x="7" y="10"/>
                  </a:cubicBezTo>
                  <a:cubicBezTo>
                    <a:pt x="7" y="6"/>
                    <a:pt x="6" y="4"/>
                    <a:pt x="1" y="4"/>
                  </a:cubicBezTo>
                  <a:cubicBezTo>
                    <a:pt x="0" y="4"/>
                    <a:pt x="0" y="4"/>
                    <a:pt x="0" y="4"/>
                  </a:cubicBezTo>
                  <a:lnTo>
                    <a:pt x="0" y="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5" name="Freeform 22">
              <a:extLst>
                <a:ext uri="{FF2B5EF4-FFF2-40B4-BE49-F238E27FC236}">
                  <a16:creationId xmlns:a16="http://schemas.microsoft.com/office/drawing/2014/main" id="{DFF308F5-CD7F-4373-B0FD-1A8CA7B64FC4}"/>
                </a:ext>
              </a:extLst>
            </p:cNvPr>
            <p:cNvSpPr>
              <a:spLocks noEditPoints="1"/>
            </p:cNvSpPr>
            <p:nvPr userDrawn="1"/>
          </p:nvSpPr>
          <p:spPr bwMode="gray">
            <a:xfrm>
              <a:off x="3110" y="3415"/>
              <a:ext cx="61" cy="55"/>
            </a:xfrm>
            <a:custGeom>
              <a:avLst/>
              <a:gdLst>
                <a:gd name="T0" fmla="*/ 32 w 67"/>
                <a:gd name="T1" fmla="*/ 0 h 60"/>
                <a:gd name="T2" fmla="*/ 61 w 67"/>
                <a:gd name="T3" fmla="*/ 27 h 60"/>
                <a:gd name="T4" fmla="*/ 30 w 67"/>
                <a:gd name="T5" fmla="*/ 55 h 60"/>
                <a:gd name="T6" fmla="*/ 0 w 67"/>
                <a:gd name="T7" fmla="*/ 28 h 60"/>
                <a:gd name="T8" fmla="*/ 32 w 67"/>
                <a:gd name="T9" fmla="*/ 0 h 60"/>
                <a:gd name="T10" fmla="*/ 32 w 67"/>
                <a:gd name="T11" fmla="*/ 51 h 60"/>
                <a:gd name="T12" fmla="*/ 48 w 67"/>
                <a:gd name="T13" fmla="*/ 29 h 60"/>
                <a:gd name="T14" fmla="*/ 29 w 67"/>
                <a:gd name="T15" fmla="*/ 4 h 60"/>
                <a:gd name="T16" fmla="*/ 12 w 67"/>
                <a:gd name="T17" fmla="*/ 25 h 60"/>
                <a:gd name="T18" fmla="*/ 32 w 67"/>
                <a:gd name="T19" fmla="*/ 5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60">
                  <a:moveTo>
                    <a:pt x="35" y="0"/>
                  </a:moveTo>
                  <a:cubicBezTo>
                    <a:pt x="54" y="0"/>
                    <a:pt x="67" y="12"/>
                    <a:pt x="67" y="29"/>
                  </a:cubicBezTo>
                  <a:cubicBezTo>
                    <a:pt x="67" y="45"/>
                    <a:pt x="54" y="60"/>
                    <a:pt x="33" y="60"/>
                  </a:cubicBezTo>
                  <a:cubicBezTo>
                    <a:pt x="12" y="60"/>
                    <a:pt x="0" y="46"/>
                    <a:pt x="0" y="31"/>
                  </a:cubicBezTo>
                  <a:cubicBezTo>
                    <a:pt x="0" y="13"/>
                    <a:pt x="14" y="0"/>
                    <a:pt x="35" y="0"/>
                  </a:cubicBezTo>
                  <a:close/>
                  <a:moveTo>
                    <a:pt x="35" y="56"/>
                  </a:moveTo>
                  <a:cubicBezTo>
                    <a:pt x="48" y="56"/>
                    <a:pt x="53" y="45"/>
                    <a:pt x="53" y="32"/>
                  </a:cubicBezTo>
                  <a:cubicBezTo>
                    <a:pt x="53" y="18"/>
                    <a:pt x="46" y="4"/>
                    <a:pt x="32" y="4"/>
                  </a:cubicBezTo>
                  <a:cubicBezTo>
                    <a:pt x="21" y="4"/>
                    <a:pt x="13" y="13"/>
                    <a:pt x="13" y="27"/>
                  </a:cubicBezTo>
                  <a:cubicBezTo>
                    <a:pt x="13" y="44"/>
                    <a:pt x="22" y="56"/>
                    <a:pt x="35" y="56"/>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6" name="Freeform 23">
              <a:extLst>
                <a:ext uri="{FF2B5EF4-FFF2-40B4-BE49-F238E27FC236}">
                  <a16:creationId xmlns:a16="http://schemas.microsoft.com/office/drawing/2014/main" id="{B73D72DD-BE47-4C13-8375-C994D3E2E11B}"/>
                </a:ext>
              </a:extLst>
            </p:cNvPr>
            <p:cNvSpPr>
              <a:spLocks/>
            </p:cNvSpPr>
            <p:nvPr userDrawn="1"/>
          </p:nvSpPr>
          <p:spPr bwMode="gray">
            <a:xfrm>
              <a:off x="3188" y="3417"/>
              <a:ext cx="64" cy="52"/>
            </a:xfrm>
            <a:custGeom>
              <a:avLst/>
              <a:gdLst>
                <a:gd name="T0" fmla="*/ 12 w 70"/>
                <a:gd name="T1" fmla="*/ 41 h 57"/>
                <a:gd name="T2" fmla="*/ 20 w 70"/>
                <a:gd name="T3" fmla="*/ 48 h 57"/>
                <a:gd name="T4" fmla="*/ 20 w 70"/>
                <a:gd name="T5" fmla="*/ 51 h 57"/>
                <a:gd name="T6" fmla="*/ 0 w 70"/>
                <a:gd name="T7" fmla="*/ 51 h 57"/>
                <a:gd name="T8" fmla="*/ 0 w 70"/>
                <a:gd name="T9" fmla="*/ 48 h 57"/>
                <a:gd name="T10" fmla="*/ 1 w 70"/>
                <a:gd name="T11" fmla="*/ 48 h 57"/>
                <a:gd name="T12" fmla="*/ 7 w 70"/>
                <a:gd name="T13" fmla="*/ 43 h 57"/>
                <a:gd name="T14" fmla="*/ 7 w 70"/>
                <a:gd name="T15" fmla="*/ 5 h 57"/>
                <a:gd name="T16" fmla="*/ 1 w 70"/>
                <a:gd name="T17" fmla="*/ 4 h 57"/>
                <a:gd name="T18" fmla="*/ 1 w 70"/>
                <a:gd name="T19" fmla="*/ 0 h 57"/>
                <a:gd name="T20" fmla="*/ 17 w 70"/>
                <a:gd name="T21" fmla="*/ 0 h 57"/>
                <a:gd name="T22" fmla="*/ 51 w 70"/>
                <a:gd name="T23" fmla="*/ 36 h 57"/>
                <a:gd name="T24" fmla="*/ 51 w 70"/>
                <a:gd name="T25" fmla="*/ 10 h 57"/>
                <a:gd name="T26" fmla="*/ 44 w 70"/>
                <a:gd name="T27" fmla="*/ 4 h 57"/>
                <a:gd name="T28" fmla="*/ 43 w 70"/>
                <a:gd name="T29" fmla="*/ 4 h 57"/>
                <a:gd name="T30" fmla="*/ 43 w 70"/>
                <a:gd name="T31" fmla="*/ 0 h 57"/>
                <a:gd name="T32" fmla="*/ 64 w 70"/>
                <a:gd name="T33" fmla="*/ 0 h 57"/>
                <a:gd name="T34" fmla="*/ 64 w 70"/>
                <a:gd name="T35" fmla="*/ 4 h 57"/>
                <a:gd name="T36" fmla="*/ 63 w 70"/>
                <a:gd name="T37" fmla="*/ 4 h 57"/>
                <a:gd name="T38" fmla="*/ 57 w 70"/>
                <a:gd name="T39" fmla="*/ 7 h 57"/>
                <a:gd name="T40" fmla="*/ 57 w 70"/>
                <a:gd name="T41" fmla="*/ 52 h 57"/>
                <a:gd name="T42" fmla="*/ 52 w 70"/>
                <a:gd name="T43" fmla="*/ 52 h 57"/>
                <a:gd name="T44" fmla="*/ 12 w 70"/>
                <a:gd name="T45" fmla="*/ 10 h 57"/>
                <a:gd name="T46" fmla="*/ 12 w 70"/>
                <a:gd name="T47" fmla="*/ 41 h 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0" h="57">
                  <a:moveTo>
                    <a:pt x="13" y="45"/>
                  </a:moveTo>
                  <a:cubicBezTo>
                    <a:pt x="13" y="51"/>
                    <a:pt x="15" y="53"/>
                    <a:pt x="22" y="53"/>
                  </a:cubicBezTo>
                  <a:cubicBezTo>
                    <a:pt x="22" y="56"/>
                    <a:pt x="22" y="56"/>
                    <a:pt x="22" y="56"/>
                  </a:cubicBezTo>
                  <a:cubicBezTo>
                    <a:pt x="0" y="56"/>
                    <a:pt x="0" y="56"/>
                    <a:pt x="0" y="56"/>
                  </a:cubicBezTo>
                  <a:cubicBezTo>
                    <a:pt x="0" y="53"/>
                    <a:pt x="0" y="53"/>
                    <a:pt x="0" y="53"/>
                  </a:cubicBezTo>
                  <a:cubicBezTo>
                    <a:pt x="1" y="53"/>
                    <a:pt x="1" y="53"/>
                    <a:pt x="1" y="53"/>
                  </a:cubicBezTo>
                  <a:cubicBezTo>
                    <a:pt x="7" y="53"/>
                    <a:pt x="8" y="51"/>
                    <a:pt x="8" y="47"/>
                  </a:cubicBezTo>
                  <a:cubicBezTo>
                    <a:pt x="8" y="6"/>
                    <a:pt x="8" y="6"/>
                    <a:pt x="8" y="6"/>
                  </a:cubicBezTo>
                  <a:cubicBezTo>
                    <a:pt x="6" y="4"/>
                    <a:pt x="3" y="4"/>
                    <a:pt x="1" y="4"/>
                  </a:cubicBezTo>
                  <a:cubicBezTo>
                    <a:pt x="1" y="0"/>
                    <a:pt x="1" y="0"/>
                    <a:pt x="1" y="0"/>
                  </a:cubicBezTo>
                  <a:cubicBezTo>
                    <a:pt x="19" y="0"/>
                    <a:pt x="19" y="0"/>
                    <a:pt x="19" y="0"/>
                  </a:cubicBezTo>
                  <a:cubicBezTo>
                    <a:pt x="56" y="39"/>
                    <a:pt x="56" y="39"/>
                    <a:pt x="56" y="39"/>
                  </a:cubicBezTo>
                  <a:cubicBezTo>
                    <a:pt x="56" y="11"/>
                    <a:pt x="56" y="11"/>
                    <a:pt x="56" y="11"/>
                  </a:cubicBezTo>
                  <a:cubicBezTo>
                    <a:pt x="56" y="5"/>
                    <a:pt x="55" y="4"/>
                    <a:pt x="48" y="4"/>
                  </a:cubicBezTo>
                  <a:cubicBezTo>
                    <a:pt x="47" y="4"/>
                    <a:pt x="47" y="4"/>
                    <a:pt x="47" y="4"/>
                  </a:cubicBezTo>
                  <a:cubicBezTo>
                    <a:pt x="47" y="0"/>
                    <a:pt x="47" y="0"/>
                    <a:pt x="47" y="0"/>
                  </a:cubicBezTo>
                  <a:cubicBezTo>
                    <a:pt x="70" y="0"/>
                    <a:pt x="70" y="0"/>
                    <a:pt x="70" y="0"/>
                  </a:cubicBezTo>
                  <a:cubicBezTo>
                    <a:pt x="70" y="4"/>
                    <a:pt x="70" y="4"/>
                    <a:pt x="70" y="4"/>
                  </a:cubicBezTo>
                  <a:cubicBezTo>
                    <a:pt x="69" y="4"/>
                    <a:pt x="69" y="4"/>
                    <a:pt x="69" y="4"/>
                  </a:cubicBezTo>
                  <a:cubicBezTo>
                    <a:pt x="64" y="4"/>
                    <a:pt x="62" y="5"/>
                    <a:pt x="62" y="8"/>
                  </a:cubicBezTo>
                  <a:cubicBezTo>
                    <a:pt x="62" y="57"/>
                    <a:pt x="62" y="57"/>
                    <a:pt x="62" y="57"/>
                  </a:cubicBezTo>
                  <a:cubicBezTo>
                    <a:pt x="57" y="57"/>
                    <a:pt x="57" y="57"/>
                    <a:pt x="57" y="57"/>
                  </a:cubicBezTo>
                  <a:cubicBezTo>
                    <a:pt x="13" y="11"/>
                    <a:pt x="13" y="11"/>
                    <a:pt x="13" y="11"/>
                  </a:cubicBezTo>
                  <a:lnTo>
                    <a:pt x="13" y="45"/>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7" name="Freeform 24">
              <a:extLst>
                <a:ext uri="{FF2B5EF4-FFF2-40B4-BE49-F238E27FC236}">
                  <a16:creationId xmlns:a16="http://schemas.microsoft.com/office/drawing/2014/main" id="{CE449C93-F0B4-4522-9BBF-0D9689629027}"/>
                </a:ext>
              </a:extLst>
            </p:cNvPr>
            <p:cNvSpPr>
              <a:spLocks/>
            </p:cNvSpPr>
            <p:nvPr userDrawn="1"/>
          </p:nvSpPr>
          <p:spPr bwMode="gray">
            <a:xfrm>
              <a:off x="2503" y="3506"/>
              <a:ext cx="54" cy="52"/>
            </a:xfrm>
            <a:custGeom>
              <a:avLst/>
              <a:gdLst>
                <a:gd name="T0" fmla="*/ 32 w 60"/>
                <a:gd name="T1" fmla="*/ 43 h 57"/>
                <a:gd name="T2" fmla="*/ 40 w 60"/>
                <a:gd name="T3" fmla="*/ 49 h 57"/>
                <a:gd name="T4" fmla="*/ 41 w 60"/>
                <a:gd name="T5" fmla="*/ 49 h 57"/>
                <a:gd name="T6" fmla="*/ 41 w 60"/>
                <a:gd name="T7" fmla="*/ 52 h 57"/>
                <a:gd name="T8" fmla="*/ 13 w 60"/>
                <a:gd name="T9" fmla="*/ 52 h 57"/>
                <a:gd name="T10" fmla="*/ 13 w 60"/>
                <a:gd name="T11" fmla="*/ 49 h 57"/>
                <a:gd name="T12" fmla="*/ 15 w 60"/>
                <a:gd name="T13" fmla="*/ 49 h 57"/>
                <a:gd name="T14" fmla="*/ 22 w 60"/>
                <a:gd name="T15" fmla="*/ 43 h 57"/>
                <a:gd name="T16" fmla="*/ 22 w 60"/>
                <a:gd name="T17" fmla="*/ 5 h 57"/>
                <a:gd name="T18" fmla="*/ 12 w 60"/>
                <a:gd name="T19" fmla="*/ 5 h 57"/>
                <a:gd name="T20" fmla="*/ 3 w 60"/>
                <a:gd name="T21" fmla="*/ 15 h 57"/>
                <a:gd name="T22" fmla="*/ 0 w 60"/>
                <a:gd name="T23" fmla="*/ 15 h 57"/>
                <a:gd name="T24" fmla="*/ 1 w 60"/>
                <a:gd name="T25" fmla="*/ 0 h 57"/>
                <a:gd name="T26" fmla="*/ 4 w 60"/>
                <a:gd name="T27" fmla="*/ 0 h 57"/>
                <a:gd name="T28" fmla="*/ 5 w 60"/>
                <a:gd name="T29" fmla="*/ 1 h 57"/>
                <a:gd name="T30" fmla="*/ 7 w 60"/>
                <a:gd name="T31" fmla="*/ 1 h 57"/>
                <a:gd name="T32" fmla="*/ 47 w 60"/>
                <a:gd name="T33" fmla="*/ 1 h 57"/>
                <a:gd name="T34" fmla="*/ 50 w 60"/>
                <a:gd name="T35" fmla="*/ 0 h 57"/>
                <a:gd name="T36" fmla="*/ 53 w 60"/>
                <a:gd name="T37" fmla="*/ 0 h 57"/>
                <a:gd name="T38" fmla="*/ 54 w 60"/>
                <a:gd name="T39" fmla="*/ 15 h 57"/>
                <a:gd name="T40" fmla="*/ 51 w 60"/>
                <a:gd name="T41" fmla="*/ 15 h 57"/>
                <a:gd name="T42" fmla="*/ 42 w 60"/>
                <a:gd name="T43" fmla="*/ 5 h 57"/>
                <a:gd name="T44" fmla="*/ 32 w 60"/>
                <a:gd name="T45" fmla="*/ 5 h 57"/>
                <a:gd name="T46" fmla="*/ 32 w 60"/>
                <a:gd name="T47" fmla="*/ 43 h 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 h="57">
                  <a:moveTo>
                    <a:pt x="36" y="47"/>
                  </a:moveTo>
                  <a:cubicBezTo>
                    <a:pt x="36" y="52"/>
                    <a:pt x="38" y="54"/>
                    <a:pt x="44" y="54"/>
                  </a:cubicBezTo>
                  <a:cubicBezTo>
                    <a:pt x="46" y="54"/>
                    <a:pt x="46" y="54"/>
                    <a:pt x="46" y="54"/>
                  </a:cubicBezTo>
                  <a:cubicBezTo>
                    <a:pt x="46" y="57"/>
                    <a:pt x="46" y="57"/>
                    <a:pt x="46" y="57"/>
                  </a:cubicBezTo>
                  <a:cubicBezTo>
                    <a:pt x="14" y="57"/>
                    <a:pt x="14" y="57"/>
                    <a:pt x="14" y="57"/>
                  </a:cubicBezTo>
                  <a:cubicBezTo>
                    <a:pt x="14" y="54"/>
                    <a:pt x="14" y="54"/>
                    <a:pt x="14" y="54"/>
                  </a:cubicBezTo>
                  <a:cubicBezTo>
                    <a:pt x="17" y="54"/>
                    <a:pt x="17" y="54"/>
                    <a:pt x="17" y="54"/>
                  </a:cubicBezTo>
                  <a:cubicBezTo>
                    <a:pt x="22" y="54"/>
                    <a:pt x="24" y="52"/>
                    <a:pt x="24" y="47"/>
                  </a:cubicBezTo>
                  <a:cubicBezTo>
                    <a:pt x="24" y="6"/>
                    <a:pt x="24" y="6"/>
                    <a:pt x="24" y="6"/>
                  </a:cubicBezTo>
                  <a:cubicBezTo>
                    <a:pt x="13" y="6"/>
                    <a:pt x="13" y="6"/>
                    <a:pt x="13" y="6"/>
                  </a:cubicBezTo>
                  <a:cubicBezTo>
                    <a:pt x="6" y="6"/>
                    <a:pt x="5" y="7"/>
                    <a:pt x="3" y="16"/>
                  </a:cubicBezTo>
                  <a:cubicBezTo>
                    <a:pt x="0" y="16"/>
                    <a:pt x="0" y="16"/>
                    <a:pt x="0" y="16"/>
                  </a:cubicBezTo>
                  <a:cubicBezTo>
                    <a:pt x="1" y="0"/>
                    <a:pt x="1" y="0"/>
                    <a:pt x="1" y="0"/>
                  </a:cubicBezTo>
                  <a:cubicBezTo>
                    <a:pt x="4" y="0"/>
                    <a:pt x="4" y="0"/>
                    <a:pt x="4" y="0"/>
                  </a:cubicBezTo>
                  <a:cubicBezTo>
                    <a:pt x="5" y="0"/>
                    <a:pt x="5" y="1"/>
                    <a:pt x="6" y="1"/>
                  </a:cubicBezTo>
                  <a:cubicBezTo>
                    <a:pt x="6" y="1"/>
                    <a:pt x="7" y="1"/>
                    <a:pt x="8" y="1"/>
                  </a:cubicBezTo>
                  <a:cubicBezTo>
                    <a:pt x="52" y="1"/>
                    <a:pt x="52" y="1"/>
                    <a:pt x="52" y="1"/>
                  </a:cubicBezTo>
                  <a:cubicBezTo>
                    <a:pt x="54" y="1"/>
                    <a:pt x="54" y="1"/>
                    <a:pt x="56" y="0"/>
                  </a:cubicBezTo>
                  <a:cubicBezTo>
                    <a:pt x="59" y="0"/>
                    <a:pt x="59" y="0"/>
                    <a:pt x="59" y="0"/>
                  </a:cubicBezTo>
                  <a:cubicBezTo>
                    <a:pt x="60" y="16"/>
                    <a:pt x="60" y="16"/>
                    <a:pt x="60" y="16"/>
                  </a:cubicBezTo>
                  <a:cubicBezTo>
                    <a:pt x="57" y="16"/>
                    <a:pt x="57" y="16"/>
                    <a:pt x="57" y="16"/>
                  </a:cubicBezTo>
                  <a:cubicBezTo>
                    <a:pt x="55" y="7"/>
                    <a:pt x="54" y="6"/>
                    <a:pt x="47" y="6"/>
                  </a:cubicBezTo>
                  <a:cubicBezTo>
                    <a:pt x="36" y="6"/>
                    <a:pt x="36" y="6"/>
                    <a:pt x="36" y="6"/>
                  </a:cubicBezTo>
                  <a:lnTo>
                    <a:pt x="36" y="47"/>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8" name="Freeform 25">
              <a:extLst>
                <a:ext uri="{FF2B5EF4-FFF2-40B4-BE49-F238E27FC236}">
                  <a16:creationId xmlns:a16="http://schemas.microsoft.com/office/drawing/2014/main" id="{574384FC-9AD6-486A-B41F-47A4F27CCBA2}"/>
                </a:ext>
              </a:extLst>
            </p:cNvPr>
            <p:cNvSpPr>
              <a:spLocks/>
            </p:cNvSpPr>
            <p:nvPr userDrawn="1"/>
          </p:nvSpPr>
          <p:spPr bwMode="gray">
            <a:xfrm>
              <a:off x="2572" y="3507"/>
              <a:ext cx="50" cy="51"/>
            </a:xfrm>
            <a:custGeom>
              <a:avLst/>
              <a:gdLst>
                <a:gd name="T0" fmla="*/ 39 w 55"/>
                <a:gd name="T1" fmla="*/ 5 h 56"/>
                <a:gd name="T2" fmla="*/ 21 w 55"/>
                <a:gd name="T3" fmla="*/ 5 h 56"/>
                <a:gd name="T4" fmla="*/ 21 w 55"/>
                <a:gd name="T5" fmla="*/ 23 h 56"/>
                <a:gd name="T6" fmla="*/ 35 w 55"/>
                <a:gd name="T7" fmla="*/ 23 h 56"/>
                <a:gd name="T8" fmla="*/ 40 w 55"/>
                <a:gd name="T9" fmla="*/ 17 h 56"/>
                <a:gd name="T10" fmla="*/ 44 w 55"/>
                <a:gd name="T11" fmla="*/ 17 h 56"/>
                <a:gd name="T12" fmla="*/ 44 w 55"/>
                <a:gd name="T13" fmla="*/ 34 h 56"/>
                <a:gd name="T14" fmla="*/ 40 w 55"/>
                <a:gd name="T15" fmla="*/ 34 h 56"/>
                <a:gd name="T16" fmla="*/ 33 w 55"/>
                <a:gd name="T17" fmla="*/ 27 h 56"/>
                <a:gd name="T18" fmla="*/ 21 w 55"/>
                <a:gd name="T19" fmla="*/ 27 h 56"/>
                <a:gd name="T20" fmla="*/ 21 w 55"/>
                <a:gd name="T21" fmla="*/ 43 h 56"/>
                <a:gd name="T22" fmla="*/ 24 w 55"/>
                <a:gd name="T23" fmla="*/ 46 h 56"/>
                <a:gd name="T24" fmla="*/ 37 w 55"/>
                <a:gd name="T25" fmla="*/ 46 h 56"/>
                <a:gd name="T26" fmla="*/ 47 w 55"/>
                <a:gd name="T27" fmla="*/ 38 h 56"/>
                <a:gd name="T28" fmla="*/ 50 w 55"/>
                <a:gd name="T29" fmla="*/ 38 h 56"/>
                <a:gd name="T30" fmla="*/ 49 w 55"/>
                <a:gd name="T31" fmla="*/ 51 h 56"/>
                <a:gd name="T32" fmla="*/ 0 w 55"/>
                <a:gd name="T33" fmla="*/ 51 h 56"/>
                <a:gd name="T34" fmla="*/ 0 w 55"/>
                <a:gd name="T35" fmla="*/ 48 h 56"/>
                <a:gd name="T36" fmla="*/ 3 w 55"/>
                <a:gd name="T37" fmla="*/ 48 h 56"/>
                <a:gd name="T38" fmla="*/ 9 w 55"/>
                <a:gd name="T39" fmla="*/ 42 h 56"/>
                <a:gd name="T40" fmla="*/ 9 w 55"/>
                <a:gd name="T41" fmla="*/ 9 h 56"/>
                <a:gd name="T42" fmla="*/ 2 w 55"/>
                <a:gd name="T43" fmla="*/ 4 h 56"/>
                <a:gd name="T44" fmla="*/ 2 w 55"/>
                <a:gd name="T45" fmla="*/ 4 h 56"/>
                <a:gd name="T46" fmla="*/ 2 w 55"/>
                <a:gd name="T47" fmla="*/ 0 h 56"/>
                <a:gd name="T48" fmla="*/ 46 w 55"/>
                <a:gd name="T49" fmla="*/ 0 h 56"/>
                <a:gd name="T50" fmla="*/ 47 w 55"/>
                <a:gd name="T51" fmla="*/ 12 h 56"/>
                <a:gd name="T52" fmla="*/ 45 w 55"/>
                <a:gd name="T53" fmla="*/ 12 h 56"/>
                <a:gd name="T54" fmla="*/ 39 w 55"/>
                <a:gd name="T55" fmla="*/ 5 h 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5" h="56">
                  <a:moveTo>
                    <a:pt x="43" y="5"/>
                  </a:moveTo>
                  <a:cubicBezTo>
                    <a:pt x="23" y="5"/>
                    <a:pt x="23" y="5"/>
                    <a:pt x="23" y="5"/>
                  </a:cubicBezTo>
                  <a:cubicBezTo>
                    <a:pt x="23" y="25"/>
                    <a:pt x="23" y="25"/>
                    <a:pt x="23" y="25"/>
                  </a:cubicBezTo>
                  <a:cubicBezTo>
                    <a:pt x="38" y="25"/>
                    <a:pt x="38" y="25"/>
                    <a:pt x="38" y="25"/>
                  </a:cubicBezTo>
                  <a:cubicBezTo>
                    <a:pt x="43" y="25"/>
                    <a:pt x="44" y="24"/>
                    <a:pt x="44" y="19"/>
                  </a:cubicBezTo>
                  <a:cubicBezTo>
                    <a:pt x="48" y="19"/>
                    <a:pt x="48" y="19"/>
                    <a:pt x="48" y="19"/>
                  </a:cubicBezTo>
                  <a:cubicBezTo>
                    <a:pt x="48" y="37"/>
                    <a:pt x="48" y="37"/>
                    <a:pt x="48" y="37"/>
                  </a:cubicBezTo>
                  <a:cubicBezTo>
                    <a:pt x="44" y="37"/>
                    <a:pt x="44" y="37"/>
                    <a:pt x="44" y="37"/>
                  </a:cubicBezTo>
                  <a:cubicBezTo>
                    <a:pt x="44" y="32"/>
                    <a:pt x="43" y="30"/>
                    <a:pt x="36" y="30"/>
                  </a:cubicBezTo>
                  <a:cubicBezTo>
                    <a:pt x="23" y="30"/>
                    <a:pt x="23" y="30"/>
                    <a:pt x="23" y="30"/>
                  </a:cubicBezTo>
                  <a:cubicBezTo>
                    <a:pt x="23" y="47"/>
                    <a:pt x="23" y="47"/>
                    <a:pt x="23" y="47"/>
                  </a:cubicBezTo>
                  <a:cubicBezTo>
                    <a:pt x="23" y="51"/>
                    <a:pt x="24" y="51"/>
                    <a:pt x="26" y="51"/>
                  </a:cubicBezTo>
                  <a:cubicBezTo>
                    <a:pt x="41" y="51"/>
                    <a:pt x="41" y="51"/>
                    <a:pt x="41" y="51"/>
                  </a:cubicBezTo>
                  <a:cubicBezTo>
                    <a:pt x="47" y="51"/>
                    <a:pt x="50" y="50"/>
                    <a:pt x="52" y="42"/>
                  </a:cubicBezTo>
                  <a:cubicBezTo>
                    <a:pt x="55" y="42"/>
                    <a:pt x="55" y="42"/>
                    <a:pt x="55" y="42"/>
                  </a:cubicBezTo>
                  <a:cubicBezTo>
                    <a:pt x="54" y="56"/>
                    <a:pt x="54" y="56"/>
                    <a:pt x="54" y="56"/>
                  </a:cubicBezTo>
                  <a:cubicBezTo>
                    <a:pt x="0" y="56"/>
                    <a:pt x="0" y="56"/>
                    <a:pt x="0" y="56"/>
                  </a:cubicBezTo>
                  <a:cubicBezTo>
                    <a:pt x="0" y="53"/>
                    <a:pt x="0" y="53"/>
                    <a:pt x="0" y="53"/>
                  </a:cubicBezTo>
                  <a:cubicBezTo>
                    <a:pt x="3" y="53"/>
                    <a:pt x="3" y="53"/>
                    <a:pt x="3" y="53"/>
                  </a:cubicBezTo>
                  <a:cubicBezTo>
                    <a:pt x="9" y="53"/>
                    <a:pt x="10" y="51"/>
                    <a:pt x="10" y="46"/>
                  </a:cubicBezTo>
                  <a:cubicBezTo>
                    <a:pt x="10" y="10"/>
                    <a:pt x="10" y="10"/>
                    <a:pt x="10" y="10"/>
                  </a:cubicBezTo>
                  <a:cubicBezTo>
                    <a:pt x="10" y="5"/>
                    <a:pt x="9" y="4"/>
                    <a:pt x="2" y="4"/>
                  </a:cubicBezTo>
                  <a:cubicBezTo>
                    <a:pt x="2" y="4"/>
                    <a:pt x="2" y="4"/>
                    <a:pt x="2" y="4"/>
                  </a:cubicBezTo>
                  <a:cubicBezTo>
                    <a:pt x="2" y="0"/>
                    <a:pt x="2" y="0"/>
                    <a:pt x="2" y="0"/>
                  </a:cubicBezTo>
                  <a:cubicBezTo>
                    <a:pt x="51" y="0"/>
                    <a:pt x="51" y="0"/>
                    <a:pt x="51" y="0"/>
                  </a:cubicBezTo>
                  <a:cubicBezTo>
                    <a:pt x="52" y="13"/>
                    <a:pt x="52" y="13"/>
                    <a:pt x="52" y="13"/>
                  </a:cubicBezTo>
                  <a:cubicBezTo>
                    <a:pt x="49" y="13"/>
                    <a:pt x="49" y="13"/>
                    <a:pt x="49" y="13"/>
                  </a:cubicBezTo>
                  <a:cubicBezTo>
                    <a:pt x="48" y="7"/>
                    <a:pt x="47" y="5"/>
                    <a:pt x="43" y="5"/>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69" name="Freeform 26">
              <a:extLst>
                <a:ext uri="{FF2B5EF4-FFF2-40B4-BE49-F238E27FC236}">
                  <a16:creationId xmlns:a16="http://schemas.microsoft.com/office/drawing/2014/main" id="{F0D6C5AC-286A-462E-8178-D17503E35952}"/>
                </a:ext>
              </a:extLst>
            </p:cNvPr>
            <p:cNvSpPr>
              <a:spLocks/>
            </p:cNvSpPr>
            <p:nvPr userDrawn="1"/>
          </p:nvSpPr>
          <p:spPr bwMode="gray">
            <a:xfrm>
              <a:off x="2641" y="3506"/>
              <a:ext cx="54" cy="54"/>
            </a:xfrm>
            <a:custGeom>
              <a:avLst/>
              <a:gdLst>
                <a:gd name="T0" fmla="*/ 54 w 59"/>
                <a:gd name="T1" fmla="*/ 38 h 59"/>
                <a:gd name="T2" fmla="*/ 49 w 59"/>
                <a:gd name="T3" fmla="*/ 53 h 59"/>
                <a:gd name="T4" fmla="*/ 44 w 59"/>
                <a:gd name="T5" fmla="*/ 52 h 59"/>
                <a:gd name="T6" fmla="*/ 30 w 59"/>
                <a:gd name="T7" fmla="*/ 54 h 59"/>
                <a:gd name="T8" fmla="*/ 0 w 59"/>
                <a:gd name="T9" fmla="*/ 27 h 59"/>
                <a:gd name="T10" fmla="*/ 31 w 59"/>
                <a:gd name="T11" fmla="*/ 0 h 59"/>
                <a:gd name="T12" fmla="*/ 48 w 59"/>
                <a:gd name="T13" fmla="*/ 3 h 59"/>
                <a:gd name="T14" fmla="*/ 49 w 59"/>
                <a:gd name="T15" fmla="*/ 3 h 59"/>
                <a:gd name="T16" fmla="*/ 51 w 59"/>
                <a:gd name="T17" fmla="*/ 3 h 59"/>
                <a:gd name="T18" fmla="*/ 52 w 59"/>
                <a:gd name="T19" fmla="*/ 16 h 59"/>
                <a:gd name="T20" fmla="*/ 49 w 59"/>
                <a:gd name="T21" fmla="*/ 16 h 59"/>
                <a:gd name="T22" fmla="*/ 32 w 59"/>
                <a:gd name="T23" fmla="*/ 4 h 59"/>
                <a:gd name="T24" fmla="*/ 12 w 59"/>
                <a:gd name="T25" fmla="*/ 26 h 59"/>
                <a:gd name="T26" fmla="*/ 33 w 59"/>
                <a:gd name="T27" fmla="*/ 49 h 59"/>
                <a:gd name="T28" fmla="*/ 50 w 59"/>
                <a:gd name="T29" fmla="*/ 38 h 59"/>
                <a:gd name="T30" fmla="*/ 54 w 59"/>
                <a:gd name="T31" fmla="*/ 3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9" h="59">
                  <a:moveTo>
                    <a:pt x="59" y="41"/>
                  </a:moveTo>
                  <a:cubicBezTo>
                    <a:pt x="58" y="46"/>
                    <a:pt x="56" y="53"/>
                    <a:pt x="53" y="58"/>
                  </a:cubicBezTo>
                  <a:cubicBezTo>
                    <a:pt x="52" y="57"/>
                    <a:pt x="50" y="57"/>
                    <a:pt x="48" y="57"/>
                  </a:cubicBezTo>
                  <a:cubicBezTo>
                    <a:pt x="44" y="57"/>
                    <a:pt x="39" y="59"/>
                    <a:pt x="33" y="59"/>
                  </a:cubicBezTo>
                  <a:cubicBezTo>
                    <a:pt x="14" y="59"/>
                    <a:pt x="0" y="46"/>
                    <a:pt x="0" y="29"/>
                  </a:cubicBezTo>
                  <a:cubicBezTo>
                    <a:pt x="0" y="13"/>
                    <a:pt x="15" y="0"/>
                    <a:pt x="34" y="0"/>
                  </a:cubicBezTo>
                  <a:cubicBezTo>
                    <a:pt x="44" y="0"/>
                    <a:pt x="50" y="3"/>
                    <a:pt x="52" y="3"/>
                  </a:cubicBezTo>
                  <a:cubicBezTo>
                    <a:pt x="52" y="3"/>
                    <a:pt x="53" y="3"/>
                    <a:pt x="53" y="3"/>
                  </a:cubicBezTo>
                  <a:cubicBezTo>
                    <a:pt x="56" y="3"/>
                    <a:pt x="56" y="3"/>
                    <a:pt x="56" y="3"/>
                  </a:cubicBezTo>
                  <a:cubicBezTo>
                    <a:pt x="57" y="18"/>
                    <a:pt x="57" y="18"/>
                    <a:pt x="57" y="18"/>
                  </a:cubicBezTo>
                  <a:cubicBezTo>
                    <a:pt x="53" y="18"/>
                    <a:pt x="53" y="18"/>
                    <a:pt x="53" y="18"/>
                  </a:cubicBezTo>
                  <a:cubicBezTo>
                    <a:pt x="50" y="9"/>
                    <a:pt x="44" y="4"/>
                    <a:pt x="35" y="4"/>
                  </a:cubicBezTo>
                  <a:cubicBezTo>
                    <a:pt x="22" y="4"/>
                    <a:pt x="13" y="14"/>
                    <a:pt x="13" y="28"/>
                  </a:cubicBezTo>
                  <a:cubicBezTo>
                    <a:pt x="13" y="43"/>
                    <a:pt x="23" y="54"/>
                    <a:pt x="36" y="54"/>
                  </a:cubicBezTo>
                  <a:cubicBezTo>
                    <a:pt x="44" y="54"/>
                    <a:pt x="51" y="49"/>
                    <a:pt x="55" y="41"/>
                  </a:cubicBezTo>
                  <a:lnTo>
                    <a:pt x="59" y="41"/>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0" name="Freeform 27">
              <a:extLst>
                <a:ext uri="{FF2B5EF4-FFF2-40B4-BE49-F238E27FC236}">
                  <a16:creationId xmlns:a16="http://schemas.microsoft.com/office/drawing/2014/main" id="{7EF61DC0-3A72-4766-9C06-441594F2A28D}"/>
                </a:ext>
              </a:extLst>
            </p:cNvPr>
            <p:cNvSpPr>
              <a:spLocks/>
            </p:cNvSpPr>
            <p:nvPr userDrawn="1"/>
          </p:nvSpPr>
          <p:spPr bwMode="gray">
            <a:xfrm>
              <a:off x="2711" y="3507"/>
              <a:ext cx="65" cy="51"/>
            </a:xfrm>
            <a:custGeom>
              <a:avLst/>
              <a:gdLst>
                <a:gd name="T0" fmla="*/ 39 w 71"/>
                <a:gd name="T1" fmla="*/ 48 h 56"/>
                <a:gd name="T2" fmla="*/ 46 w 71"/>
                <a:gd name="T3" fmla="*/ 42 h 56"/>
                <a:gd name="T4" fmla="*/ 46 w 71"/>
                <a:gd name="T5" fmla="*/ 27 h 56"/>
                <a:gd name="T6" fmla="*/ 18 w 71"/>
                <a:gd name="T7" fmla="*/ 27 h 56"/>
                <a:gd name="T8" fmla="*/ 18 w 71"/>
                <a:gd name="T9" fmla="*/ 42 h 56"/>
                <a:gd name="T10" fmla="*/ 25 w 71"/>
                <a:gd name="T11" fmla="*/ 48 h 56"/>
                <a:gd name="T12" fmla="*/ 27 w 71"/>
                <a:gd name="T13" fmla="*/ 48 h 56"/>
                <a:gd name="T14" fmla="*/ 27 w 71"/>
                <a:gd name="T15" fmla="*/ 51 h 56"/>
                <a:gd name="T16" fmla="*/ 0 w 71"/>
                <a:gd name="T17" fmla="*/ 51 h 56"/>
                <a:gd name="T18" fmla="*/ 0 w 71"/>
                <a:gd name="T19" fmla="*/ 48 h 56"/>
                <a:gd name="T20" fmla="*/ 1 w 71"/>
                <a:gd name="T21" fmla="*/ 48 h 56"/>
                <a:gd name="T22" fmla="*/ 7 w 71"/>
                <a:gd name="T23" fmla="*/ 42 h 56"/>
                <a:gd name="T24" fmla="*/ 7 w 71"/>
                <a:gd name="T25" fmla="*/ 9 h 56"/>
                <a:gd name="T26" fmla="*/ 1 w 71"/>
                <a:gd name="T27" fmla="*/ 4 h 56"/>
                <a:gd name="T28" fmla="*/ 0 w 71"/>
                <a:gd name="T29" fmla="*/ 4 h 56"/>
                <a:gd name="T30" fmla="*/ 0 w 71"/>
                <a:gd name="T31" fmla="*/ 0 h 56"/>
                <a:gd name="T32" fmla="*/ 27 w 71"/>
                <a:gd name="T33" fmla="*/ 0 h 56"/>
                <a:gd name="T34" fmla="*/ 27 w 71"/>
                <a:gd name="T35" fmla="*/ 4 h 56"/>
                <a:gd name="T36" fmla="*/ 25 w 71"/>
                <a:gd name="T37" fmla="*/ 4 h 56"/>
                <a:gd name="T38" fmla="*/ 18 w 71"/>
                <a:gd name="T39" fmla="*/ 9 h 56"/>
                <a:gd name="T40" fmla="*/ 18 w 71"/>
                <a:gd name="T41" fmla="*/ 22 h 56"/>
                <a:gd name="T42" fmla="*/ 46 w 71"/>
                <a:gd name="T43" fmla="*/ 22 h 56"/>
                <a:gd name="T44" fmla="*/ 46 w 71"/>
                <a:gd name="T45" fmla="*/ 9 h 56"/>
                <a:gd name="T46" fmla="*/ 39 w 71"/>
                <a:gd name="T47" fmla="*/ 4 h 56"/>
                <a:gd name="T48" fmla="*/ 38 w 71"/>
                <a:gd name="T49" fmla="*/ 4 h 56"/>
                <a:gd name="T50" fmla="*/ 38 w 71"/>
                <a:gd name="T51" fmla="*/ 0 h 56"/>
                <a:gd name="T52" fmla="*/ 65 w 71"/>
                <a:gd name="T53" fmla="*/ 0 h 56"/>
                <a:gd name="T54" fmla="*/ 65 w 71"/>
                <a:gd name="T55" fmla="*/ 4 h 56"/>
                <a:gd name="T56" fmla="*/ 64 w 71"/>
                <a:gd name="T57" fmla="*/ 4 h 56"/>
                <a:gd name="T58" fmla="*/ 58 w 71"/>
                <a:gd name="T59" fmla="*/ 9 h 56"/>
                <a:gd name="T60" fmla="*/ 58 w 71"/>
                <a:gd name="T61" fmla="*/ 42 h 56"/>
                <a:gd name="T62" fmla="*/ 64 w 71"/>
                <a:gd name="T63" fmla="*/ 48 h 56"/>
                <a:gd name="T64" fmla="*/ 65 w 71"/>
                <a:gd name="T65" fmla="*/ 48 h 56"/>
                <a:gd name="T66" fmla="*/ 65 w 71"/>
                <a:gd name="T67" fmla="*/ 51 h 56"/>
                <a:gd name="T68" fmla="*/ 38 w 71"/>
                <a:gd name="T69" fmla="*/ 51 h 56"/>
                <a:gd name="T70" fmla="*/ 38 w 71"/>
                <a:gd name="T71" fmla="*/ 48 h 56"/>
                <a:gd name="T72" fmla="*/ 39 w 71"/>
                <a:gd name="T73" fmla="*/ 48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71" h="56">
                  <a:moveTo>
                    <a:pt x="43" y="53"/>
                  </a:moveTo>
                  <a:cubicBezTo>
                    <a:pt x="48" y="53"/>
                    <a:pt x="50" y="51"/>
                    <a:pt x="50" y="46"/>
                  </a:cubicBezTo>
                  <a:cubicBezTo>
                    <a:pt x="50" y="30"/>
                    <a:pt x="50" y="30"/>
                    <a:pt x="50" y="30"/>
                  </a:cubicBezTo>
                  <a:cubicBezTo>
                    <a:pt x="20" y="30"/>
                    <a:pt x="20" y="30"/>
                    <a:pt x="20" y="30"/>
                  </a:cubicBezTo>
                  <a:cubicBezTo>
                    <a:pt x="20" y="46"/>
                    <a:pt x="20" y="46"/>
                    <a:pt x="20" y="46"/>
                  </a:cubicBezTo>
                  <a:cubicBezTo>
                    <a:pt x="20" y="51"/>
                    <a:pt x="22" y="53"/>
                    <a:pt x="27" y="53"/>
                  </a:cubicBezTo>
                  <a:cubicBezTo>
                    <a:pt x="29" y="53"/>
                    <a:pt x="29" y="53"/>
                    <a:pt x="29" y="53"/>
                  </a:cubicBezTo>
                  <a:cubicBezTo>
                    <a:pt x="29" y="56"/>
                    <a:pt x="29" y="56"/>
                    <a:pt x="29" y="56"/>
                  </a:cubicBezTo>
                  <a:cubicBezTo>
                    <a:pt x="0" y="56"/>
                    <a:pt x="0" y="56"/>
                    <a:pt x="0" y="56"/>
                  </a:cubicBezTo>
                  <a:cubicBezTo>
                    <a:pt x="0" y="53"/>
                    <a:pt x="0" y="53"/>
                    <a:pt x="0" y="53"/>
                  </a:cubicBezTo>
                  <a:cubicBezTo>
                    <a:pt x="1" y="53"/>
                    <a:pt x="1" y="53"/>
                    <a:pt x="1" y="53"/>
                  </a:cubicBezTo>
                  <a:cubicBezTo>
                    <a:pt x="6" y="53"/>
                    <a:pt x="8" y="51"/>
                    <a:pt x="8" y="46"/>
                  </a:cubicBezTo>
                  <a:cubicBezTo>
                    <a:pt x="8" y="10"/>
                    <a:pt x="8" y="10"/>
                    <a:pt x="8" y="10"/>
                  </a:cubicBezTo>
                  <a:cubicBezTo>
                    <a:pt x="8" y="6"/>
                    <a:pt x="6" y="4"/>
                    <a:pt x="1" y="4"/>
                  </a:cubicBezTo>
                  <a:cubicBezTo>
                    <a:pt x="0" y="4"/>
                    <a:pt x="0" y="4"/>
                    <a:pt x="0" y="4"/>
                  </a:cubicBezTo>
                  <a:cubicBezTo>
                    <a:pt x="0" y="0"/>
                    <a:pt x="0" y="0"/>
                    <a:pt x="0" y="0"/>
                  </a:cubicBezTo>
                  <a:cubicBezTo>
                    <a:pt x="29" y="0"/>
                    <a:pt x="29" y="0"/>
                    <a:pt x="29" y="0"/>
                  </a:cubicBezTo>
                  <a:cubicBezTo>
                    <a:pt x="29" y="4"/>
                    <a:pt x="29" y="4"/>
                    <a:pt x="29" y="4"/>
                  </a:cubicBezTo>
                  <a:cubicBezTo>
                    <a:pt x="27" y="4"/>
                    <a:pt x="27" y="4"/>
                    <a:pt x="27" y="4"/>
                  </a:cubicBezTo>
                  <a:cubicBezTo>
                    <a:pt x="23" y="4"/>
                    <a:pt x="20" y="5"/>
                    <a:pt x="20" y="10"/>
                  </a:cubicBezTo>
                  <a:cubicBezTo>
                    <a:pt x="20" y="24"/>
                    <a:pt x="20" y="24"/>
                    <a:pt x="20" y="24"/>
                  </a:cubicBezTo>
                  <a:cubicBezTo>
                    <a:pt x="50" y="24"/>
                    <a:pt x="50" y="24"/>
                    <a:pt x="50" y="24"/>
                  </a:cubicBezTo>
                  <a:cubicBezTo>
                    <a:pt x="50" y="10"/>
                    <a:pt x="50" y="10"/>
                    <a:pt x="50" y="10"/>
                  </a:cubicBezTo>
                  <a:cubicBezTo>
                    <a:pt x="50" y="5"/>
                    <a:pt x="48" y="4"/>
                    <a:pt x="43" y="4"/>
                  </a:cubicBezTo>
                  <a:cubicBezTo>
                    <a:pt x="42" y="4"/>
                    <a:pt x="42" y="4"/>
                    <a:pt x="42" y="4"/>
                  </a:cubicBezTo>
                  <a:cubicBezTo>
                    <a:pt x="42" y="0"/>
                    <a:pt x="42" y="0"/>
                    <a:pt x="42" y="0"/>
                  </a:cubicBezTo>
                  <a:cubicBezTo>
                    <a:pt x="71" y="0"/>
                    <a:pt x="71" y="0"/>
                    <a:pt x="71" y="0"/>
                  </a:cubicBezTo>
                  <a:cubicBezTo>
                    <a:pt x="71" y="4"/>
                    <a:pt x="71" y="4"/>
                    <a:pt x="71" y="4"/>
                  </a:cubicBezTo>
                  <a:cubicBezTo>
                    <a:pt x="70" y="4"/>
                    <a:pt x="70" y="4"/>
                    <a:pt x="70" y="4"/>
                  </a:cubicBezTo>
                  <a:cubicBezTo>
                    <a:pt x="65" y="4"/>
                    <a:pt x="63" y="5"/>
                    <a:pt x="63" y="10"/>
                  </a:cubicBezTo>
                  <a:cubicBezTo>
                    <a:pt x="63" y="46"/>
                    <a:pt x="63" y="46"/>
                    <a:pt x="63" y="46"/>
                  </a:cubicBezTo>
                  <a:cubicBezTo>
                    <a:pt x="63" y="51"/>
                    <a:pt x="64" y="53"/>
                    <a:pt x="70" y="53"/>
                  </a:cubicBezTo>
                  <a:cubicBezTo>
                    <a:pt x="71" y="53"/>
                    <a:pt x="71" y="53"/>
                    <a:pt x="71" y="53"/>
                  </a:cubicBezTo>
                  <a:cubicBezTo>
                    <a:pt x="71" y="56"/>
                    <a:pt x="71" y="56"/>
                    <a:pt x="71" y="56"/>
                  </a:cubicBezTo>
                  <a:cubicBezTo>
                    <a:pt x="42" y="56"/>
                    <a:pt x="42" y="56"/>
                    <a:pt x="42" y="56"/>
                  </a:cubicBezTo>
                  <a:cubicBezTo>
                    <a:pt x="42" y="53"/>
                    <a:pt x="42" y="53"/>
                    <a:pt x="42" y="53"/>
                  </a:cubicBezTo>
                  <a:lnTo>
                    <a:pt x="43" y="53"/>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1" name="Freeform 28">
              <a:extLst>
                <a:ext uri="{FF2B5EF4-FFF2-40B4-BE49-F238E27FC236}">
                  <a16:creationId xmlns:a16="http://schemas.microsoft.com/office/drawing/2014/main" id="{396AF412-0B87-4AAF-9238-81476EB3F33F}"/>
                </a:ext>
              </a:extLst>
            </p:cNvPr>
            <p:cNvSpPr>
              <a:spLocks/>
            </p:cNvSpPr>
            <p:nvPr userDrawn="1"/>
          </p:nvSpPr>
          <p:spPr bwMode="gray">
            <a:xfrm>
              <a:off x="2792" y="3507"/>
              <a:ext cx="63" cy="52"/>
            </a:xfrm>
            <a:custGeom>
              <a:avLst/>
              <a:gdLst>
                <a:gd name="T0" fmla="*/ 12 w 70"/>
                <a:gd name="T1" fmla="*/ 42 h 57"/>
                <a:gd name="T2" fmla="*/ 20 w 70"/>
                <a:gd name="T3" fmla="*/ 48 h 57"/>
                <a:gd name="T4" fmla="*/ 20 w 70"/>
                <a:gd name="T5" fmla="*/ 51 h 57"/>
                <a:gd name="T6" fmla="*/ 0 w 70"/>
                <a:gd name="T7" fmla="*/ 51 h 57"/>
                <a:gd name="T8" fmla="*/ 0 w 70"/>
                <a:gd name="T9" fmla="*/ 48 h 57"/>
                <a:gd name="T10" fmla="*/ 0 w 70"/>
                <a:gd name="T11" fmla="*/ 48 h 57"/>
                <a:gd name="T12" fmla="*/ 6 w 70"/>
                <a:gd name="T13" fmla="*/ 43 h 57"/>
                <a:gd name="T14" fmla="*/ 6 w 70"/>
                <a:gd name="T15" fmla="*/ 5 h 57"/>
                <a:gd name="T16" fmla="*/ 0 w 70"/>
                <a:gd name="T17" fmla="*/ 4 h 57"/>
                <a:gd name="T18" fmla="*/ 0 w 70"/>
                <a:gd name="T19" fmla="*/ 0 h 57"/>
                <a:gd name="T20" fmla="*/ 17 w 70"/>
                <a:gd name="T21" fmla="*/ 0 h 57"/>
                <a:gd name="T22" fmla="*/ 50 w 70"/>
                <a:gd name="T23" fmla="*/ 36 h 57"/>
                <a:gd name="T24" fmla="*/ 50 w 70"/>
                <a:gd name="T25" fmla="*/ 10 h 57"/>
                <a:gd name="T26" fmla="*/ 42 w 70"/>
                <a:gd name="T27" fmla="*/ 4 h 57"/>
                <a:gd name="T28" fmla="*/ 41 w 70"/>
                <a:gd name="T29" fmla="*/ 4 h 57"/>
                <a:gd name="T30" fmla="*/ 41 w 70"/>
                <a:gd name="T31" fmla="*/ 0 h 57"/>
                <a:gd name="T32" fmla="*/ 63 w 70"/>
                <a:gd name="T33" fmla="*/ 0 h 57"/>
                <a:gd name="T34" fmla="*/ 63 w 70"/>
                <a:gd name="T35" fmla="*/ 4 h 57"/>
                <a:gd name="T36" fmla="*/ 62 w 70"/>
                <a:gd name="T37" fmla="*/ 4 h 57"/>
                <a:gd name="T38" fmla="*/ 55 w 70"/>
                <a:gd name="T39" fmla="*/ 7 h 57"/>
                <a:gd name="T40" fmla="*/ 55 w 70"/>
                <a:gd name="T41" fmla="*/ 52 h 57"/>
                <a:gd name="T42" fmla="*/ 50 w 70"/>
                <a:gd name="T43" fmla="*/ 52 h 57"/>
                <a:gd name="T44" fmla="*/ 12 w 70"/>
                <a:gd name="T45" fmla="*/ 10 h 57"/>
                <a:gd name="T46" fmla="*/ 12 w 70"/>
                <a:gd name="T47" fmla="*/ 42 h 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0" h="57">
                  <a:moveTo>
                    <a:pt x="13" y="46"/>
                  </a:moveTo>
                  <a:cubicBezTo>
                    <a:pt x="13" y="51"/>
                    <a:pt x="15" y="53"/>
                    <a:pt x="22" y="53"/>
                  </a:cubicBezTo>
                  <a:cubicBezTo>
                    <a:pt x="22" y="56"/>
                    <a:pt x="22" y="56"/>
                    <a:pt x="22" y="56"/>
                  </a:cubicBezTo>
                  <a:cubicBezTo>
                    <a:pt x="0" y="56"/>
                    <a:pt x="0" y="56"/>
                    <a:pt x="0" y="56"/>
                  </a:cubicBezTo>
                  <a:cubicBezTo>
                    <a:pt x="0" y="53"/>
                    <a:pt x="0" y="53"/>
                    <a:pt x="0" y="53"/>
                  </a:cubicBezTo>
                  <a:cubicBezTo>
                    <a:pt x="0" y="53"/>
                    <a:pt x="0" y="53"/>
                    <a:pt x="0" y="53"/>
                  </a:cubicBezTo>
                  <a:cubicBezTo>
                    <a:pt x="6" y="53"/>
                    <a:pt x="7" y="51"/>
                    <a:pt x="7" y="47"/>
                  </a:cubicBezTo>
                  <a:cubicBezTo>
                    <a:pt x="7" y="6"/>
                    <a:pt x="7" y="6"/>
                    <a:pt x="7" y="6"/>
                  </a:cubicBezTo>
                  <a:cubicBezTo>
                    <a:pt x="5" y="4"/>
                    <a:pt x="3" y="4"/>
                    <a:pt x="0" y="4"/>
                  </a:cubicBezTo>
                  <a:cubicBezTo>
                    <a:pt x="0" y="0"/>
                    <a:pt x="0" y="0"/>
                    <a:pt x="0" y="0"/>
                  </a:cubicBezTo>
                  <a:cubicBezTo>
                    <a:pt x="19" y="0"/>
                    <a:pt x="19" y="0"/>
                    <a:pt x="19" y="0"/>
                  </a:cubicBezTo>
                  <a:cubicBezTo>
                    <a:pt x="56" y="39"/>
                    <a:pt x="56" y="39"/>
                    <a:pt x="56" y="39"/>
                  </a:cubicBezTo>
                  <a:cubicBezTo>
                    <a:pt x="56" y="11"/>
                    <a:pt x="56" y="11"/>
                    <a:pt x="56" y="11"/>
                  </a:cubicBezTo>
                  <a:cubicBezTo>
                    <a:pt x="56" y="5"/>
                    <a:pt x="54" y="4"/>
                    <a:pt x="47" y="4"/>
                  </a:cubicBezTo>
                  <a:cubicBezTo>
                    <a:pt x="46" y="4"/>
                    <a:pt x="46" y="4"/>
                    <a:pt x="46" y="4"/>
                  </a:cubicBezTo>
                  <a:cubicBezTo>
                    <a:pt x="46" y="0"/>
                    <a:pt x="46" y="0"/>
                    <a:pt x="46" y="0"/>
                  </a:cubicBezTo>
                  <a:cubicBezTo>
                    <a:pt x="70" y="0"/>
                    <a:pt x="70" y="0"/>
                    <a:pt x="70" y="0"/>
                  </a:cubicBezTo>
                  <a:cubicBezTo>
                    <a:pt x="70" y="4"/>
                    <a:pt x="70" y="4"/>
                    <a:pt x="70" y="4"/>
                  </a:cubicBezTo>
                  <a:cubicBezTo>
                    <a:pt x="69" y="4"/>
                    <a:pt x="69" y="4"/>
                    <a:pt x="69" y="4"/>
                  </a:cubicBezTo>
                  <a:cubicBezTo>
                    <a:pt x="63" y="4"/>
                    <a:pt x="61" y="5"/>
                    <a:pt x="61" y="8"/>
                  </a:cubicBezTo>
                  <a:cubicBezTo>
                    <a:pt x="61" y="57"/>
                    <a:pt x="61" y="57"/>
                    <a:pt x="61" y="57"/>
                  </a:cubicBezTo>
                  <a:cubicBezTo>
                    <a:pt x="56" y="57"/>
                    <a:pt x="56" y="57"/>
                    <a:pt x="56" y="57"/>
                  </a:cubicBezTo>
                  <a:cubicBezTo>
                    <a:pt x="13" y="11"/>
                    <a:pt x="13" y="11"/>
                    <a:pt x="13" y="11"/>
                  </a:cubicBezTo>
                  <a:lnTo>
                    <a:pt x="13" y="46"/>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2" name="Freeform 29">
              <a:extLst>
                <a:ext uri="{FF2B5EF4-FFF2-40B4-BE49-F238E27FC236}">
                  <a16:creationId xmlns:a16="http://schemas.microsoft.com/office/drawing/2014/main" id="{4AB12C93-39F2-4D41-9E1A-7A8703FB6855}"/>
                </a:ext>
              </a:extLst>
            </p:cNvPr>
            <p:cNvSpPr>
              <a:spLocks noEditPoints="1"/>
            </p:cNvSpPr>
            <p:nvPr userDrawn="1"/>
          </p:nvSpPr>
          <p:spPr bwMode="gray">
            <a:xfrm>
              <a:off x="2873" y="3505"/>
              <a:ext cx="61" cy="55"/>
            </a:xfrm>
            <a:custGeom>
              <a:avLst/>
              <a:gdLst>
                <a:gd name="T0" fmla="*/ 31 w 67"/>
                <a:gd name="T1" fmla="*/ 0 h 60"/>
                <a:gd name="T2" fmla="*/ 61 w 67"/>
                <a:gd name="T3" fmla="*/ 27 h 60"/>
                <a:gd name="T4" fmla="*/ 30 w 67"/>
                <a:gd name="T5" fmla="*/ 55 h 60"/>
                <a:gd name="T6" fmla="*/ 0 w 67"/>
                <a:gd name="T7" fmla="*/ 28 h 60"/>
                <a:gd name="T8" fmla="*/ 31 w 67"/>
                <a:gd name="T9" fmla="*/ 0 h 60"/>
                <a:gd name="T10" fmla="*/ 32 w 67"/>
                <a:gd name="T11" fmla="*/ 51 h 60"/>
                <a:gd name="T12" fmla="*/ 48 w 67"/>
                <a:gd name="T13" fmla="*/ 29 h 60"/>
                <a:gd name="T14" fmla="*/ 29 w 67"/>
                <a:gd name="T15" fmla="*/ 4 h 60"/>
                <a:gd name="T16" fmla="*/ 12 w 67"/>
                <a:gd name="T17" fmla="*/ 25 h 60"/>
                <a:gd name="T18" fmla="*/ 32 w 67"/>
                <a:gd name="T19" fmla="*/ 5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60">
                  <a:moveTo>
                    <a:pt x="34" y="0"/>
                  </a:moveTo>
                  <a:cubicBezTo>
                    <a:pt x="53" y="0"/>
                    <a:pt x="67" y="12"/>
                    <a:pt x="67" y="29"/>
                  </a:cubicBezTo>
                  <a:cubicBezTo>
                    <a:pt x="67" y="45"/>
                    <a:pt x="54" y="60"/>
                    <a:pt x="33" y="60"/>
                  </a:cubicBezTo>
                  <a:cubicBezTo>
                    <a:pt x="12" y="60"/>
                    <a:pt x="0" y="46"/>
                    <a:pt x="0" y="31"/>
                  </a:cubicBezTo>
                  <a:cubicBezTo>
                    <a:pt x="0" y="13"/>
                    <a:pt x="14" y="0"/>
                    <a:pt x="34" y="0"/>
                  </a:cubicBezTo>
                  <a:close/>
                  <a:moveTo>
                    <a:pt x="35" y="56"/>
                  </a:moveTo>
                  <a:cubicBezTo>
                    <a:pt x="47" y="56"/>
                    <a:pt x="53" y="45"/>
                    <a:pt x="53" y="32"/>
                  </a:cubicBezTo>
                  <a:cubicBezTo>
                    <a:pt x="53" y="18"/>
                    <a:pt x="46" y="4"/>
                    <a:pt x="32" y="4"/>
                  </a:cubicBezTo>
                  <a:cubicBezTo>
                    <a:pt x="21" y="4"/>
                    <a:pt x="13" y="13"/>
                    <a:pt x="13" y="27"/>
                  </a:cubicBezTo>
                  <a:cubicBezTo>
                    <a:pt x="13" y="44"/>
                    <a:pt x="22" y="56"/>
                    <a:pt x="35" y="56"/>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3" name="Freeform 30">
              <a:extLst>
                <a:ext uri="{FF2B5EF4-FFF2-40B4-BE49-F238E27FC236}">
                  <a16:creationId xmlns:a16="http://schemas.microsoft.com/office/drawing/2014/main" id="{E41F7122-856B-4EAC-8F17-24559D20CDF5}"/>
                </a:ext>
              </a:extLst>
            </p:cNvPr>
            <p:cNvSpPr>
              <a:spLocks/>
            </p:cNvSpPr>
            <p:nvPr userDrawn="1"/>
          </p:nvSpPr>
          <p:spPr bwMode="gray">
            <a:xfrm>
              <a:off x="2950" y="3507"/>
              <a:ext cx="51" cy="51"/>
            </a:xfrm>
            <a:custGeom>
              <a:avLst/>
              <a:gdLst>
                <a:gd name="T0" fmla="*/ 45 w 56"/>
                <a:gd name="T1" fmla="*/ 51 h 56"/>
                <a:gd name="T2" fmla="*/ 0 w 56"/>
                <a:gd name="T3" fmla="*/ 51 h 56"/>
                <a:gd name="T4" fmla="*/ 0 w 56"/>
                <a:gd name="T5" fmla="*/ 48 h 56"/>
                <a:gd name="T6" fmla="*/ 2 w 56"/>
                <a:gd name="T7" fmla="*/ 48 h 56"/>
                <a:gd name="T8" fmla="*/ 8 w 56"/>
                <a:gd name="T9" fmla="*/ 42 h 56"/>
                <a:gd name="T10" fmla="*/ 8 w 56"/>
                <a:gd name="T11" fmla="*/ 9 h 56"/>
                <a:gd name="T12" fmla="*/ 2 w 56"/>
                <a:gd name="T13" fmla="*/ 4 h 56"/>
                <a:gd name="T14" fmla="*/ 1 w 56"/>
                <a:gd name="T15" fmla="*/ 4 h 56"/>
                <a:gd name="T16" fmla="*/ 1 w 56"/>
                <a:gd name="T17" fmla="*/ 0 h 56"/>
                <a:gd name="T18" fmla="*/ 28 w 56"/>
                <a:gd name="T19" fmla="*/ 0 h 56"/>
                <a:gd name="T20" fmla="*/ 28 w 56"/>
                <a:gd name="T21" fmla="*/ 4 h 56"/>
                <a:gd name="T22" fmla="*/ 26 w 56"/>
                <a:gd name="T23" fmla="*/ 4 h 56"/>
                <a:gd name="T24" fmla="*/ 20 w 56"/>
                <a:gd name="T25" fmla="*/ 9 h 56"/>
                <a:gd name="T26" fmla="*/ 20 w 56"/>
                <a:gd name="T27" fmla="*/ 43 h 56"/>
                <a:gd name="T28" fmla="*/ 24 w 56"/>
                <a:gd name="T29" fmla="*/ 46 h 56"/>
                <a:gd name="T30" fmla="*/ 35 w 56"/>
                <a:gd name="T31" fmla="*/ 46 h 56"/>
                <a:gd name="T32" fmla="*/ 47 w 56"/>
                <a:gd name="T33" fmla="*/ 37 h 56"/>
                <a:gd name="T34" fmla="*/ 51 w 56"/>
                <a:gd name="T35" fmla="*/ 37 h 56"/>
                <a:gd name="T36" fmla="*/ 45 w 56"/>
                <a:gd name="T37" fmla="*/ 51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6" h="56">
                  <a:moveTo>
                    <a:pt x="49" y="56"/>
                  </a:moveTo>
                  <a:cubicBezTo>
                    <a:pt x="0" y="56"/>
                    <a:pt x="0" y="56"/>
                    <a:pt x="0" y="56"/>
                  </a:cubicBezTo>
                  <a:cubicBezTo>
                    <a:pt x="0" y="53"/>
                    <a:pt x="0" y="53"/>
                    <a:pt x="0" y="53"/>
                  </a:cubicBezTo>
                  <a:cubicBezTo>
                    <a:pt x="2" y="53"/>
                    <a:pt x="2" y="53"/>
                    <a:pt x="2" y="53"/>
                  </a:cubicBezTo>
                  <a:cubicBezTo>
                    <a:pt x="8" y="53"/>
                    <a:pt x="9" y="51"/>
                    <a:pt x="9" y="46"/>
                  </a:cubicBezTo>
                  <a:cubicBezTo>
                    <a:pt x="9" y="10"/>
                    <a:pt x="9" y="10"/>
                    <a:pt x="9" y="10"/>
                  </a:cubicBezTo>
                  <a:cubicBezTo>
                    <a:pt x="9" y="5"/>
                    <a:pt x="6" y="4"/>
                    <a:pt x="2" y="4"/>
                  </a:cubicBezTo>
                  <a:cubicBezTo>
                    <a:pt x="1" y="4"/>
                    <a:pt x="1" y="4"/>
                    <a:pt x="1" y="4"/>
                  </a:cubicBezTo>
                  <a:cubicBezTo>
                    <a:pt x="1" y="0"/>
                    <a:pt x="1" y="0"/>
                    <a:pt x="1" y="0"/>
                  </a:cubicBezTo>
                  <a:cubicBezTo>
                    <a:pt x="31" y="0"/>
                    <a:pt x="31" y="0"/>
                    <a:pt x="31" y="0"/>
                  </a:cubicBezTo>
                  <a:cubicBezTo>
                    <a:pt x="31" y="4"/>
                    <a:pt x="31" y="4"/>
                    <a:pt x="31" y="4"/>
                  </a:cubicBezTo>
                  <a:cubicBezTo>
                    <a:pt x="29" y="4"/>
                    <a:pt x="29" y="4"/>
                    <a:pt x="29" y="4"/>
                  </a:cubicBezTo>
                  <a:cubicBezTo>
                    <a:pt x="24" y="4"/>
                    <a:pt x="22" y="6"/>
                    <a:pt x="22" y="10"/>
                  </a:cubicBezTo>
                  <a:cubicBezTo>
                    <a:pt x="22" y="47"/>
                    <a:pt x="22" y="47"/>
                    <a:pt x="22" y="47"/>
                  </a:cubicBezTo>
                  <a:cubicBezTo>
                    <a:pt x="22" y="51"/>
                    <a:pt x="23" y="51"/>
                    <a:pt x="26" y="51"/>
                  </a:cubicBezTo>
                  <a:cubicBezTo>
                    <a:pt x="38" y="51"/>
                    <a:pt x="38" y="51"/>
                    <a:pt x="38" y="51"/>
                  </a:cubicBezTo>
                  <a:cubicBezTo>
                    <a:pt x="44" y="51"/>
                    <a:pt x="46" y="48"/>
                    <a:pt x="52" y="41"/>
                  </a:cubicBezTo>
                  <a:cubicBezTo>
                    <a:pt x="56" y="41"/>
                    <a:pt x="56" y="41"/>
                    <a:pt x="56" y="41"/>
                  </a:cubicBezTo>
                  <a:lnTo>
                    <a:pt x="49" y="56"/>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4" name="Freeform 31">
              <a:extLst>
                <a:ext uri="{FF2B5EF4-FFF2-40B4-BE49-F238E27FC236}">
                  <a16:creationId xmlns:a16="http://schemas.microsoft.com/office/drawing/2014/main" id="{59AE4E0E-0A4B-4613-A6F1-BD279DE13964}"/>
                </a:ext>
              </a:extLst>
            </p:cNvPr>
            <p:cNvSpPr>
              <a:spLocks noEditPoints="1"/>
            </p:cNvSpPr>
            <p:nvPr userDrawn="1"/>
          </p:nvSpPr>
          <p:spPr bwMode="gray">
            <a:xfrm>
              <a:off x="3015" y="3505"/>
              <a:ext cx="61" cy="55"/>
            </a:xfrm>
            <a:custGeom>
              <a:avLst/>
              <a:gdLst>
                <a:gd name="T0" fmla="*/ 32 w 67"/>
                <a:gd name="T1" fmla="*/ 0 h 60"/>
                <a:gd name="T2" fmla="*/ 61 w 67"/>
                <a:gd name="T3" fmla="*/ 27 h 60"/>
                <a:gd name="T4" fmla="*/ 30 w 67"/>
                <a:gd name="T5" fmla="*/ 55 h 60"/>
                <a:gd name="T6" fmla="*/ 0 w 67"/>
                <a:gd name="T7" fmla="*/ 28 h 60"/>
                <a:gd name="T8" fmla="*/ 32 w 67"/>
                <a:gd name="T9" fmla="*/ 0 h 60"/>
                <a:gd name="T10" fmla="*/ 32 w 67"/>
                <a:gd name="T11" fmla="*/ 51 h 60"/>
                <a:gd name="T12" fmla="*/ 49 w 67"/>
                <a:gd name="T13" fmla="*/ 29 h 60"/>
                <a:gd name="T14" fmla="*/ 30 w 67"/>
                <a:gd name="T15" fmla="*/ 4 h 60"/>
                <a:gd name="T16" fmla="*/ 13 w 67"/>
                <a:gd name="T17" fmla="*/ 25 h 60"/>
                <a:gd name="T18" fmla="*/ 32 w 67"/>
                <a:gd name="T19" fmla="*/ 5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60">
                  <a:moveTo>
                    <a:pt x="35" y="0"/>
                  </a:moveTo>
                  <a:cubicBezTo>
                    <a:pt x="54" y="0"/>
                    <a:pt x="67" y="12"/>
                    <a:pt x="67" y="29"/>
                  </a:cubicBezTo>
                  <a:cubicBezTo>
                    <a:pt x="67" y="45"/>
                    <a:pt x="55" y="60"/>
                    <a:pt x="33" y="60"/>
                  </a:cubicBezTo>
                  <a:cubicBezTo>
                    <a:pt x="12" y="60"/>
                    <a:pt x="0" y="46"/>
                    <a:pt x="0" y="31"/>
                  </a:cubicBezTo>
                  <a:cubicBezTo>
                    <a:pt x="0" y="13"/>
                    <a:pt x="15" y="0"/>
                    <a:pt x="35" y="0"/>
                  </a:cubicBezTo>
                  <a:close/>
                  <a:moveTo>
                    <a:pt x="35" y="56"/>
                  </a:moveTo>
                  <a:cubicBezTo>
                    <a:pt x="48" y="56"/>
                    <a:pt x="54" y="45"/>
                    <a:pt x="54" y="32"/>
                  </a:cubicBezTo>
                  <a:cubicBezTo>
                    <a:pt x="54" y="18"/>
                    <a:pt x="47" y="4"/>
                    <a:pt x="33" y="4"/>
                  </a:cubicBezTo>
                  <a:cubicBezTo>
                    <a:pt x="21" y="4"/>
                    <a:pt x="14" y="13"/>
                    <a:pt x="14" y="27"/>
                  </a:cubicBezTo>
                  <a:cubicBezTo>
                    <a:pt x="14" y="44"/>
                    <a:pt x="23" y="56"/>
                    <a:pt x="35" y="56"/>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5" name="Freeform 32">
              <a:extLst>
                <a:ext uri="{FF2B5EF4-FFF2-40B4-BE49-F238E27FC236}">
                  <a16:creationId xmlns:a16="http://schemas.microsoft.com/office/drawing/2014/main" id="{B521D43E-4DC6-45BA-A685-10F0AD14A175}"/>
                </a:ext>
              </a:extLst>
            </p:cNvPr>
            <p:cNvSpPr>
              <a:spLocks/>
            </p:cNvSpPr>
            <p:nvPr userDrawn="1"/>
          </p:nvSpPr>
          <p:spPr bwMode="gray">
            <a:xfrm>
              <a:off x="3096" y="3506"/>
              <a:ext cx="58" cy="54"/>
            </a:xfrm>
            <a:custGeom>
              <a:avLst/>
              <a:gdLst>
                <a:gd name="T0" fmla="*/ 58 w 64"/>
                <a:gd name="T1" fmla="*/ 31 h 59"/>
                <a:gd name="T2" fmla="*/ 53 w 64"/>
                <a:gd name="T3" fmla="*/ 36 h 59"/>
                <a:gd name="T4" fmla="*/ 53 w 64"/>
                <a:gd name="T5" fmla="*/ 49 h 59"/>
                <a:gd name="T6" fmla="*/ 31 w 64"/>
                <a:gd name="T7" fmla="*/ 54 h 59"/>
                <a:gd name="T8" fmla="*/ 0 w 64"/>
                <a:gd name="T9" fmla="*/ 27 h 59"/>
                <a:gd name="T10" fmla="*/ 30 w 64"/>
                <a:gd name="T11" fmla="*/ 0 h 59"/>
                <a:gd name="T12" fmla="*/ 48 w 64"/>
                <a:gd name="T13" fmla="*/ 3 h 59"/>
                <a:gd name="T14" fmla="*/ 51 w 64"/>
                <a:gd name="T15" fmla="*/ 2 h 59"/>
                <a:gd name="T16" fmla="*/ 53 w 64"/>
                <a:gd name="T17" fmla="*/ 2 h 59"/>
                <a:gd name="T18" fmla="*/ 53 w 64"/>
                <a:gd name="T19" fmla="*/ 16 h 59"/>
                <a:gd name="T20" fmla="*/ 49 w 64"/>
                <a:gd name="T21" fmla="*/ 16 h 59"/>
                <a:gd name="T22" fmla="*/ 33 w 64"/>
                <a:gd name="T23" fmla="*/ 4 h 59"/>
                <a:gd name="T24" fmla="*/ 13 w 64"/>
                <a:gd name="T25" fmla="*/ 26 h 59"/>
                <a:gd name="T26" fmla="*/ 33 w 64"/>
                <a:gd name="T27" fmla="*/ 49 h 59"/>
                <a:gd name="T28" fmla="*/ 41 w 64"/>
                <a:gd name="T29" fmla="*/ 48 h 59"/>
                <a:gd name="T30" fmla="*/ 41 w 64"/>
                <a:gd name="T31" fmla="*/ 36 h 59"/>
                <a:gd name="T32" fmla="*/ 31 w 64"/>
                <a:gd name="T33" fmla="*/ 31 h 59"/>
                <a:gd name="T34" fmla="*/ 31 w 64"/>
                <a:gd name="T35" fmla="*/ 27 h 59"/>
                <a:gd name="T36" fmla="*/ 58 w 64"/>
                <a:gd name="T37" fmla="*/ 27 h 59"/>
                <a:gd name="T38" fmla="*/ 58 w 64"/>
                <a:gd name="T39" fmla="*/ 31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4" h="59">
                  <a:moveTo>
                    <a:pt x="64" y="34"/>
                  </a:moveTo>
                  <a:cubicBezTo>
                    <a:pt x="60" y="34"/>
                    <a:pt x="58" y="35"/>
                    <a:pt x="58" y="39"/>
                  </a:cubicBezTo>
                  <a:cubicBezTo>
                    <a:pt x="58" y="53"/>
                    <a:pt x="58" y="53"/>
                    <a:pt x="58" y="53"/>
                  </a:cubicBezTo>
                  <a:cubicBezTo>
                    <a:pt x="51" y="56"/>
                    <a:pt x="42" y="59"/>
                    <a:pt x="34" y="59"/>
                  </a:cubicBezTo>
                  <a:cubicBezTo>
                    <a:pt x="11" y="59"/>
                    <a:pt x="0" y="46"/>
                    <a:pt x="0" y="29"/>
                  </a:cubicBezTo>
                  <a:cubicBezTo>
                    <a:pt x="0" y="12"/>
                    <a:pt x="14" y="0"/>
                    <a:pt x="33" y="0"/>
                  </a:cubicBezTo>
                  <a:cubicBezTo>
                    <a:pt x="43" y="0"/>
                    <a:pt x="50" y="3"/>
                    <a:pt x="53" y="3"/>
                  </a:cubicBezTo>
                  <a:cubicBezTo>
                    <a:pt x="54" y="3"/>
                    <a:pt x="55" y="3"/>
                    <a:pt x="56" y="2"/>
                  </a:cubicBezTo>
                  <a:cubicBezTo>
                    <a:pt x="58" y="2"/>
                    <a:pt x="58" y="2"/>
                    <a:pt x="58" y="2"/>
                  </a:cubicBezTo>
                  <a:cubicBezTo>
                    <a:pt x="58" y="18"/>
                    <a:pt x="58" y="18"/>
                    <a:pt x="58" y="18"/>
                  </a:cubicBezTo>
                  <a:cubicBezTo>
                    <a:pt x="54" y="18"/>
                    <a:pt x="54" y="18"/>
                    <a:pt x="54" y="18"/>
                  </a:cubicBezTo>
                  <a:cubicBezTo>
                    <a:pt x="52" y="9"/>
                    <a:pt x="45" y="4"/>
                    <a:pt x="36" y="4"/>
                  </a:cubicBezTo>
                  <a:cubicBezTo>
                    <a:pt x="23" y="4"/>
                    <a:pt x="14" y="14"/>
                    <a:pt x="14" y="28"/>
                  </a:cubicBezTo>
                  <a:cubicBezTo>
                    <a:pt x="14" y="43"/>
                    <a:pt x="23" y="54"/>
                    <a:pt x="36" y="54"/>
                  </a:cubicBezTo>
                  <a:cubicBezTo>
                    <a:pt x="39" y="54"/>
                    <a:pt x="43" y="53"/>
                    <a:pt x="45" y="52"/>
                  </a:cubicBezTo>
                  <a:cubicBezTo>
                    <a:pt x="45" y="39"/>
                    <a:pt x="45" y="39"/>
                    <a:pt x="45" y="39"/>
                  </a:cubicBezTo>
                  <a:cubicBezTo>
                    <a:pt x="45" y="35"/>
                    <a:pt x="44" y="34"/>
                    <a:pt x="34" y="34"/>
                  </a:cubicBezTo>
                  <a:cubicBezTo>
                    <a:pt x="34" y="30"/>
                    <a:pt x="34" y="30"/>
                    <a:pt x="34" y="30"/>
                  </a:cubicBezTo>
                  <a:cubicBezTo>
                    <a:pt x="64" y="30"/>
                    <a:pt x="64" y="30"/>
                    <a:pt x="64" y="30"/>
                  </a:cubicBezTo>
                  <a:lnTo>
                    <a:pt x="64" y="34"/>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6" name="Freeform 33">
              <a:extLst>
                <a:ext uri="{FF2B5EF4-FFF2-40B4-BE49-F238E27FC236}">
                  <a16:creationId xmlns:a16="http://schemas.microsoft.com/office/drawing/2014/main" id="{F485B383-A92B-404B-AA58-501077E00321}"/>
                </a:ext>
              </a:extLst>
            </p:cNvPr>
            <p:cNvSpPr>
              <a:spLocks/>
            </p:cNvSpPr>
            <p:nvPr userDrawn="1"/>
          </p:nvSpPr>
          <p:spPr bwMode="gray">
            <a:xfrm>
              <a:off x="3169" y="3507"/>
              <a:ext cx="60" cy="51"/>
            </a:xfrm>
            <a:custGeom>
              <a:avLst/>
              <a:gdLst>
                <a:gd name="T0" fmla="*/ 37 w 66"/>
                <a:gd name="T1" fmla="*/ 42 h 56"/>
                <a:gd name="T2" fmla="*/ 45 w 66"/>
                <a:gd name="T3" fmla="*/ 48 h 56"/>
                <a:gd name="T4" fmla="*/ 45 w 66"/>
                <a:gd name="T5" fmla="*/ 48 h 56"/>
                <a:gd name="T6" fmla="*/ 45 w 66"/>
                <a:gd name="T7" fmla="*/ 51 h 56"/>
                <a:gd name="T8" fmla="*/ 17 w 66"/>
                <a:gd name="T9" fmla="*/ 51 h 56"/>
                <a:gd name="T10" fmla="*/ 17 w 66"/>
                <a:gd name="T11" fmla="*/ 48 h 56"/>
                <a:gd name="T12" fmla="*/ 19 w 66"/>
                <a:gd name="T13" fmla="*/ 48 h 56"/>
                <a:gd name="T14" fmla="*/ 25 w 66"/>
                <a:gd name="T15" fmla="*/ 42 h 56"/>
                <a:gd name="T16" fmla="*/ 25 w 66"/>
                <a:gd name="T17" fmla="*/ 31 h 56"/>
                <a:gd name="T18" fmla="*/ 8 w 66"/>
                <a:gd name="T19" fmla="*/ 7 h 56"/>
                <a:gd name="T20" fmla="*/ 0 w 66"/>
                <a:gd name="T21" fmla="*/ 4 h 56"/>
                <a:gd name="T22" fmla="*/ 0 w 66"/>
                <a:gd name="T23" fmla="*/ 4 h 56"/>
                <a:gd name="T24" fmla="*/ 0 w 66"/>
                <a:gd name="T25" fmla="*/ 0 h 56"/>
                <a:gd name="T26" fmla="*/ 26 w 66"/>
                <a:gd name="T27" fmla="*/ 0 h 56"/>
                <a:gd name="T28" fmla="*/ 26 w 66"/>
                <a:gd name="T29" fmla="*/ 4 h 56"/>
                <a:gd name="T30" fmla="*/ 25 w 66"/>
                <a:gd name="T31" fmla="*/ 4 h 56"/>
                <a:gd name="T32" fmla="*/ 22 w 66"/>
                <a:gd name="T33" fmla="*/ 7 h 56"/>
                <a:gd name="T34" fmla="*/ 35 w 66"/>
                <a:gd name="T35" fmla="*/ 25 h 56"/>
                <a:gd name="T36" fmla="*/ 45 w 66"/>
                <a:gd name="T37" fmla="*/ 10 h 56"/>
                <a:gd name="T38" fmla="*/ 42 w 66"/>
                <a:gd name="T39" fmla="*/ 4 h 56"/>
                <a:gd name="T40" fmla="*/ 41 w 66"/>
                <a:gd name="T41" fmla="*/ 4 h 56"/>
                <a:gd name="T42" fmla="*/ 41 w 66"/>
                <a:gd name="T43" fmla="*/ 0 h 56"/>
                <a:gd name="T44" fmla="*/ 60 w 66"/>
                <a:gd name="T45" fmla="*/ 0 h 56"/>
                <a:gd name="T46" fmla="*/ 60 w 66"/>
                <a:gd name="T47" fmla="*/ 4 h 56"/>
                <a:gd name="T48" fmla="*/ 51 w 66"/>
                <a:gd name="T49" fmla="*/ 9 h 56"/>
                <a:gd name="T50" fmla="*/ 37 w 66"/>
                <a:gd name="T51" fmla="*/ 31 h 56"/>
                <a:gd name="T52" fmla="*/ 37 w 66"/>
                <a:gd name="T53" fmla="*/ 42 h 5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6" h="56">
                  <a:moveTo>
                    <a:pt x="41" y="46"/>
                  </a:moveTo>
                  <a:cubicBezTo>
                    <a:pt x="41" y="51"/>
                    <a:pt x="42" y="53"/>
                    <a:pt x="49" y="53"/>
                  </a:cubicBezTo>
                  <a:cubicBezTo>
                    <a:pt x="50" y="53"/>
                    <a:pt x="50" y="53"/>
                    <a:pt x="50" y="53"/>
                  </a:cubicBezTo>
                  <a:cubicBezTo>
                    <a:pt x="50" y="56"/>
                    <a:pt x="50" y="56"/>
                    <a:pt x="50" y="56"/>
                  </a:cubicBezTo>
                  <a:cubicBezTo>
                    <a:pt x="19" y="56"/>
                    <a:pt x="19" y="56"/>
                    <a:pt x="19" y="56"/>
                  </a:cubicBezTo>
                  <a:cubicBezTo>
                    <a:pt x="19" y="53"/>
                    <a:pt x="19" y="53"/>
                    <a:pt x="19" y="53"/>
                  </a:cubicBezTo>
                  <a:cubicBezTo>
                    <a:pt x="21" y="53"/>
                    <a:pt x="21" y="53"/>
                    <a:pt x="21" y="53"/>
                  </a:cubicBezTo>
                  <a:cubicBezTo>
                    <a:pt x="27" y="53"/>
                    <a:pt x="28" y="50"/>
                    <a:pt x="28" y="46"/>
                  </a:cubicBezTo>
                  <a:cubicBezTo>
                    <a:pt x="28" y="34"/>
                    <a:pt x="28" y="34"/>
                    <a:pt x="28" y="34"/>
                  </a:cubicBezTo>
                  <a:cubicBezTo>
                    <a:pt x="9" y="8"/>
                    <a:pt x="9" y="8"/>
                    <a:pt x="9" y="8"/>
                  </a:cubicBezTo>
                  <a:cubicBezTo>
                    <a:pt x="6" y="4"/>
                    <a:pt x="5" y="4"/>
                    <a:pt x="0" y="4"/>
                  </a:cubicBezTo>
                  <a:cubicBezTo>
                    <a:pt x="0" y="4"/>
                    <a:pt x="0" y="4"/>
                    <a:pt x="0" y="4"/>
                  </a:cubicBezTo>
                  <a:cubicBezTo>
                    <a:pt x="0" y="0"/>
                    <a:pt x="0" y="0"/>
                    <a:pt x="0" y="0"/>
                  </a:cubicBezTo>
                  <a:cubicBezTo>
                    <a:pt x="29" y="0"/>
                    <a:pt x="29" y="0"/>
                    <a:pt x="29" y="0"/>
                  </a:cubicBezTo>
                  <a:cubicBezTo>
                    <a:pt x="29" y="4"/>
                    <a:pt x="29" y="4"/>
                    <a:pt x="29" y="4"/>
                  </a:cubicBezTo>
                  <a:cubicBezTo>
                    <a:pt x="28" y="4"/>
                    <a:pt x="28" y="4"/>
                    <a:pt x="28" y="4"/>
                  </a:cubicBezTo>
                  <a:cubicBezTo>
                    <a:pt x="23" y="4"/>
                    <a:pt x="22" y="6"/>
                    <a:pt x="24" y="8"/>
                  </a:cubicBezTo>
                  <a:cubicBezTo>
                    <a:pt x="39" y="27"/>
                    <a:pt x="39" y="27"/>
                    <a:pt x="39" y="27"/>
                  </a:cubicBezTo>
                  <a:cubicBezTo>
                    <a:pt x="49" y="11"/>
                    <a:pt x="49" y="11"/>
                    <a:pt x="49" y="11"/>
                  </a:cubicBezTo>
                  <a:cubicBezTo>
                    <a:pt x="52" y="7"/>
                    <a:pt x="52" y="4"/>
                    <a:pt x="46" y="4"/>
                  </a:cubicBezTo>
                  <a:cubicBezTo>
                    <a:pt x="45" y="4"/>
                    <a:pt x="45" y="4"/>
                    <a:pt x="45" y="4"/>
                  </a:cubicBezTo>
                  <a:cubicBezTo>
                    <a:pt x="45" y="0"/>
                    <a:pt x="45" y="0"/>
                    <a:pt x="45" y="0"/>
                  </a:cubicBezTo>
                  <a:cubicBezTo>
                    <a:pt x="66" y="0"/>
                    <a:pt x="66" y="0"/>
                    <a:pt x="66" y="0"/>
                  </a:cubicBezTo>
                  <a:cubicBezTo>
                    <a:pt x="66" y="4"/>
                    <a:pt x="66" y="4"/>
                    <a:pt x="66" y="4"/>
                  </a:cubicBezTo>
                  <a:cubicBezTo>
                    <a:pt x="61" y="4"/>
                    <a:pt x="59" y="5"/>
                    <a:pt x="56" y="10"/>
                  </a:cubicBezTo>
                  <a:cubicBezTo>
                    <a:pt x="41" y="34"/>
                    <a:pt x="41" y="34"/>
                    <a:pt x="41" y="34"/>
                  </a:cubicBezTo>
                  <a:lnTo>
                    <a:pt x="41" y="46"/>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7" name="Freeform 34">
              <a:extLst>
                <a:ext uri="{FF2B5EF4-FFF2-40B4-BE49-F238E27FC236}">
                  <a16:creationId xmlns:a16="http://schemas.microsoft.com/office/drawing/2014/main" id="{6063C606-57EE-4EF3-9B0E-87174EF2AC4A}"/>
                </a:ext>
              </a:extLst>
            </p:cNvPr>
            <p:cNvSpPr>
              <a:spLocks/>
            </p:cNvSpPr>
            <p:nvPr userDrawn="1"/>
          </p:nvSpPr>
          <p:spPr bwMode="gray">
            <a:xfrm>
              <a:off x="3286" y="3506"/>
              <a:ext cx="37" cy="54"/>
            </a:xfrm>
            <a:custGeom>
              <a:avLst/>
              <a:gdLst>
                <a:gd name="T0" fmla="*/ 0 w 41"/>
                <a:gd name="T1" fmla="*/ 38 h 59"/>
                <a:gd name="T2" fmla="*/ 3 w 41"/>
                <a:gd name="T3" fmla="*/ 38 h 59"/>
                <a:gd name="T4" fmla="*/ 17 w 41"/>
                <a:gd name="T5" fmla="*/ 49 h 59"/>
                <a:gd name="T6" fmla="*/ 26 w 41"/>
                <a:gd name="T7" fmla="*/ 41 h 59"/>
                <a:gd name="T8" fmla="*/ 0 w 41"/>
                <a:gd name="T9" fmla="*/ 13 h 59"/>
                <a:gd name="T10" fmla="*/ 17 w 41"/>
                <a:gd name="T11" fmla="*/ 0 h 59"/>
                <a:gd name="T12" fmla="*/ 29 w 41"/>
                <a:gd name="T13" fmla="*/ 2 h 59"/>
                <a:gd name="T14" fmla="*/ 31 w 41"/>
                <a:gd name="T15" fmla="*/ 1 h 59"/>
                <a:gd name="T16" fmla="*/ 32 w 41"/>
                <a:gd name="T17" fmla="*/ 1 h 59"/>
                <a:gd name="T18" fmla="*/ 34 w 41"/>
                <a:gd name="T19" fmla="*/ 15 h 59"/>
                <a:gd name="T20" fmla="*/ 31 w 41"/>
                <a:gd name="T21" fmla="*/ 15 h 59"/>
                <a:gd name="T22" fmla="*/ 26 w 41"/>
                <a:gd name="T23" fmla="*/ 6 h 59"/>
                <a:gd name="T24" fmla="*/ 18 w 41"/>
                <a:gd name="T25" fmla="*/ 4 h 59"/>
                <a:gd name="T26" fmla="*/ 10 w 41"/>
                <a:gd name="T27" fmla="*/ 9 h 59"/>
                <a:gd name="T28" fmla="*/ 32 w 41"/>
                <a:gd name="T29" fmla="*/ 27 h 59"/>
                <a:gd name="T30" fmla="*/ 37 w 41"/>
                <a:gd name="T31" fmla="*/ 38 h 59"/>
                <a:gd name="T32" fmla="*/ 20 w 41"/>
                <a:gd name="T33" fmla="*/ 54 h 59"/>
                <a:gd name="T34" fmla="*/ 5 w 41"/>
                <a:gd name="T35" fmla="*/ 51 h 59"/>
                <a:gd name="T36" fmla="*/ 4 w 41"/>
                <a:gd name="T37" fmla="*/ 52 h 59"/>
                <a:gd name="T38" fmla="*/ 2 w 41"/>
                <a:gd name="T39" fmla="*/ 52 h 59"/>
                <a:gd name="T40" fmla="*/ 0 w 41"/>
                <a:gd name="T41" fmla="*/ 38 h 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59">
                  <a:moveTo>
                    <a:pt x="0" y="41"/>
                  </a:moveTo>
                  <a:cubicBezTo>
                    <a:pt x="3" y="41"/>
                    <a:pt x="3" y="41"/>
                    <a:pt x="3" y="41"/>
                  </a:cubicBezTo>
                  <a:cubicBezTo>
                    <a:pt x="6" y="50"/>
                    <a:pt x="12" y="54"/>
                    <a:pt x="19" y="54"/>
                  </a:cubicBezTo>
                  <a:cubicBezTo>
                    <a:pt x="25" y="54"/>
                    <a:pt x="29" y="51"/>
                    <a:pt x="29" y="45"/>
                  </a:cubicBezTo>
                  <a:cubicBezTo>
                    <a:pt x="29" y="32"/>
                    <a:pt x="0" y="32"/>
                    <a:pt x="0" y="14"/>
                  </a:cubicBezTo>
                  <a:cubicBezTo>
                    <a:pt x="0" y="6"/>
                    <a:pt x="8" y="0"/>
                    <a:pt x="19" y="0"/>
                  </a:cubicBezTo>
                  <a:cubicBezTo>
                    <a:pt x="26" y="0"/>
                    <a:pt x="31" y="2"/>
                    <a:pt x="32" y="2"/>
                  </a:cubicBezTo>
                  <a:cubicBezTo>
                    <a:pt x="33" y="2"/>
                    <a:pt x="34" y="2"/>
                    <a:pt x="34" y="1"/>
                  </a:cubicBezTo>
                  <a:cubicBezTo>
                    <a:pt x="36" y="1"/>
                    <a:pt x="36" y="1"/>
                    <a:pt x="36" y="1"/>
                  </a:cubicBezTo>
                  <a:cubicBezTo>
                    <a:pt x="38" y="16"/>
                    <a:pt x="38" y="16"/>
                    <a:pt x="38" y="16"/>
                  </a:cubicBezTo>
                  <a:cubicBezTo>
                    <a:pt x="34" y="16"/>
                    <a:pt x="34" y="16"/>
                    <a:pt x="34" y="16"/>
                  </a:cubicBezTo>
                  <a:cubicBezTo>
                    <a:pt x="33" y="12"/>
                    <a:pt x="31" y="9"/>
                    <a:pt x="29" y="7"/>
                  </a:cubicBezTo>
                  <a:cubicBezTo>
                    <a:pt x="26" y="5"/>
                    <a:pt x="23" y="4"/>
                    <a:pt x="20" y="4"/>
                  </a:cubicBezTo>
                  <a:cubicBezTo>
                    <a:pt x="15" y="4"/>
                    <a:pt x="11" y="6"/>
                    <a:pt x="11" y="10"/>
                  </a:cubicBezTo>
                  <a:cubicBezTo>
                    <a:pt x="11" y="18"/>
                    <a:pt x="26" y="20"/>
                    <a:pt x="36" y="30"/>
                  </a:cubicBezTo>
                  <a:cubicBezTo>
                    <a:pt x="40" y="34"/>
                    <a:pt x="41" y="37"/>
                    <a:pt x="41" y="42"/>
                  </a:cubicBezTo>
                  <a:cubicBezTo>
                    <a:pt x="41" y="51"/>
                    <a:pt x="33" y="59"/>
                    <a:pt x="22" y="59"/>
                  </a:cubicBezTo>
                  <a:cubicBezTo>
                    <a:pt x="15" y="59"/>
                    <a:pt x="8" y="56"/>
                    <a:pt x="6" y="56"/>
                  </a:cubicBezTo>
                  <a:cubicBezTo>
                    <a:pt x="5" y="56"/>
                    <a:pt x="5" y="56"/>
                    <a:pt x="4" y="57"/>
                  </a:cubicBezTo>
                  <a:cubicBezTo>
                    <a:pt x="2" y="57"/>
                    <a:pt x="2" y="57"/>
                    <a:pt x="2" y="57"/>
                  </a:cubicBezTo>
                  <a:lnTo>
                    <a:pt x="0" y="41"/>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8" name="Freeform 35">
              <a:extLst>
                <a:ext uri="{FF2B5EF4-FFF2-40B4-BE49-F238E27FC236}">
                  <a16:creationId xmlns:a16="http://schemas.microsoft.com/office/drawing/2014/main" id="{72BC2F5F-EA20-44C2-9838-5689439DEB07}"/>
                </a:ext>
              </a:extLst>
            </p:cNvPr>
            <p:cNvSpPr>
              <a:spLocks/>
            </p:cNvSpPr>
            <p:nvPr userDrawn="1"/>
          </p:nvSpPr>
          <p:spPr bwMode="gray">
            <a:xfrm>
              <a:off x="3338" y="3507"/>
              <a:ext cx="51" cy="51"/>
            </a:xfrm>
            <a:custGeom>
              <a:avLst/>
              <a:gdLst>
                <a:gd name="T0" fmla="*/ 39 w 56"/>
                <a:gd name="T1" fmla="*/ 5 h 56"/>
                <a:gd name="T2" fmla="*/ 21 w 56"/>
                <a:gd name="T3" fmla="*/ 5 h 56"/>
                <a:gd name="T4" fmla="*/ 21 w 56"/>
                <a:gd name="T5" fmla="*/ 23 h 56"/>
                <a:gd name="T6" fmla="*/ 35 w 56"/>
                <a:gd name="T7" fmla="*/ 23 h 56"/>
                <a:gd name="T8" fmla="*/ 41 w 56"/>
                <a:gd name="T9" fmla="*/ 17 h 56"/>
                <a:gd name="T10" fmla="*/ 44 w 56"/>
                <a:gd name="T11" fmla="*/ 17 h 56"/>
                <a:gd name="T12" fmla="*/ 44 w 56"/>
                <a:gd name="T13" fmla="*/ 34 h 56"/>
                <a:gd name="T14" fmla="*/ 41 w 56"/>
                <a:gd name="T15" fmla="*/ 34 h 56"/>
                <a:gd name="T16" fmla="*/ 34 w 56"/>
                <a:gd name="T17" fmla="*/ 27 h 56"/>
                <a:gd name="T18" fmla="*/ 21 w 56"/>
                <a:gd name="T19" fmla="*/ 27 h 56"/>
                <a:gd name="T20" fmla="*/ 21 w 56"/>
                <a:gd name="T21" fmla="*/ 43 h 56"/>
                <a:gd name="T22" fmla="*/ 25 w 56"/>
                <a:gd name="T23" fmla="*/ 46 h 56"/>
                <a:gd name="T24" fmla="*/ 38 w 56"/>
                <a:gd name="T25" fmla="*/ 46 h 56"/>
                <a:gd name="T26" fmla="*/ 47 w 56"/>
                <a:gd name="T27" fmla="*/ 38 h 56"/>
                <a:gd name="T28" fmla="*/ 51 w 56"/>
                <a:gd name="T29" fmla="*/ 38 h 56"/>
                <a:gd name="T30" fmla="*/ 50 w 56"/>
                <a:gd name="T31" fmla="*/ 51 h 56"/>
                <a:gd name="T32" fmla="*/ 0 w 56"/>
                <a:gd name="T33" fmla="*/ 51 h 56"/>
                <a:gd name="T34" fmla="*/ 0 w 56"/>
                <a:gd name="T35" fmla="*/ 48 h 56"/>
                <a:gd name="T36" fmla="*/ 4 w 56"/>
                <a:gd name="T37" fmla="*/ 48 h 56"/>
                <a:gd name="T38" fmla="*/ 10 w 56"/>
                <a:gd name="T39" fmla="*/ 42 h 56"/>
                <a:gd name="T40" fmla="*/ 10 w 56"/>
                <a:gd name="T41" fmla="*/ 9 h 56"/>
                <a:gd name="T42" fmla="*/ 3 w 56"/>
                <a:gd name="T43" fmla="*/ 4 h 56"/>
                <a:gd name="T44" fmla="*/ 2 w 56"/>
                <a:gd name="T45" fmla="*/ 4 h 56"/>
                <a:gd name="T46" fmla="*/ 2 w 56"/>
                <a:gd name="T47" fmla="*/ 0 h 56"/>
                <a:gd name="T48" fmla="*/ 47 w 56"/>
                <a:gd name="T49" fmla="*/ 0 h 56"/>
                <a:gd name="T50" fmla="*/ 48 w 56"/>
                <a:gd name="T51" fmla="*/ 12 h 56"/>
                <a:gd name="T52" fmla="*/ 45 w 56"/>
                <a:gd name="T53" fmla="*/ 12 h 56"/>
                <a:gd name="T54" fmla="*/ 39 w 56"/>
                <a:gd name="T55" fmla="*/ 5 h 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6" h="56">
                  <a:moveTo>
                    <a:pt x="43" y="5"/>
                  </a:moveTo>
                  <a:cubicBezTo>
                    <a:pt x="23" y="5"/>
                    <a:pt x="23" y="5"/>
                    <a:pt x="23" y="5"/>
                  </a:cubicBezTo>
                  <a:cubicBezTo>
                    <a:pt x="23" y="25"/>
                    <a:pt x="23" y="25"/>
                    <a:pt x="23" y="25"/>
                  </a:cubicBezTo>
                  <a:cubicBezTo>
                    <a:pt x="38" y="25"/>
                    <a:pt x="38" y="25"/>
                    <a:pt x="38" y="25"/>
                  </a:cubicBezTo>
                  <a:cubicBezTo>
                    <a:pt x="43" y="25"/>
                    <a:pt x="45" y="24"/>
                    <a:pt x="45" y="19"/>
                  </a:cubicBezTo>
                  <a:cubicBezTo>
                    <a:pt x="48" y="19"/>
                    <a:pt x="48" y="19"/>
                    <a:pt x="48" y="19"/>
                  </a:cubicBezTo>
                  <a:cubicBezTo>
                    <a:pt x="48" y="37"/>
                    <a:pt x="48" y="37"/>
                    <a:pt x="48" y="37"/>
                  </a:cubicBezTo>
                  <a:cubicBezTo>
                    <a:pt x="45" y="37"/>
                    <a:pt x="45" y="37"/>
                    <a:pt x="45" y="37"/>
                  </a:cubicBezTo>
                  <a:cubicBezTo>
                    <a:pt x="45" y="32"/>
                    <a:pt x="44" y="30"/>
                    <a:pt x="37" y="30"/>
                  </a:cubicBezTo>
                  <a:cubicBezTo>
                    <a:pt x="23" y="30"/>
                    <a:pt x="23" y="30"/>
                    <a:pt x="23" y="30"/>
                  </a:cubicBezTo>
                  <a:cubicBezTo>
                    <a:pt x="23" y="47"/>
                    <a:pt x="23" y="47"/>
                    <a:pt x="23" y="47"/>
                  </a:cubicBezTo>
                  <a:cubicBezTo>
                    <a:pt x="23" y="51"/>
                    <a:pt x="24" y="51"/>
                    <a:pt x="27" y="51"/>
                  </a:cubicBezTo>
                  <a:cubicBezTo>
                    <a:pt x="42" y="51"/>
                    <a:pt x="42" y="51"/>
                    <a:pt x="42" y="51"/>
                  </a:cubicBezTo>
                  <a:cubicBezTo>
                    <a:pt x="48" y="51"/>
                    <a:pt x="50" y="50"/>
                    <a:pt x="52" y="42"/>
                  </a:cubicBezTo>
                  <a:cubicBezTo>
                    <a:pt x="56" y="42"/>
                    <a:pt x="56" y="42"/>
                    <a:pt x="56" y="42"/>
                  </a:cubicBezTo>
                  <a:cubicBezTo>
                    <a:pt x="55" y="56"/>
                    <a:pt x="55" y="56"/>
                    <a:pt x="55" y="56"/>
                  </a:cubicBezTo>
                  <a:cubicBezTo>
                    <a:pt x="0" y="56"/>
                    <a:pt x="0" y="56"/>
                    <a:pt x="0" y="56"/>
                  </a:cubicBezTo>
                  <a:cubicBezTo>
                    <a:pt x="0" y="53"/>
                    <a:pt x="0" y="53"/>
                    <a:pt x="0" y="53"/>
                  </a:cubicBezTo>
                  <a:cubicBezTo>
                    <a:pt x="4" y="53"/>
                    <a:pt x="4" y="53"/>
                    <a:pt x="4" y="53"/>
                  </a:cubicBezTo>
                  <a:cubicBezTo>
                    <a:pt x="9" y="53"/>
                    <a:pt x="11" y="51"/>
                    <a:pt x="11" y="46"/>
                  </a:cubicBezTo>
                  <a:cubicBezTo>
                    <a:pt x="11" y="10"/>
                    <a:pt x="11" y="10"/>
                    <a:pt x="11" y="10"/>
                  </a:cubicBezTo>
                  <a:cubicBezTo>
                    <a:pt x="11" y="5"/>
                    <a:pt x="9" y="4"/>
                    <a:pt x="3" y="4"/>
                  </a:cubicBezTo>
                  <a:cubicBezTo>
                    <a:pt x="2" y="4"/>
                    <a:pt x="2" y="4"/>
                    <a:pt x="2" y="4"/>
                  </a:cubicBezTo>
                  <a:cubicBezTo>
                    <a:pt x="2" y="0"/>
                    <a:pt x="2" y="0"/>
                    <a:pt x="2" y="0"/>
                  </a:cubicBezTo>
                  <a:cubicBezTo>
                    <a:pt x="52" y="0"/>
                    <a:pt x="52" y="0"/>
                    <a:pt x="52" y="0"/>
                  </a:cubicBezTo>
                  <a:cubicBezTo>
                    <a:pt x="53" y="13"/>
                    <a:pt x="53" y="13"/>
                    <a:pt x="53" y="13"/>
                  </a:cubicBezTo>
                  <a:cubicBezTo>
                    <a:pt x="49" y="13"/>
                    <a:pt x="49" y="13"/>
                    <a:pt x="49" y="13"/>
                  </a:cubicBezTo>
                  <a:cubicBezTo>
                    <a:pt x="48" y="7"/>
                    <a:pt x="47" y="5"/>
                    <a:pt x="43" y="5"/>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9" name="Freeform 36">
              <a:extLst>
                <a:ext uri="{FF2B5EF4-FFF2-40B4-BE49-F238E27FC236}">
                  <a16:creationId xmlns:a16="http://schemas.microsoft.com/office/drawing/2014/main" id="{F588C0B3-A42F-49F9-B318-DDF71E874D75}"/>
                </a:ext>
              </a:extLst>
            </p:cNvPr>
            <p:cNvSpPr>
              <a:spLocks noEditPoints="1"/>
            </p:cNvSpPr>
            <p:nvPr userDrawn="1"/>
          </p:nvSpPr>
          <p:spPr bwMode="gray">
            <a:xfrm>
              <a:off x="3404" y="3506"/>
              <a:ext cx="65" cy="53"/>
            </a:xfrm>
            <a:custGeom>
              <a:avLst/>
              <a:gdLst>
                <a:gd name="T0" fmla="*/ 20 w 71"/>
                <a:gd name="T1" fmla="*/ 43 h 58"/>
                <a:gd name="T2" fmla="*/ 27 w 71"/>
                <a:gd name="T3" fmla="*/ 49 h 58"/>
                <a:gd name="T4" fmla="*/ 29 w 71"/>
                <a:gd name="T5" fmla="*/ 49 h 58"/>
                <a:gd name="T6" fmla="*/ 29 w 71"/>
                <a:gd name="T7" fmla="*/ 52 h 58"/>
                <a:gd name="T8" fmla="*/ 0 w 71"/>
                <a:gd name="T9" fmla="*/ 52 h 58"/>
                <a:gd name="T10" fmla="*/ 0 w 71"/>
                <a:gd name="T11" fmla="*/ 49 h 58"/>
                <a:gd name="T12" fmla="*/ 2 w 71"/>
                <a:gd name="T13" fmla="*/ 49 h 58"/>
                <a:gd name="T14" fmla="*/ 9 w 71"/>
                <a:gd name="T15" fmla="*/ 43 h 58"/>
                <a:gd name="T16" fmla="*/ 9 w 71"/>
                <a:gd name="T17" fmla="*/ 10 h 58"/>
                <a:gd name="T18" fmla="*/ 2 w 71"/>
                <a:gd name="T19" fmla="*/ 5 h 58"/>
                <a:gd name="T20" fmla="*/ 0 w 71"/>
                <a:gd name="T21" fmla="*/ 5 h 58"/>
                <a:gd name="T22" fmla="*/ 0 w 71"/>
                <a:gd name="T23" fmla="*/ 1 h 58"/>
                <a:gd name="T24" fmla="*/ 11 w 71"/>
                <a:gd name="T25" fmla="*/ 0 h 58"/>
                <a:gd name="T26" fmla="*/ 25 w 71"/>
                <a:gd name="T27" fmla="*/ 0 h 58"/>
                <a:gd name="T28" fmla="*/ 48 w 71"/>
                <a:gd name="T29" fmla="*/ 5 h 58"/>
                <a:gd name="T30" fmla="*/ 51 w 71"/>
                <a:gd name="T31" fmla="*/ 15 h 58"/>
                <a:gd name="T32" fmla="*/ 39 w 71"/>
                <a:gd name="T33" fmla="*/ 28 h 58"/>
                <a:gd name="T34" fmla="*/ 54 w 71"/>
                <a:gd name="T35" fmla="*/ 45 h 58"/>
                <a:gd name="T36" fmla="*/ 65 w 71"/>
                <a:gd name="T37" fmla="*/ 50 h 58"/>
                <a:gd name="T38" fmla="*/ 65 w 71"/>
                <a:gd name="T39" fmla="*/ 53 h 58"/>
                <a:gd name="T40" fmla="*/ 60 w 71"/>
                <a:gd name="T41" fmla="*/ 53 h 58"/>
                <a:gd name="T42" fmla="*/ 41 w 71"/>
                <a:gd name="T43" fmla="*/ 48 h 58"/>
                <a:gd name="T44" fmla="*/ 27 w 71"/>
                <a:gd name="T45" fmla="*/ 30 h 58"/>
                <a:gd name="T46" fmla="*/ 20 w 71"/>
                <a:gd name="T47" fmla="*/ 30 h 58"/>
                <a:gd name="T48" fmla="*/ 20 w 71"/>
                <a:gd name="T49" fmla="*/ 43 h 58"/>
                <a:gd name="T50" fmla="*/ 20 w 71"/>
                <a:gd name="T51" fmla="*/ 27 h 58"/>
                <a:gd name="T52" fmla="*/ 24 w 71"/>
                <a:gd name="T53" fmla="*/ 27 h 58"/>
                <a:gd name="T54" fmla="*/ 39 w 71"/>
                <a:gd name="T55" fmla="*/ 16 h 58"/>
                <a:gd name="T56" fmla="*/ 25 w 71"/>
                <a:gd name="T57" fmla="*/ 4 h 58"/>
                <a:gd name="T58" fmla="*/ 20 w 71"/>
                <a:gd name="T59" fmla="*/ 4 h 58"/>
                <a:gd name="T60" fmla="*/ 20 w 71"/>
                <a:gd name="T61" fmla="*/ 2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1" h="58">
                  <a:moveTo>
                    <a:pt x="22" y="47"/>
                  </a:moveTo>
                  <a:cubicBezTo>
                    <a:pt x="22" y="52"/>
                    <a:pt x="24" y="54"/>
                    <a:pt x="29" y="54"/>
                  </a:cubicBezTo>
                  <a:cubicBezTo>
                    <a:pt x="32" y="54"/>
                    <a:pt x="32" y="54"/>
                    <a:pt x="32" y="54"/>
                  </a:cubicBezTo>
                  <a:cubicBezTo>
                    <a:pt x="32" y="57"/>
                    <a:pt x="32" y="57"/>
                    <a:pt x="32" y="57"/>
                  </a:cubicBezTo>
                  <a:cubicBezTo>
                    <a:pt x="0" y="57"/>
                    <a:pt x="0" y="57"/>
                    <a:pt x="0" y="57"/>
                  </a:cubicBezTo>
                  <a:cubicBezTo>
                    <a:pt x="0" y="54"/>
                    <a:pt x="0" y="54"/>
                    <a:pt x="0" y="54"/>
                  </a:cubicBezTo>
                  <a:cubicBezTo>
                    <a:pt x="2" y="54"/>
                    <a:pt x="2" y="54"/>
                    <a:pt x="2" y="54"/>
                  </a:cubicBezTo>
                  <a:cubicBezTo>
                    <a:pt x="7" y="54"/>
                    <a:pt x="10" y="53"/>
                    <a:pt x="10" y="47"/>
                  </a:cubicBezTo>
                  <a:cubicBezTo>
                    <a:pt x="10" y="11"/>
                    <a:pt x="10" y="11"/>
                    <a:pt x="10" y="11"/>
                  </a:cubicBezTo>
                  <a:cubicBezTo>
                    <a:pt x="10" y="7"/>
                    <a:pt x="8" y="5"/>
                    <a:pt x="2" y="5"/>
                  </a:cubicBezTo>
                  <a:cubicBezTo>
                    <a:pt x="0" y="5"/>
                    <a:pt x="0" y="5"/>
                    <a:pt x="0" y="5"/>
                  </a:cubicBezTo>
                  <a:cubicBezTo>
                    <a:pt x="0" y="1"/>
                    <a:pt x="0" y="1"/>
                    <a:pt x="0" y="1"/>
                  </a:cubicBezTo>
                  <a:cubicBezTo>
                    <a:pt x="5" y="1"/>
                    <a:pt x="8" y="1"/>
                    <a:pt x="12" y="0"/>
                  </a:cubicBezTo>
                  <a:cubicBezTo>
                    <a:pt x="17" y="0"/>
                    <a:pt x="24" y="0"/>
                    <a:pt x="27" y="0"/>
                  </a:cubicBezTo>
                  <a:cubicBezTo>
                    <a:pt x="40" y="0"/>
                    <a:pt x="48" y="1"/>
                    <a:pt x="52" y="6"/>
                  </a:cubicBezTo>
                  <a:cubicBezTo>
                    <a:pt x="55" y="9"/>
                    <a:pt x="56" y="12"/>
                    <a:pt x="56" y="16"/>
                  </a:cubicBezTo>
                  <a:cubicBezTo>
                    <a:pt x="56" y="23"/>
                    <a:pt x="51" y="29"/>
                    <a:pt x="43" y="31"/>
                  </a:cubicBezTo>
                  <a:cubicBezTo>
                    <a:pt x="49" y="36"/>
                    <a:pt x="52" y="43"/>
                    <a:pt x="59" y="49"/>
                  </a:cubicBezTo>
                  <a:cubicBezTo>
                    <a:pt x="62" y="53"/>
                    <a:pt x="65" y="54"/>
                    <a:pt x="71" y="55"/>
                  </a:cubicBezTo>
                  <a:cubicBezTo>
                    <a:pt x="71" y="58"/>
                    <a:pt x="71" y="58"/>
                    <a:pt x="71" y="58"/>
                  </a:cubicBezTo>
                  <a:cubicBezTo>
                    <a:pt x="69" y="58"/>
                    <a:pt x="68" y="58"/>
                    <a:pt x="65" y="58"/>
                  </a:cubicBezTo>
                  <a:cubicBezTo>
                    <a:pt x="54" y="58"/>
                    <a:pt x="49" y="57"/>
                    <a:pt x="45" y="53"/>
                  </a:cubicBezTo>
                  <a:cubicBezTo>
                    <a:pt x="40" y="48"/>
                    <a:pt x="35" y="38"/>
                    <a:pt x="29" y="33"/>
                  </a:cubicBezTo>
                  <a:cubicBezTo>
                    <a:pt x="22" y="33"/>
                    <a:pt x="22" y="33"/>
                    <a:pt x="22" y="33"/>
                  </a:cubicBezTo>
                  <a:lnTo>
                    <a:pt x="22" y="47"/>
                  </a:lnTo>
                  <a:close/>
                  <a:moveTo>
                    <a:pt x="22" y="30"/>
                  </a:moveTo>
                  <a:cubicBezTo>
                    <a:pt x="26" y="30"/>
                    <a:pt x="26" y="30"/>
                    <a:pt x="26" y="30"/>
                  </a:cubicBezTo>
                  <a:cubicBezTo>
                    <a:pt x="37" y="30"/>
                    <a:pt x="43" y="26"/>
                    <a:pt x="43" y="17"/>
                  </a:cubicBezTo>
                  <a:cubicBezTo>
                    <a:pt x="43" y="7"/>
                    <a:pt x="36" y="4"/>
                    <a:pt x="27" y="4"/>
                  </a:cubicBezTo>
                  <a:cubicBezTo>
                    <a:pt x="22" y="4"/>
                    <a:pt x="22" y="4"/>
                    <a:pt x="22" y="4"/>
                  </a:cubicBezTo>
                  <a:lnTo>
                    <a:pt x="22" y="3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0" name="Freeform 37">
              <a:extLst>
                <a:ext uri="{FF2B5EF4-FFF2-40B4-BE49-F238E27FC236}">
                  <a16:creationId xmlns:a16="http://schemas.microsoft.com/office/drawing/2014/main" id="{76F9920D-DB17-4014-B667-5315A3ED0AB0}"/>
                </a:ext>
              </a:extLst>
            </p:cNvPr>
            <p:cNvSpPr>
              <a:spLocks/>
            </p:cNvSpPr>
            <p:nvPr userDrawn="1"/>
          </p:nvSpPr>
          <p:spPr bwMode="gray">
            <a:xfrm>
              <a:off x="3470" y="3507"/>
              <a:ext cx="61" cy="53"/>
            </a:xfrm>
            <a:custGeom>
              <a:avLst/>
              <a:gdLst>
                <a:gd name="T0" fmla="*/ 9 w 67"/>
                <a:gd name="T1" fmla="*/ 10 h 58"/>
                <a:gd name="T2" fmla="*/ 1 w 67"/>
                <a:gd name="T3" fmla="*/ 4 h 58"/>
                <a:gd name="T4" fmla="*/ 0 w 67"/>
                <a:gd name="T5" fmla="*/ 4 h 58"/>
                <a:gd name="T6" fmla="*/ 0 w 67"/>
                <a:gd name="T7" fmla="*/ 0 h 58"/>
                <a:gd name="T8" fmla="*/ 28 w 67"/>
                <a:gd name="T9" fmla="*/ 0 h 58"/>
                <a:gd name="T10" fmla="*/ 28 w 67"/>
                <a:gd name="T11" fmla="*/ 4 h 58"/>
                <a:gd name="T12" fmla="*/ 27 w 67"/>
                <a:gd name="T13" fmla="*/ 4 h 58"/>
                <a:gd name="T14" fmla="*/ 22 w 67"/>
                <a:gd name="T15" fmla="*/ 10 h 58"/>
                <a:gd name="T16" fmla="*/ 35 w 67"/>
                <a:gd name="T17" fmla="*/ 38 h 58"/>
                <a:gd name="T18" fmla="*/ 47 w 67"/>
                <a:gd name="T19" fmla="*/ 8 h 58"/>
                <a:gd name="T20" fmla="*/ 42 w 67"/>
                <a:gd name="T21" fmla="*/ 4 h 58"/>
                <a:gd name="T22" fmla="*/ 40 w 67"/>
                <a:gd name="T23" fmla="*/ 4 h 58"/>
                <a:gd name="T24" fmla="*/ 40 w 67"/>
                <a:gd name="T25" fmla="*/ 0 h 58"/>
                <a:gd name="T26" fmla="*/ 61 w 67"/>
                <a:gd name="T27" fmla="*/ 0 h 58"/>
                <a:gd name="T28" fmla="*/ 61 w 67"/>
                <a:gd name="T29" fmla="*/ 4 h 58"/>
                <a:gd name="T30" fmla="*/ 60 w 67"/>
                <a:gd name="T31" fmla="*/ 4 h 58"/>
                <a:gd name="T32" fmla="*/ 51 w 67"/>
                <a:gd name="T33" fmla="*/ 12 h 58"/>
                <a:gd name="T34" fmla="*/ 34 w 67"/>
                <a:gd name="T35" fmla="*/ 53 h 58"/>
                <a:gd name="T36" fmla="*/ 28 w 67"/>
                <a:gd name="T37" fmla="*/ 53 h 58"/>
                <a:gd name="T38" fmla="*/ 9 w 67"/>
                <a:gd name="T39" fmla="*/ 10 h 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7" h="58">
                  <a:moveTo>
                    <a:pt x="10" y="11"/>
                  </a:moveTo>
                  <a:cubicBezTo>
                    <a:pt x="7" y="5"/>
                    <a:pt x="6" y="4"/>
                    <a:pt x="1" y="4"/>
                  </a:cubicBezTo>
                  <a:cubicBezTo>
                    <a:pt x="0" y="4"/>
                    <a:pt x="0" y="4"/>
                    <a:pt x="0" y="4"/>
                  </a:cubicBezTo>
                  <a:cubicBezTo>
                    <a:pt x="0" y="0"/>
                    <a:pt x="0" y="0"/>
                    <a:pt x="0" y="0"/>
                  </a:cubicBezTo>
                  <a:cubicBezTo>
                    <a:pt x="31" y="0"/>
                    <a:pt x="31" y="0"/>
                    <a:pt x="31" y="0"/>
                  </a:cubicBezTo>
                  <a:cubicBezTo>
                    <a:pt x="31" y="4"/>
                    <a:pt x="31" y="4"/>
                    <a:pt x="31" y="4"/>
                  </a:cubicBezTo>
                  <a:cubicBezTo>
                    <a:pt x="30" y="4"/>
                    <a:pt x="30" y="4"/>
                    <a:pt x="30" y="4"/>
                  </a:cubicBezTo>
                  <a:cubicBezTo>
                    <a:pt x="22" y="4"/>
                    <a:pt x="21" y="6"/>
                    <a:pt x="24" y="11"/>
                  </a:cubicBezTo>
                  <a:cubicBezTo>
                    <a:pt x="38" y="42"/>
                    <a:pt x="38" y="42"/>
                    <a:pt x="38" y="42"/>
                  </a:cubicBezTo>
                  <a:cubicBezTo>
                    <a:pt x="52" y="9"/>
                    <a:pt x="52" y="9"/>
                    <a:pt x="52" y="9"/>
                  </a:cubicBezTo>
                  <a:cubicBezTo>
                    <a:pt x="53" y="6"/>
                    <a:pt x="51" y="4"/>
                    <a:pt x="46" y="4"/>
                  </a:cubicBezTo>
                  <a:cubicBezTo>
                    <a:pt x="44" y="4"/>
                    <a:pt x="44" y="4"/>
                    <a:pt x="44" y="4"/>
                  </a:cubicBezTo>
                  <a:cubicBezTo>
                    <a:pt x="44" y="0"/>
                    <a:pt x="44" y="0"/>
                    <a:pt x="44" y="0"/>
                  </a:cubicBezTo>
                  <a:cubicBezTo>
                    <a:pt x="67" y="0"/>
                    <a:pt x="67" y="0"/>
                    <a:pt x="67" y="0"/>
                  </a:cubicBezTo>
                  <a:cubicBezTo>
                    <a:pt x="67" y="4"/>
                    <a:pt x="67" y="4"/>
                    <a:pt x="67" y="4"/>
                  </a:cubicBezTo>
                  <a:cubicBezTo>
                    <a:pt x="66" y="4"/>
                    <a:pt x="66" y="4"/>
                    <a:pt x="66" y="4"/>
                  </a:cubicBezTo>
                  <a:cubicBezTo>
                    <a:pt x="61" y="4"/>
                    <a:pt x="59" y="6"/>
                    <a:pt x="56" y="13"/>
                  </a:cubicBezTo>
                  <a:cubicBezTo>
                    <a:pt x="37" y="58"/>
                    <a:pt x="37" y="58"/>
                    <a:pt x="37" y="58"/>
                  </a:cubicBezTo>
                  <a:cubicBezTo>
                    <a:pt x="31" y="58"/>
                    <a:pt x="31" y="58"/>
                    <a:pt x="31" y="58"/>
                  </a:cubicBezTo>
                  <a:lnTo>
                    <a:pt x="10" y="11"/>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1" name="Freeform 38">
              <a:extLst>
                <a:ext uri="{FF2B5EF4-FFF2-40B4-BE49-F238E27FC236}">
                  <a16:creationId xmlns:a16="http://schemas.microsoft.com/office/drawing/2014/main" id="{672737D5-86B6-4DD5-BC3A-4327971922BD}"/>
                </a:ext>
              </a:extLst>
            </p:cNvPr>
            <p:cNvSpPr>
              <a:spLocks/>
            </p:cNvSpPr>
            <p:nvPr userDrawn="1"/>
          </p:nvSpPr>
          <p:spPr bwMode="gray">
            <a:xfrm>
              <a:off x="3544" y="3507"/>
              <a:ext cx="27" cy="51"/>
            </a:xfrm>
            <a:custGeom>
              <a:avLst/>
              <a:gdLst>
                <a:gd name="T0" fmla="*/ 0 w 29"/>
                <a:gd name="T1" fmla="*/ 0 h 56"/>
                <a:gd name="T2" fmla="*/ 27 w 29"/>
                <a:gd name="T3" fmla="*/ 0 h 56"/>
                <a:gd name="T4" fmla="*/ 27 w 29"/>
                <a:gd name="T5" fmla="*/ 4 h 56"/>
                <a:gd name="T6" fmla="*/ 25 w 29"/>
                <a:gd name="T7" fmla="*/ 4 h 56"/>
                <a:gd name="T8" fmla="*/ 20 w 29"/>
                <a:gd name="T9" fmla="*/ 9 h 56"/>
                <a:gd name="T10" fmla="*/ 20 w 29"/>
                <a:gd name="T11" fmla="*/ 42 h 56"/>
                <a:gd name="T12" fmla="*/ 26 w 29"/>
                <a:gd name="T13" fmla="*/ 48 h 56"/>
                <a:gd name="T14" fmla="*/ 27 w 29"/>
                <a:gd name="T15" fmla="*/ 48 h 56"/>
                <a:gd name="T16" fmla="*/ 27 w 29"/>
                <a:gd name="T17" fmla="*/ 51 h 56"/>
                <a:gd name="T18" fmla="*/ 0 w 29"/>
                <a:gd name="T19" fmla="*/ 51 h 56"/>
                <a:gd name="T20" fmla="*/ 0 w 29"/>
                <a:gd name="T21" fmla="*/ 48 h 56"/>
                <a:gd name="T22" fmla="*/ 1 w 29"/>
                <a:gd name="T23" fmla="*/ 48 h 56"/>
                <a:gd name="T24" fmla="*/ 7 w 29"/>
                <a:gd name="T25" fmla="*/ 43 h 56"/>
                <a:gd name="T26" fmla="*/ 7 w 29"/>
                <a:gd name="T27" fmla="*/ 9 h 56"/>
                <a:gd name="T28" fmla="*/ 1 w 29"/>
                <a:gd name="T29" fmla="*/ 4 h 56"/>
                <a:gd name="T30" fmla="*/ 0 w 29"/>
                <a:gd name="T31" fmla="*/ 4 h 56"/>
                <a:gd name="T32" fmla="*/ 0 w 29"/>
                <a:gd name="T33" fmla="*/ 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56">
                  <a:moveTo>
                    <a:pt x="0" y="0"/>
                  </a:moveTo>
                  <a:cubicBezTo>
                    <a:pt x="29" y="0"/>
                    <a:pt x="29" y="0"/>
                    <a:pt x="29" y="0"/>
                  </a:cubicBezTo>
                  <a:cubicBezTo>
                    <a:pt x="29" y="4"/>
                    <a:pt x="29" y="4"/>
                    <a:pt x="29" y="4"/>
                  </a:cubicBezTo>
                  <a:cubicBezTo>
                    <a:pt x="27" y="4"/>
                    <a:pt x="27" y="4"/>
                    <a:pt x="27" y="4"/>
                  </a:cubicBezTo>
                  <a:cubicBezTo>
                    <a:pt x="23" y="4"/>
                    <a:pt x="21" y="6"/>
                    <a:pt x="21" y="10"/>
                  </a:cubicBezTo>
                  <a:cubicBezTo>
                    <a:pt x="21" y="46"/>
                    <a:pt x="21" y="46"/>
                    <a:pt x="21" y="46"/>
                  </a:cubicBezTo>
                  <a:cubicBezTo>
                    <a:pt x="21" y="51"/>
                    <a:pt x="22" y="53"/>
                    <a:pt x="28" y="53"/>
                  </a:cubicBezTo>
                  <a:cubicBezTo>
                    <a:pt x="29" y="53"/>
                    <a:pt x="29" y="53"/>
                    <a:pt x="29" y="53"/>
                  </a:cubicBezTo>
                  <a:cubicBezTo>
                    <a:pt x="29" y="56"/>
                    <a:pt x="29" y="56"/>
                    <a:pt x="29" y="56"/>
                  </a:cubicBezTo>
                  <a:cubicBezTo>
                    <a:pt x="0" y="56"/>
                    <a:pt x="0" y="56"/>
                    <a:pt x="0" y="56"/>
                  </a:cubicBezTo>
                  <a:cubicBezTo>
                    <a:pt x="0" y="53"/>
                    <a:pt x="0" y="53"/>
                    <a:pt x="0" y="53"/>
                  </a:cubicBezTo>
                  <a:cubicBezTo>
                    <a:pt x="1" y="53"/>
                    <a:pt x="1" y="53"/>
                    <a:pt x="1" y="53"/>
                  </a:cubicBezTo>
                  <a:cubicBezTo>
                    <a:pt x="6" y="53"/>
                    <a:pt x="8" y="51"/>
                    <a:pt x="8" y="47"/>
                  </a:cubicBezTo>
                  <a:cubicBezTo>
                    <a:pt x="8" y="10"/>
                    <a:pt x="8" y="10"/>
                    <a:pt x="8" y="10"/>
                  </a:cubicBezTo>
                  <a:cubicBezTo>
                    <a:pt x="8" y="6"/>
                    <a:pt x="6" y="4"/>
                    <a:pt x="1" y="4"/>
                  </a:cubicBezTo>
                  <a:cubicBezTo>
                    <a:pt x="0" y="4"/>
                    <a:pt x="0" y="4"/>
                    <a:pt x="0" y="4"/>
                  </a:cubicBezTo>
                  <a:lnTo>
                    <a:pt x="0" y="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2" name="Freeform 39">
              <a:extLst>
                <a:ext uri="{FF2B5EF4-FFF2-40B4-BE49-F238E27FC236}">
                  <a16:creationId xmlns:a16="http://schemas.microsoft.com/office/drawing/2014/main" id="{552C3C9D-33D6-488F-A915-E58395091076}"/>
                </a:ext>
              </a:extLst>
            </p:cNvPr>
            <p:cNvSpPr>
              <a:spLocks/>
            </p:cNvSpPr>
            <p:nvPr userDrawn="1"/>
          </p:nvSpPr>
          <p:spPr bwMode="gray">
            <a:xfrm>
              <a:off x="3588" y="3506"/>
              <a:ext cx="54" cy="54"/>
            </a:xfrm>
            <a:custGeom>
              <a:avLst/>
              <a:gdLst>
                <a:gd name="T0" fmla="*/ 54 w 59"/>
                <a:gd name="T1" fmla="*/ 38 h 59"/>
                <a:gd name="T2" fmla="*/ 49 w 59"/>
                <a:gd name="T3" fmla="*/ 53 h 59"/>
                <a:gd name="T4" fmla="*/ 45 w 59"/>
                <a:gd name="T5" fmla="*/ 52 h 59"/>
                <a:gd name="T6" fmla="*/ 30 w 59"/>
                <a:gd name="T7" fmla="*/ 54 h 59"/>
                <a:gd name="T8" fmla="*/ 0 w 59"/>
                <a:gd name="T9" fmla="*/ 27 h 59"/>
                <a:gd name="T10" fmla="*/ 32 w 59"/>
                <a:gd name="T11" fmla="*/ 0 h 59"/>
                <a:gd name="T12" fmla="*/ 48 w 59"/>
                <a:gd name="T13" fmla="*/ 3 h 59"/>
                <a:gd name="T14" fmla="*/ 49 w 59"/>
                <a:gd name="T15" fmla="*/ 3 h 59"/>
                <a:gd name="T16" fmla="*/ 52 w 59"/>
                <a:gd name="T17" fmla="*/ 3 h 59"/>
                <a:gd name="T18" fmla="*/ 52 w 59"/>
                <a:gd name="T19" fmla="*/ 16 h 59"/>
                <a:gd name="T20" fmla="*/ 49 w 59"/>
                <a:gd name="T21" fmla="*/ 16 h 59"/>
                <a:gd name="T22" fmla="*/ 33 w 59"/>
                <a:gd name="T23" fmla="*/ 4 h 59"/>
                <a:gd name="T24" fmla="*/ 13 w 59"/>
                <a:gd name="T25" fmla="*/ 26 h 59"/>
                <a:gd name="T26" fmla="*/ 34 w 59"/>
                <a:gd name="T27" fmla="*/ 49 h 59"/>
                <a:gd name="T28" fmla="*/ 51 w 59"/>
                <a:gd name="T29" fmla="*/ 38 h 59"/>
                <a:gd name="T30" fmla="*/ 54 w 59"/>
                <a:gd name="T31" fmla="*/ 38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9" h="59">
                  <a:moveTo>
                    <a:pt x="59" y="41"/>
                  </a:moveTo>
                  <a:cubicBezTo>
                    <a:pt x="59" y="46"/>
                    <a:pt x="57" y="53"/>
                    <a:pt x="54" y="58"/>
                  </a:cubicBezTo>
                  <a:cubicBezTo>
                    <a:pt x="53" y="57"/>
                    <a:pt x="51" y="57"/>
                    <a:pt x="49" y="57"/>
                  </a:cubicBezTo>
                  <a:cubicBezTo>
                    <a:pt x="45" y="57"/>
                    <a:pt x="40" y="59"/>
                    <a:pt x="33" y="59"/>
                  </a:cubicBezTo>
                  <a:cubicBezTo>
                    <a:pt x="15" y="59"/>
                    <a:pt x="0" y="46"/>
                    <a:pt x="0" y="29"/>
                  </a:cubicBezTo>
                  <a:cubicBezTo>
                    <a:pt x="0" y="13"/>
                    <a:pt x="16" y="0"/>
                    <a:pt x="35" y="0"/>
                  </a:cubicBezTo>
                  <a:cubicBezTo>
                    <a:pt x="45" y="0"/>
                    <a:pt x="51" y="3"/>
                    <a:pt x="52" y="3"/>
                  </a:cubicBezTo>
                  <a:cubicBezTo>
                    <a:pt x="53" y="3"/>
                    <a:pt x="54" y="3"/>
                    <a:pt x="54" y="3"/>
                  </a:cubicBezTo>
                  <a:cubicBezTo>
                    <a:pt x="57" y="3"/>
                    <a:pt x="57" y="3"/>
                    <a:pt x="57" y="3"/>
                  </a:cubicBezTo>
                  <a:cubicBezTo>
                    <a:pt x="57" y="18"/>
                    <a:pt x="57" y="18"/>
                    <a:pt x="57" y="18"/>
                  </a:cubicBezTo>
                  <a:cubicBezTo>
                    <a:pt x="54" y="18"/>
                    <a:pt x="54" y="18"/>
                    <a:pt x="54" y="18"/>
                  </a:cubicBezTo>
                  <a:cubicBezTo>
                    <a:pt x="51" y="9"/>
                    <a:pt x="45" y="4"/>
                    <a:pt x="36" y="4"/>
                  </a:cubicBezTo>
                  <a:cubicBezTo>
                    <a:pt x="23" y="4"/>
                    <a:pt x="14" y="14"/>
                    <a:pt x="14" y="28"/>
                  </a:cubicBezTo>
                  <a:cubicBezTo>
                    <a:pt x="14" y="43"/>
                    <a:pt x="24" y="54"/>
                    <a:pt x="37" y="54"/>
                  </a:cubicBezTo>
                  <a:cubicBezTo>
                    <a:pt x="45" y="54"/>
                    <a:pt x="52" y="49"/>
                    <a:pt x="56" y="41"/>
                  </a:cubicBezTo>
                  <a:lnTo>
                    <a:pt x="59" y="41"/>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3" name="Freeform 40">
              <a:extLst>
                <a:ext uri="{FF2B5EF4-FFF2-40B4-BE49-F238E27FC236}">
                  <a16:creationId xmlns:a16="http://schemas.microsoft.com/office/drawing/2014/main" id="{200BE5F0-2A47-4FDD-AD54-1D1FF80D2779}"/>
                </a:ext>
              </a:extLst>
            </p:cNvPr>
            <p:cNvSpPr>
              <a:spLocks/>
            </p:cNvSpPr>
            <p:nvPr userDrawn="1"/>
          </p:nvSpPr>
          <p:spPr bwMode="gray">
            <a:xfrm>
              <a:off x="3656" y="3507"/>
              <a:ext cx="51" cy="51"/>
            </a:xfrm>
            <a:custGeom>
              <a:avLst/>
              <a:gdLst>
                <a:gd name="T0" fmla="*/ 39 w 56"/>
                <a:gd name="T1" fmla="*/ 5 h 56"/>
                <a:gd name="T2" fmla="*/ 22 w 56"/>
                <a:gd name="T3" fmla="*/ 5 h 56"/>
                <a:gd name="T4" fmla="*/ 22 w 56"/>
                <a:gd name="T5" fmla="*/ 23 h 56"/>
                <a:gd name="T6" fmla="*/ 35 w 56"/>
                <a:gd name="T7" fmla="*/ 23 h 56"/>
                <a:gd name="T8" fmla="*/ 41 w 56"/>
                <a:gd name="T9" fmla="*/ 17 h 56"/>
                <a:gd name="T10" fmla="*/ 45 w 56"/>
                <a:gd name="T11" fmla="*/ 17 h 56"/>
                <a:gd name="T12" fmla="*/ 45 w 56"/>
                <a:gd name="T13" fmla="*/ 34 h 56"/>
                <a:gd name="T14" fmla="*/ 41 w 56"/>
                <a:gd name="T15" fmla="*/ 34 h 56"/>
                <a:gd name="T16" fmla="*/ 34 w 56"/>
                <a:gd name="T17" fmla="*/ 27 h 56"/>
                <a:gd name="T18" fmla="*/ 22 w 56"/>
                <a:gd name="T19" fmla="*/ 27 h 56"/>
                <a:gd name="T20" fmla="*/ 22 w 56"/>
                <a:gd name="T21" fmla="*/ 43 h 56"/>
                <a:gd name="T22" fmla="*/ 25 w 56"/>
                <a:gd name="T23" fmla="*/ 46 h 56"/>
                <a:gd name="T24" fmla="*/ 38 w 56"/>
                <a:gd name="T25" fmla="*/ 46 h 56"/>
                <a:gd name="T26" fmla="*/ 47 w 56"/>
                <a:gd name="T27" fmla="*/ 38 h 56"/>
                <a:gd name="T28" fmla="*/ 51 w 56"/>
                <a:gd name="T29" fmla="*/ 38 h 56"/>
                <a:gd name="T30" fmla="*/ 50 w 56"/>
                <a:gd name="T31" fmla="*/ 51 h 56"/>
                <a:gd name="T32" fmla="*/ 0 w 56"/>
                <a:gd name="T33" fmla="*/ 51 h 56"/>
                <a:gd name="T34" fmla="*/ 0 w 56"/>
                <a:gd name="T35" fmla="*/ 48 h 56"/>
                <a:gd name="T36" fmla="*/ 4 w 56"/>
                <a:gd name="T37" fmla="*/ 48 h 56"/>
                <a:gd name="T38" fmla="*/ 10 w 56"/>
                <a:gd name="T39" fmla="*/ 42 h 56"/>
                <a:gd name="T40" fmla="*/ 10 w 56"/>
                <a:gd name="T41" fmla="*/ 9 h 56"/>
                <a:gd name="T42" fmla="*/ 3 w 56"/>
                <a:gd name="T43" fmla="*/ 4 h 56"/>
                <a:gd name="T44" fmla="*/ 2 w 56"/>
                <a:gd name="T45" fmla="*/ 4 h 56"/>
                <a:gd name="T46" fmla="*/ 2 w 56"/>
                <a:gd name="T47" fmla="*/ 0 h 56"/>
                <a:gd name="T48" fmla="*/ 47 w 56"/>
                <a:gd name="T49" fmla="*/ 0 h 56"/>
                <a:gd name="T50" fmla="*/ 48 w 56"/>
                <a:gd name="T51" fmla="*/ 12 h 56"/>
                <a:gd name="T52" fmla="*/ 46 w 56"/>
                <a:gd name="T53" fmla="*/ 12 h 56"/>
                <a:gd name="T54" fmla="*/ 39 w 56"/>
                <a:gd name="T55" fmla="*/ 5 h 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6" h="56">
                  <a:moveTo>
                    <a:pt x="43" y="5"/>
                  </a:moveTo>
                  <a:cubicBezTo>
                    <a:pt x="24" y="5"/>
                    <a:pt x="24" y="5"/>
                    <a:pt x="24" y="5"/>
                  </a:cubicBezTo>
                  <a:cubicBezTo>
                    <a:pt x="24" y="25"/>
                    <a:pt x="24" y="25"/>
                    <a:pt x="24" y="25"/>
                  </a:cubicBezTo>
                  <a:cubicBezTo>
                    <a:pt x="38" y="25"/>
                    <a:pt x="38" y="25"/>
                    <a:pt x="38" y="25"/>
                  </a:cubicBezTo>
                  <a:cubicBezTo>
                    <a:pt x="43" y="25"/>
                    <a:pt x="45" y="24"/>
                    <a:pt x="45" y="19"/>
                  </a:cubicBezTo>
                  <a:cubicBezTo>
                    <a:pt x="49" y="19"/>
                    <a:pt x="49" y="19"/>
                    <a:pt x="49" y="19"/>
                  </a:cubicBezTo>
                  <a:cubicBezTo>
                    <a:pt x="49" y="37"/>
                    <a:pt x="49" y="37"/>
                    <a:pt x="49" y="37"/>
                  </a:cubicBezTo>
                  <a:cubicBezTo>
                    <a:pt x="45" y="37"/>
                    <a:pt x="45" y="37"/>
                    <a:pt x="45" y="37"/>
                  </a:cubicBezTo>
                  <a:cubicBezTo>
                    <a:pt x="45" y="32"/>
                    <a:pt x="44" y="30"/>
                    <a:pt x="37" y="30"/>
                  </a:cubicBezTo>
                  <a:cubicBezTo>
                    <a:pt x="24" y="30"/>
                    <a:pt x="24" y="30"/>
                    <a:pt x="24" y="30"/>
                  </a:cubicBezTo>
                  <a:cubicBezTo>
                    <a:pt x="24" y="47"/>
                    <a:pt x="24" y="47"/>
                    <a:pt x="24" y="47"/>
                  </a:cubicBezTo>
                  <a:cubicBezTo>
                    <a:pt x="24" y="51"/>
                    <a:pt x="24" y="51"/>
                    <a:pt x="27" y="51"/>
                  </a:cubicBezTo>
                  <a:cubicBezTo>
                    <a:pt x="42" y="51"/>
                    <a:pt x="42" y="51"/>
                    <a:pt x="42" y="51"/>
                  </a:cubicBezTo>
                  <a:cubicBezTo>
                    <a:pt x="48" y="51"/>
                    <a:pt x="51" y="50"/>
                    <a:pt x="52" y="42"/>
                  </a:cubicBezTo>
                  <a:cubicBezTo>
                    <a:pt x="56" y="42"/>
                    <a:pt x="56" y="42"/>
                    <a:pt x="56" y="42"/>
                  </a:cubicBezTo>
                  <a:cubicBezTo>
                    <a:pt x="55" y="56"/>
                    <a:pt x="55" y="56"/>
                    <a:pt x="55" y="56"/>
                  </a:cubicBezTo>
                  <a:cubicBezTo>
                    <a:pt x="0" y="56"/>
                    <a:pt x="0" y="56"/>
                    <a:pt x="0" y="56"/>
                  </a:cubicBezTo>
                  <a:cubicBezTo>
                    <a:pt x="0" y="53"/>
                    <a:pt x="0" y="53"/>
                    <a:pt x="0" y="53"/>
                  </a:cubicBezTo>
                  <a:cubicBezTo>
                    <a:pt x="4" y="53"/>
                    <a:pt x="4" y="53"/>
                    <a:pt x="4" y="53"/>
                  </a:cubicBezTo>
                  <a:cubicBezTo>
                    <a:pt x="9" y="53"/>
                    <a:pt x="11" y="51"/>
                    <a:pt x="11" y="46"/>
                  </a:cubicBezTo>
                  <a:cubicBezTo>
                    <a:pt x="11" y="10"/>
                    <a:pt x="11" y="10"/>
                    <a:pt x="11" y="10"/>
                  </a:cubicBezTo>
                  <a:cubicBezTo>
                    <a:pt x="11" y="5"/>
                    <a:pt x="9" y="4"/>
                    <a:pt x="3" y="4"/>
                  </a:cubicBezTo>
                  <a:cubicBezTo>
                    <a:pt x="2" y="4"/>
                    <a:pt x="2" y="4"/>
                    <a:pt x="2" y="4"/>
                  </a:cubicBezTo>
                  <a:cubicBezTo>
                    <a:pt x="2" y="0"/>
                    <a:pt x="2" y="0"/>
                    <a:pt x="2" y="0"/>
                  </a:cubicBezTo>
                  <a:cubicBezTo>
                    <a:pt x="52" y="0"/>
                    <a:pt x="52" y="0"/>
                    <a:pt x="52" y="0"/>
                  </a:cubicBezTo>
                  <a:cubicBezTo>
                    <a:pt x="53" y="13"/>
                    <a:pt x="53" y="13"/>
                    <a:pt x="53" y="13"/>
                  </a:cubicBezTo>
                  <a:cubicBezTo>
                    <a:pt x="50" y="13"/>
                    <a:pt x="50" y="13"/>
                    <a:pt x="50" y="13"/>
                  </a:cubicBezTo>
                  <a:cubicBezTo>
                    <a:pt x="49" y="7"/>
                    <a:pt x="48" y="5"/>
                    <a:pt x="43" y="5"/>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4" name="Freeform 41">
              <a:extLst>
                <a:ext uri="{FF2B5EF4-FFF2-40B4-BE49-F238E27FC236}">
                  <a16:creationId xmlns:a16="http://schemas.microsoft.com/office/drawing/2014/main" id="{CD2D522E-8E41-4229-B50A-8ED629545AFE}"/>
                </a:ext>
              </a:extLst>
            </p:cNvPr>
            <p:cNvSpPr>
              <a:spLocks/>
            </p:cNvSpPr>
            <p:nvPr userDrawn="1"/>
          </p:nvSpPr>
          <p:spPr bwMode="gray">
            <a:xfrm>
              <a:off x="3727" y="3506"/>
              <a:ext cx="37" cy="54"/>
            </a:xfrm>
            <a:custGeom>
              <a:avLst/>
              <a:gdLst>
                <a:gd name="T0" fmla="*/ 0 w 41"/>
                <a:gd name="T1" fmla="*/ 38 h 59"/>
                <a:gd name="T2" fmla="*/ 3 w 41"/>
                <a:gd name="T3" fmla="*/ 38 h 59"/>
                <a:gd name="T4" fmla="*/ 17 w 41"/>
                <a:gd name="T5" fmla="*/ 49 h 59"/>
                <a:gd name="T6" fmla="*/ 26 w 41"/>
                <a:gd name="T7" fmla="*/ 41 h 59"/>
                <a:gd name="T8" fmla="*/ 0 w 41"/>
                <a:gd name="T9" fmla="*/ 13 h 59"/>
                <a:gd name="T10" fmla="*/ 17 w 41"/>
                <a:gd name="T11" fmla="*/ 0 h 59"/>
                <a:gd name="T12" fmla="*/ 30 w 41"/>
                <a:gd name="T13" fmla="*/ 2 h 59"/>
                <a:gd name="T14" fmla="*/ 32 w 41"/>
                <a:gd name="T15" fmla="*/ 1 h 59"/>
                <a:gd name="T16" fmla="*/ 32 w 41"/>
                <a:gd name="T17" fmla="*/ 1 h 59"/>
                <a:gd name="T18" fmla="*/ 34 w 41"/>
                <a:gd name="T19" fmla="*/ 15 h 59"/>
                <a:gd name="T20" fmla="*/ 32 w 41"/>
                <a:gd name="T21" fmla="*/ 15 h 59"/>
                <a:gd name="T22" fmla="*/ 26 w 41"/>
                <a:gd name="T23" fmla="*/ 6 h 59"/>
                <a:gd name="T24" fmla="*/ 18 w 41"/>
                <a:gd name="T25" fmla="*/ 4 h 59"/>
                <a:gd name="T26" fmla="*/ 10 w 41"/>
                <a:gd name="T27" fmla="*/ 9 h 59"/>
                <a:gd name="T28" fmla="*/ 32 w 41"/>
                <a:gd name="T29" fmla="*/ 27 h 59"/>
                <a:gd name="T30" fmla="*/ 37 w 41"/>
                <a:gd name="T31" fmla="*/ 38 h 59"/>
                <a:gd name="T32" fmla="*/ 20 w 41"/>
                <a:gd name="T33" fmla="*/ 54 h 59"/>
                <a:gd name="T34" fmla="*/ 5 w 41"/>
                <a:gd name="T35" fmla="*/ 51 h 59"/>
                <a:gd name="T36" fmla="*/ 5 w 41"/>
                <a:gd name="T37" fmla="*/ 52 h 59"/>
                <a:gd name="T38" fmla="*/ 2 w 41"/>
                <a:gd name="T39" fmla="*/ 52 h 59"/>
                <a:gd name="T40" fmla="*/ 0 w 41"/>
                <a:gd name="T41" fmla="*/ 38 h 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59">
                  <a:moveTo>
                    <a:pt x="0" y="41"/>
                  </a:moveTo>
                  <a:cubicBezTo>
                    <a:pt x="3" y="41"/>
                    <a:pt x="3" y="41"/>
                    <a:pt x="3" y="41"/>
                  </a:cubicBezTo>
                  <a:cubicBezTo>
                    <a:pt x="6" y="50"/>
                    <a:pt x="12" y="54"/>
                    <a:pt x="19" y="54"/>
                  </a:cubicBezTo>
                  <a:cubicBezTo>
                    <a:pt x="25" y="54"/>
                    <a:pt x="29" y="51"/>
                    <a:pt x="29" y="45"/>
                  </a:cubicBezTo>
                  <a:cubicBezTo>
                    <a:pt x="29" y="32"/>
                    <a:pt x="0" y="32"/>
                    <a:pt x="0" y="14"/>
                  </a:cubicBezTo>
                  <a:cubicBezTo>
                    <a:pt x="0" y="6"/>
                    <a:pt x="8" y="0"/>
                    <a:pt x="19" y="0"/>
                  </a:cubicBezTo>
                  <a:cubicBezTo>
                    <a:pt x="26" y="0"/>
                    <a:pt x="31" y="2"/>
                    <a:pt x="33" y="2"/>
                  </a:cubicBezTo>
                  <a:cubicBezTo>
                    <a:pt x="33" y="2"/>
                    <a:pt x="34" y="2"/>
                    <a:pt x="35" y="1"/>
                  </a:cubicBezTo>
                  <a:cubicBezTo>
                    <a:pt x="36" y="1"/>
                    <a:pt x="36" y="1"/>
                    <a:pt x="36" y="1"/>
                  </a:cubicBezTo>
                  <a:cubicBezTo>
                    <a:pt x="38" y="16"/>
                    <a:pt x="38" y="16"/>
                    <a:pt x="38" y="16"/>
                  </a:cubicBezTo>
                  <a:cubicBezTo>
                    <a:pt x="35" y="16"/>
                    <a:pt x="35" y="16"/>
                    <a:pt x="35" y="16"/>
                  </a:cubicBezTo>
                  <a:cubicBezTo>
                    <a:pt x="34" y="12"/>
                    <a:pt x="32" y="9"/>
                    <a:pt x="29" y="7"/>
                  </a:cubicBezTo>
                  <a:cubicBezTo>
                    <a:pt x="26" y="5"/>
                    <a:pt x="23" y="4"/>
                    <a:pt x="20" y="4"/>
                  </a:cubicBezTo>
                  <a:cubicBezTo>
                    <a:pt x="15" y="4"/>
                    <a:pt x="11" y="6"/>
                    <a:pt x="11" y="10"/>
                  </a:cubicBezTo>
                  <a:cubicBezTo>
                    <a:pt x="11" y="18"/>
                    <a:pt x="26" y="20"/>
                    <a:pt x="36" y="30"/>
                  </a:cubicBezTo>
                  <a:cubicBezTo>
                    <a:pt x="40" y="34"/>
                    <a:pt x="41" y="37"/>
                    <a:pt x="41" y="42"/>
                  </a:cubicBezTo>
                  <a:cubicBezTo>
                    <a:pt x="41" y="51"/>
                    <a:pt x="33" y="59"/>
                    <a:pt x="22" y="59"/>
                  </a:cubicBezTo>
                  <a:cubicBezTo>
                    <a:pt x="15" y="59"/>
                    <a:pt x="8" y="56"/>
                    <a:pt x="6" y="56"/>
                  </a:cubicBezTo>
                  <a:cubicBezTo>
                    <a:pt x="6" y="56"/>
                    <a:pt x="5" y="56"/>
                    <a:pt x="5" y="57"/>
                  </a:cubicBezTo>
                  <a:cubicBezTo>
                    <a:pt x="2" y="57"/>
                    <a:pt x="2" y="57"/>
                    <a:pt x="2" y="57"/>
                  </a:cubicBezTo>
                  <a:lnTo>
                    <a:pt x="0" y="41"/>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5" name="Freeform 42">
              <a:extLst>
                <a:ext uri="{FF2B5EF4-FFF2-40B4-BE49-F238E27FC236}">
                  <a16:creationId xmlns:a16="http://schemas.microsoft.com/office/drawing/2014/main" id="{8C460CD7-A0E6-4C7B-947C-915523B890C1}"/>
                </a:ext>
              </a:extLst>
            </p:cNvPr>
            <p:cNvSpPr>
              <a:spLocks/>
            </p:cNvSpPr>
            <p:nvPr userDrawn="1"/>
          </p:nvSpPr>
          <p:spPr bwMode="gray">
            <a:xfrm>
              <a:off x="2367" y="3129"/>
              <a:ext cx="0" cy="457"/>
            </a:xfrm>
            <a:custGeom>
              <a:avLst/>
              <a:gdLst>
                <a:gd name="T0" fmla="*/ 457 h 457"/>
                <a:gd name="T1" fmla="*/ 0 h 457"/>
                <a:gd name="T2" fmla="*/ 457 h 457"/>
                <a:gd name="T3" fmla="*/ 0 60000 65536"/>
                <a:gd name="T4" fmla="*/ 0 60000 65536"/>
                <a:gd name="T5" fmla="*/ 0 60000 65536"/>
              </a:gdLst>
              <a:ahLst/>
              <a:cxnLst>
                <a:cxn ang="T3">
                  <a:pos x="0" y="T0"/>
                </a:cxn>
                <a:cxn ang="T4">
                  <a:pos x="0" y="T1"/>
                </a:cxn>
                <a:cxn ang="T5">
                  <a:pos x="0" y="T2"/>
                </a:cxn>
              </a:cxnLst>
              <a:rect l="0" t="0" r="r" b="b"/>
              <a:pathLst>
                <a:path h="457">
                  <a:moveTo>
                    <a:pt x="0" y="457"/>
                  </a:moveTo>
                  <a:lnTo>
                    <a:pt x="0" y="0"/>
                  </a:lnTo>
                  <a:lnTo>
                    <a:pt x="0" y="457"/>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6" name="Freeform 44">
              <a:extLst>
                <a:ext uri="{FF2B5EF4-FFF2-40B4-BE49-F238E27FC236}">
                  <a16:creationId xmlns:a16="http://schemas.microsoft.com/office/drawing/2014/main" id="{D1BA6AC7-4E64-48D9-8F4E-7A0686C1074D}"/>
                </a:ext>
              </a:extLst>
            </p:cNvPr>
            <p:cNvSpPr>
              <a:spLocks/>
            </p:cNvSpPr>
            <p:nvPr userDrawn="1"/>
          </p:nvSpPr>
          <p:spPr bwMode="gray">
            <a:xfrm>
              <a:off x="2019" y="3217"/>
              <a:ext cx="216" cy="36"/>
            </a:xfrm>
            <a:custGeom>
              <a:avLst/>
              <a:gdLst>
                <a:gd name="T0" fmla="*/ 116 w 237"/>
                <a:gd name="T1" fmla="*/ 12 h 39"/>
                <a:gd name="T2" fmla="*/ 117 w 237"/>
                <a:gd name="T3" fmla="*/ 13 h 39"/>
                <a:gd name="T4" fmla="*/ 191 w 237"/>
                <a:gd name="T5" fmla="*/ 36 h 39"/>
                <a:gd name="T6" fmla="*/ 210 w 237"/>
                <a:gd name="T7" fmla="*/ 35 h 39"/>
                <a:gd name="T8" fmla="*/ 215 w 237"/>
                <a:gd name="T9" fmla="*/ 23 h 39"/>
                <a:gd name="T10" fmla="*/ 215 w 237"/>
                <a:gd name="T11" fmla="*/ 20 h 39"/>
                <a:gd name="T12" fmla="*/ 108 w 237"/>
                <a:gd name="T13" fmla="*/ 0 h 39"/>
                <a:gd name="T14" fmla="*/ 2 w 237"/>
                <a:gd name="T15" fmla="*/ 18 h 39"/>
                <a:gd name="T16" fmla="*/ 0 w 237"/>
                <a:gd name="T17" fmla="*/ 21 h 39"/>
                <a:gd name="T18" fmla="*/ 1 w 237"/>
                <a:gd name="T19" fmla="*/ 24 h 39"/>
                <a:gd name="T20" fmla="*/ 3 w 237"/>
                <a:gd name="T21" fmla="*/ 28 h 39"/>
                <a:gd name="T22" fmla="*/ 5 w 237"/>
                <a:gd name="T23" fmla="*/ 28 h 39"/>
                <a:gd name="T24" fmla="*/ 6 w 237"/>
                <a:gd name="T25" fmla="*/ 27 h 39"/>
                <a:gd name="T26" fmla="*/ 6 w 237"/>
                <a:gd name="T27" fmla="*/ 25 h 39"/>
                <a:gd name="T28" fmla="*/ 6 w 237"/>
                <a:gd name="T29" fmla="*/ 22 h 39"/>
                <a:gd name="T30" fmla="*/ 10 w 237"/>
                <a:gd name="T31" fmla="*/ 20 h 39"/>
                <a:gd name="T32" fmla="*/ 12 w 237"/>
                <a:gd name="T33" fmla="*/ 22 h 39"/>
                <a:gd name="T34" fmla="*/ 14 w 237"/>
                <a:gd name="T35" fmla="*/ 24 h 39"/>
                <a:gd name="T36" fmla="*/ 25 w 237"/>
                <a:gd name="T37" fmla="*/ 21 h 39"/>
                <a:gd name="T38" fmla="*/ 27 w 237"/>
                <a:gd name="T39" fmla="*/ 20 h 39"/>
                <a:gd name="T40" fmla="*/ 27 w 237"/>
                <a:gd name="T41" fmla="*/ 18 h 39"/>
                <a:gd name="T42" fmla="*/ 29 w 237"/>
                <a:gd name="T43" fmla="*/ 15 h 39"/>
                <a:gd name="T44" fmla="*/ 34 w 237"/>
                <a:gd name="T45" fmla="*/ 13 h 39"/>
                <a:gd name="T46" fmla="*/ 37 w 237"/>
                <a:gd name="T47" fmla="*/ 16 h 39"/>
                <a:gd name="T48" fmla="*/ 37 w 237"/>
                <a:gd name="T49" fmla="*/ 18 h 39"/>
                <a:gd name="T50" fmla="*/ 55 w 237"/>
                <a:gd name="T51" fmla="*/ 16 h 39"/>
                <a:gd name="T52" fmla="*/ 57 w 237"/>
                <a:gd name="T53" fmla="*/ 15 h 39"/>
                <a:gd name="T54" fmla="*/ 58 w 237"/>
                <a:gd name="T55" fmla="*/ 12 h 39"/>
                <a:gd name="T56" fmla="*/ 60 w 237"/>
                <a:gd name="T57" fmla="*/ 9 h 39"/>
                <a:gd name="T58" fmla="*/ 67 w 237"/>
                <a:gd name="T59" fmla="*/ 8 h 39"/>
                <a:gd name="T60" fmla="*/ 72 w 237"/>
                <a:gd name="T61" fmla="*/ 11 h 39"/>
                <a:gd name="T62" fmla="*/ 72 w 237"/>
                <a:gd name="T63" fmla="*/ 14 h 39"/>
                <a:gd name="T64" fmla="*/ 74 w 237"/>
                <a:gd name="T65" fmla="*/ 14 h 39"/>
                <a:gd name="T66" fmla="*/ 97 w 237"/>
                <a:gd name="T67" fmla="*/ 13 h 39"/>
                <a:gd name="T68" fmla="*/ 98 w 237"/>
                <a:gd name="T69" fmla="*/ 12 h 39"/>
                <a:gd name="T70" fmla="*/ 99 w 237"/>
                <a:gd name="T71" fmla="*/ 11 h 39"/>
                <a:gd name="T72" fmla="*/ 99 w 237"/>
                <a:gd name="T73" fmla="*/ 7 h 39"/>
                <a:gd name="T74" fmla="*/ 103 w 237"/>
                <a:gd name="T75" fmla="*/ 7 h 39"/>
                <a:gd name="T76" fmla="*/ 110 w 237"/>
                <a:gd name="T77" fmla="*/ 7 h 39"/>
                <a:gd name="T78" fmla="*/ 115 w 237"/>
                <a:gd name="T79" fmla="*/ 7 h 39"/>
                <a:gd name="T80" fmla="*/ 115 w 237"/>
                <a:gd name="T81" fmla="*/ 11 h 39"/>
                <a:gd name="T82" fmla="*/ 116 w 237"/>
                <a:gd name="T83" fmla="*/ 12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37" h="39">
                  <a:moveTo>
                    <a:pt x="127" y="13"/>
                  </a:moveTo>
                  <a:cubicBezTo>
                    <a:pt x="127" y="14"/>
                    <a:pt x="128" y="14"/>
                    <a:pt x="128" y="14"/>
                  </a:cubicBezTo>
                  <a:cubicBezTo>
                    <a:pt x="178" y="12"/>
                    <a:pt x="207" y="31"/>
                    <a:pt x="210" y="39"/>
                  </a:cubicBezTo>
                  <a:cubicBezTo>
                    <a:pt x="230" y="38"/>
                    <a:pt x="230" y="38"/>
                    <a:pt x="230" y="38"/>
                  </a:cubicBezTo>
                  <a:cubicBezTo>
                    <a:pt x="236" y="25"/>
                    <a:pt x="236" y="25"/>
                    <a:pt x="236" y="25"/>
                  </a:cubicBezTo>
                  <a:cubicBezTo>
                    <a:pt x="237" y="24"/>
                    <a:pt x="236" y="22"/>
                    <a:pt x="236" y="22"/>
                  </a:cubicBezTo>
                  <a:cubicBezTo>
                    <a:pt x="230" y="15"/>
                    <a:pt x="179" y="0"/>
                    <a:pt x="118" y="0"/>
                  </a:cubicBezTo>
                  <a:cubicBezTo>
                    <a:pt x="52" y="0"/>
                    <a:pt x="11" y="13"/>
                    <a:pt x="2" y="20"/>
                  </a:cubicBezTo>
                  <a:cubicBezTo>
                    <a:pt x="2" y="20"/>
                    <a:pt x="0" y="21"/>
                    <a:pt x="0" y="23"/>
                  </a:cubicBezTo>
                  <a:cubicBezTo>
                    <a:pt x="0" y="24"/>
                    <a:pt x="1" y="26"/>
                    <a:pt x="1" y="26"/>
                  </a:cubicBezTo>
                  <a:cubicBezTo>
                    <a:pt x="3" y="30"/>
                    <a:pt x="3" y="30"/>
                    <a:pt x="3" y="30"/>
                  </a:cubicBezTo>
                  <a:cubicBezTo>
                    <a:pt x="4" y="31"/>
                    <a:pt x="4" y="31"/>
                    <a:pt x="6" y="30"/>
                  </a:cubicBezTo>
                  <a:cubicBezTo>
                    <a:pt x="6" y="30"/>
                    <a:pt x="7" y="30"/>
                    <a:pt x="7" y="29"/>
                  </a:cubicBezTo>
                  <a:cubicBezTo>
                    <a:pt x="7" y="28"/>
                    <a:pt x="7" y="27"/>
                    <a:pt x="7" y="27"/>
                  </a:cubicBezTo>
                  <a:cubicBezTo>
                    <a:pt x="5" y="24"/>
                    <a:pt x="7" y="24"/>
                    <a:pt x="7" y="24"/>
                  </a:cubicBezTo>
                  <a:cubicBezTo>
                    <a:pt x="11" y="22"/>
                    <a:pt x="11" y="22"/>
                    <a:pt x="11" y="22"/>
                  </a:cubicBezTo>
                  <a:cubicBezTo>
                    <a:pt x="13" y="22"/>
                    <a:pt x="13" y="23"/>
                    <a:pt x="13" y="24"/>
                  </a:cubicBezTo>
                  <a:cubicBezTo>
                    <a:pt x="13" y="24"/>
                    <a:pt x="14" y="26"/>
                    <a:pt x="15" y="26"/>
                  </a:cubicBezTo>
                  <a:cubicBezTo>
                    <a:pt x="16" y="27"/>
                    <a:pt x="19" y="25"/>
                    <a:pt x="27" y="23"/>
                  </a:cubicBezTo>
                  <a:cubicBezTo>
                    <a:pt x="28" y="23"/>
                    <a:pt x="28" y="23"/>
                    <a:pt x="30" y="22"/>
                  </a:cubicBezTo>
                  <a:cubicBezTo>
                    <a:pt x="30" y="22"/>
                    <a:pt x="30" y="19"/>
                    <a:pt x="30" y="19"/>
                  </a:cubicBezTo>
                  <a:cubicBezTo>
                    <a:pt x="29" y="18"/>
                    <a:pt x="29" y="16"/>
                    <a:pt x="32" y="16"/>
                  </a:cubicBezTo>
                  <a:cubicBezTo>
                    <a:pt x="37" y="14"/>
                    <a:pt x="37" y="14"/>
                    <a:pt x="37" y="14"/>
                  </a:cubicBezTo>
                  <a:cubicBezTo>
                    <a:pt x="40" y="14"/>
                    <a:pt x="40" y="15"/>
                    <a:pt x="41" y="17"/>
                  </a:cubicBezTo>
                  <a:cubicBezTo>
                    <a:pt x="41" y="17"/>
                    <a:pt x="41" y="19"/>
                    <a:pt x="41" y="20"/>
                  </a:cubicBezTo>
                  <a:cubicBezTo>
                    <a:pt x="42" y="21"/>
                    <a:pt x="43" y="19"/>
                    <a:pt x="60" y="17"/>
                  </a:cubicBezTo>
                  <a:cubicBezTo>
                    <a:pt x="60" y="17"/>
                    <a:pt x="63" y="17"/>
                    <a:pt x="63" y="16"/>
                  </a:cubicBezTo>
                  <a:cubicBezTo>
                    <a:pt x="64" y="15"/>
                    <a:pt x="64" y="13"/>
                    <a:pt x="64" y="13"/>
                  </a:cubicBezTo>
                  <a:cubicBezTo>
                    <a:pt x="63" y="11"/>
                    <a:pt x="62" y="10"/>
                    <a:pt x="66" y="10"/>
                  </a:cubicBezTo>
                  <a:cubicBezTo>
                    <a:pt x="74" y="9"/>
                    <a:pt x="74" y="9"/>
                    <a:pt x="74" y="9"/>
                  </a:cubicBezTo>
                  <a:cubicBezTo>
                    <a:pt x="79" y="8"/>
                    <a:pt x="78" y="10"/>
                    <a:pt x="79" y="12"/>
                  </a:cubicBezTo>
                  <a:cubicBezTo>
                    <a:pt x="79" y="12"/>
                    <a:pt x="79" y="14"/>
                    <a:pt x="79" y="15"/>
                  </a:cubicBezTo>
                  <a:cubicBezTo>
                    <a:pt x="80" y="15"/>
                    <a:pt x="81" y="15"/>
                    <a:pt x="81" y="15"/>
                  </a:cubicBezTo>
                  <a:cubicBezTo>
                    <a:pt x="91" y="14"/>
                    <a:pt x="96" y="14"/>
                    <a:pt x="106" y="14"/>
                  </a:cubicBezTo>
                  <a:cubicBezTo>
                    <a:pt x="106" y="14"/>
                    <a:pt x="108" y="14"/>
                    <a:pt x="108" y="13"/>
                  </a:cubicBezTo>
                  <a:cubicBezTo>
                    <a:pt x="109" y="12"/>
                    <a:pt x="109" y="12"/>
                    <a:pt x="109" y="12"/>
                  </a:cubicBezTo>
                  <a:cubicBezTo>
                    <a:pt x="109" y="11"/>
                    <a:pt x="109" y="9"/>
                    <a:pt x="109" y="8"/>
                  </a:cubicBezTo>
                  <a:cubicBezTo>
                    <a:pt x="110" y="7"/>
                    <a:pt x="111" y="8"/>
                    <a:pt x="113" y="8"/>
                  </a:cubicBezTo>
                  <a:cubicBezTo>
                    <a:pt x="121" y="8"/>
                    <a:pt x="121" y="8"/>
                    <a:pt x="121" y="8"/>
                  </a:cubicBezTo>
                  <a:cubicBezTo>
                    <a:pt x="123" y="8"/>
                    <a:pt x="125" y="7"/>
                    <a:pt x="126" y="8"/>
                  </a:cubicBezTo>
                  <a:cubicBezTo>
                    <a:pt x="127" y="9"/>
                    <a:pt x="126" y="12"/>
                    <a:pt x="126" y="12"/>
                  </a:cubicBezTo>
                  <a:cubicBezTo>
                    <a:pt x="126" y="12"/>
                    <a:pt x="126" y="13"/>
                    <a:pt x="127" y="13"/>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7" name="Freeform 45">
              <a:extLst>
                <a:ext uri="{FF2B5EF4-FFF2-40B4-BE49-F238E27FC236}">
                  <a16:creationId xmlns:a16="http://schemas.microsoft.com/office/drawing/2014/main" id="{C34A674B-DA4F-423B-9041-191820D2D8C1}"/>
                </a:ext>
              </a:extLst>
            </p:cNvPr>
            <p:cNvSpPr>
              <a:spLocks/>
            </p:cNvSpPr>
            <p:nvPr userDrawn="1"/>
          </p:nvSpPr>
          <p:spPr bwMode="gray">
            <a:xfrm>
              <a:off x="2003" y="3154"/>
              <a:ext cx="247" cy="83"/>
            </a:xfrm>
            <a:custGeom>
              <a:avLst/>
              <a:gdLst>
                <a:gd name="T0" fmla="*/ 123 w 271"/>
                <a:gd name="T1" fmla="*/ 0 h 91"/>
                <a:gd name="T2" fmla="*/ 33 w 271"/>
                <a:gd name="T3" fmla="*/ 32 h 91"/>
                <a:gd name="T4" fmla="*/ 32 w 271"/>
                <a:gd name="T5" fmla="*/ 33 h 91"/>
                <a:gd name="T6" fmla="*/ 34 w 271"/>
                <a:gd name="T7" fmla="*/ 35 h 91"/>
                <a:gd name="T8" fmla="*/ 128 w 271"/>
                <a:gd name="T9" fmla="*/ 44 h 91"/>
                <a:gd name="T10" fmla="*/ 128 w 271"/>
                <a:gd name="T11" fmla="*/ 45 h 91"/>
                <a:gd name="T12" fmla="*/ 77 w 271"/>
                <a:gd name="T13" fmla="*/ 47 h 91"/>
                <a:gd name="T14" fmla="*/ 42 w 271"/>
                <a:gd name="T15" fmla="*/ 54 h 91"/>
                <a:gd name="T16" fmla="*/ 6 w 271"/>
                <a:gd name="T17" fmla="*/ 68 h 91"/>
                <a:gd name="T18" fmla="*/ 3 w 271"/>
                <a:gd name="T19" fmla="*/ 71 h 91"/>
                <a:gd name="T20" fmla="*/ 2 w 271"/>
                <a:gd name="T21" fmla="*/ 75 h 91"/>
                <a:gd name="T22" fmla="*/ 1 w 271"/>
                <a:gd name="T23" fmla="*/ 80 h 91"/>
                <a:gd name="T24" fmla="*/ 3 w 271"/>
                <a:gd name="T25" fmla="*/ 80 h 91"/>
                <a:gd name="T26" fmla="*/ 19 w 271"/>
                <a:gd name="T27" fmla="*/ 70 h 91"/>
                <a:gd name="T28" fmla="*/ 56 w 271"/>
                <a:gd name="T29" fmla="*/ 59 h 91"/>
                <a:gd name="T30" fmla="*/ 121 w 271"/>
                <a:gd name="T31" fmla="*/ 53 h 91"/>
                <a:gd name="T32" fmla="*/ 190 w 271"/>
                <a:gd name="T33" fmla="*/ 59 h 91"/>
                <a:gd name="T34" fmla="*/ 234 w 271"/>
                <a:gd name="T35" fmla="*/ 73 h 91"/>
                <a:gd name="T36" fmla="*/ 244 w 271"/>
                <a:gd name="T37" fmla="*/ 80 h 91"/>
                <a:gd name="T38" fmla="*/ 247 w 271"/>
                <a:gd name="T39" fmla="*/ 80 h 91"/>
                <a:gd name="T40" fmla="*/ 242 w 271"/>
                <a:gd name="T41" fmla="*/ 69 h 91"/>
                <a:gd name="T42" fmla="*/ 123 w 271"/>
                <a:gd name="T43" fmla="*/ 0 h 9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71" h="91">
                  <a:moveTo>
                    <a:pt x="135" y="0"/>
                  </a:moveTo>
                  <a:cubicBezTo>
                    <a:pt x="86" y="0"/>
                    <a:pt x="55" y="16"/>
                    <a:pt x="36" y="35"/>
                  </a:cubicBezTo>
                  <a:cubicBezTo>
                    <a:pt x="36" y="35"/>
                    <a:pt x="36" y="35"/>
                    <a:pt x="35" y="36"/>
                  </a:cubicBezTo>
                  <a:cubicBezTo>
                    <a:pt x="35" y="37"/>
                    <a:pt x="35" y="38"/>
                    <a:pt x="37" y="38"/>
                  </a:cubicBezTo>
                  <a:cubicBezTo>
                    <a:pt x="79" y="20"/>
                    <a:pt x="126" y="31"/>
                    <a:pt x="140" y="48"/>
                  </a:cubicBezTo>
                  <a:cubicBezTo>
                    <a:pt x="141" y="48"/>
                    <a:pt x="140" y="49"/>
                    <a:pt x="140" y="49"/>
                  </a:cubicBezTo>
                  <a:cubicBezTo>
                    <a:pt x="125" y="49"/>
                    <a:pt x="112" y="48"/>
                    <a:pt x="85" y="52"/>
                  </a:cubicBezTo>
                  <a:cubicBezTo>
                    <a:pt x="70" y="54"/>
                    <a:pt x="57" y="56"/>
                    <a:pt x="46" y="59"/>
                  </a:cubicBezTo>
                  <a:cubicBezTo>
                    <a:pt x="27" y="64"/>
                    <a:pt x="14" y="70"/>
                    <a:pt x="7" y="75"/>
                  </a:cubicBezTo>
                  <a:cubicBezTo>
                    <a:pt x="4" y="76"/>
                    <a:pt x="4" y="77"/>
                    <a:pt x="3" y="78"/>
                  </a:cubicBezTo>
                  <a:cubicBezTo>
                    <a:pt x="3" y="81"/>
                    <a:pt x="3" y="81"/>
                    <a:pt x="2" y="82"/>
                  </a:cubicBezTo>
                  <a:cubicBezTo>
                    <a:pt x="1" y="85"/>
                    <a:pt x="1" y="87"/>
                    <a:pt x="1" y="88"/>
                  </a:cubicBezTo>
                  <a:cubicBezTo>
                    <a:pt x="0" y="90"/>
                    <a:pt x="2" y="90"/>
                    <a:pt x="3" y="88"/>
                  </a:cubicBezTo>
                  <a:cubicBezTo>
                    <a:pt x="6" y="86"/>
                    <a:pt x="12" y="81"/>
                    <a:pt x="21" y="77"/>
                  </a:cubicBezTo>
                  <a:cubicBezTo>
                    <a:pt x="30" y="73"/>
                    <a:pt x="45" y="68"/>
                    <a:pt x="61" y="65"/>
                  </a:cubicBezTo>
                  <a:cubicBezTo>
                    <a:pt x="83" y="61"/>
                    <a:pt x="109" y="58"/>
                    <a:pt x="133" y="58"/>
                  </a:cubicBezTo>
                  <a:cubicBezTo>
                    <a:pt x="161" y="58"/>
                    <a:pt x="186" y="61"/>
                    <a:pt x="208" y="65"/>
                  </a:cubicBezTo>
                  <a:cubicBezTo>
                    <a:pt x="229" y="69"/>
                    <a:pt x="246" y="75"/>
                    <a:pt x="257" y="80"/>
                  </a:cubicBezTo>
                  <a:cubicBezTo>
                    <a:pt x="262" y="83"/>
                    <a:pt x="265" y="85"/>
                    <a:pt x="268" y="88"/>
                  </a:cubicBezTo>
                  <a:cubicBezTo>
                    <a:pt x="271" y="91"/>
                    <a:pt x="271" y="88"/>
                    <a:pt x="271" y="88"/>
                  </a:cubicBezTo>
                  <a:cubicBezTo>
                    <a:pt x="271" y="88"/>
                    <a:pt x="270" y="84"/>
                    <a:pt x="266" y="76"/>
                  </a:cubicBezTo>
                  <a:cubicBezTo>
                    <a:pt x="252" y="50"/>
                    <a:pt x="215" y="0"/>
                    <a:pt x="135" y="0"/>
                  </a:cubicBezTo>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8" name="Freeform 46">
              <a:extLst>
                <a:ext uri="{FF2B5EF4-FFF2-40B4-BE49-F238E27FC236}">
                  <a16:creationId xmlns:a16="http://schemas.microsoft.com/office/drawing/2014/main" id="{3EDAAE3E-6489-48C9-A057-4394D5A62D73}"/>
                </a:ext>
              </a:extLst>
            </p:cNvPr>
            <p:cNvSpPr>
              <a:spLocks/>
            </p:cNvSpPr>
            <p:nvPr userDrawn="1"/>
          </p:nvSpPr>
          <p:spPr bwMode="gray">
            <a:xfrm>
              <a:off x="1996" y="3426"/>
              <a:ext cx="266" cy="61"/>
            </a:xfrm>
            <a:custGeom>
              <a:avLst/>
              <a:gdLst>
                <a:gd name="T0" fmla="*/ 0 w 292"/>
                <a:gd name="T1" fmla="*/ 29 h 67"/>
                <a:gd name="T2" fmla="*/ 133 w 292"/>
                <a:gd name="T3" fmla="*/ 61 h 67"/>
                <a:gd name="T4" fmla="*/ 266 w 292"/>
                <a:gd name="T5" fmla="*/ 29 h 67"/>
                <a:gd name="T6" fmla="*/ 266 w 292"/>
                <a:gd name="T7" fmla="*/ 14 h 67"/>
                <a:gd name="T8" fmla="*/ 266 w 292"/>
                <a:gd name="T9" fmla="*/ 13 h 67"/>
                <a:gd name="T10" fmla="*/ 247 w 292"/>
                <a:gd name="T11" fmla="*/ 9 h 67"/>
                <a:gd name="T12" fmla="*/ 246 w 292"/>
                <a:gd name="T13" fmla="*/ 0 h 67"/>
                <a:gd name="T14" fmla="*/ 241 w 292"/>
                <a:gd name="T15" fmla="*/ 4 h 67"/>
                <a:gd name="T16" fmla="*/ 131 w 292"/>
                <a:gd name="T17" fmla="*/ 21 h 67"/>
                <a:gd name="T18" fmla="*/ 16 w 292"/>
                <a:gd name="T19" fmla="*/ 0 h 67"/>
                <a:gd name="T20" fmla="*/ 16 w 292"/>
                <a:gd name="T21" fmla="*/ 14 h 67"/>
                <a:gd name="T22" fmla="*/ 167 w 292"/>
                <a:gd name="T23" fmla="*/ 36 h 67"/>
                <a:gd name="T24" fmla="*/ 171 w 292"/>
                <a:gd name="T25" fmla="*/ 36 h 67"/>
                <a:gd name="T26" fmla="*/ 170 w 292"/>
                <a:gd name="T27" fmla="*/ 38 h 67"/>
                <a:gd name="T28" fmla="*/ 0 w 292"/>
                <a:gd name="T29" fmla="*/ 18 h 67"/>
                <a:gd name="T30" fmla="*/ 0 w 292"/>
                <a:gd name="T31" fmla="*/ 29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2" h="67">
                  <a:moveTo>
                    <a:pt x="0" y="32"/>
                  </a:moveTo>
                  <a:cubicBezTo>
                    <a:pt x="0" y="44"/>
                    <a:pt x="47" y="67"/>
                    <a:pt x="146" y="67"/>
                  </a:cubicBezTo>
                  <a:cubicBezTo>
                    <a:pt x="242" y="67"/>
                    <a:pt x="292" y="44"/>
                    <a:pt x="292" y="32"/>
                  </a:cubicBezTo>
                  <a:cubicBezTo>
                    <a:pt x="292" y="15"/>
                    <a:pt x="292" y="15"/>
                    <a:pt x="292" y="15"/>
                  </a:cubicBezTo>
                  <a:cubicBezTo>
                    <a:pt x="292" y="15"/>
                    <a:pt x="292" y="14"/>
                    <a:pt x="292" y="14"/>
                  </a:cubicBezTo>
                  <a:cubicBezTo>
                    <a:pt x="291" y="11"/>
                    <a:pt x="286" y="10"/>
                    <a:pt x="271" y="10"/>
                  </a:cubicBezTo>
                  <a:cubicBezTo>
                    <a:pt x="270" y="0"/>
                    <a:pt x="270" y="0"/>
                    <a:pt x="270" y="0"/>
                  </a:cubicBezTo>
                  <a:cubicBezTo>
                    <a:pt x="270" y="1"/>
                    <a:pt x="267" y="3"/>
                    <a:pt x="265" y="4"/>
                  </a:cubicBezTo>
                  <a:cubicBezTo>
                    <a:pt x="253" y="12"/>
                    <a:pt x="204" y="23"/>
                    <a:pt x="144" y="23"/>
                  </a:cubicBezTo>
                  <a:cubicBezTo>
                    <a:pt x="74" y="23"/>
                    <a:pt x="26" y="8"/>
                    <a:pt x="18" y="0"/>
                  </a:cubicBezTo>
                  <a:cubicBezTo>
                    <a:pt x="18" y="15"/>
                    <a:pt x="18" y="15"/>
                    <a:pt x="18" y="15"/>
                  </a:cubicBezTo>
                  <a:cubicBezTo>
                    <a:pt x="41" y="32"/>
                    <a:pt x="111" y="46"/>
                    <a:pt x="183" y="39"/>
                  </a:cubicBezTo>
                  <a:cubicBezTo>
                    <a:pt x="185" y="39"/>
                    <a:pt x="186" y="38"/>
                    <a:pt x="188" y="39"/>
                  </a:cubicBezTo>
                  <a:cubicBezTo>
                    <a:pt x="188" y="39"/>
                    <a:pt x="190" y="41"/>
                    <a:pt x="187" y="42"/>
                  </a:cubicBezTo>
                  <a:cubicBezTo>
                    <a:pt x="145" y="56"/>
                    <a:pt x="43" y="53"/>
                    <a:pt x="0" y="20"/>
                  </a:cubicBezTo>
                  <a:cubicBezTo>
                    <a:pt x="0" y="32"/>
                    <a:pt x="0" y="32"/>
                    <a:pt x="0" y="32"/>
                  </a:cubicBezTo>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9" name="Freeform 47">
              <a:extLst>
                <a:ext uri="{FF2B5EF4-FFF2-40B4-BE49-F238E27FC236}">
                  <a16:creationId xmlns:a16="http://schemas.microsoft.com/office/drawing/2014/main" id="{2025CE3E-B2FB-4923-AD51-72CA0612760C}"/>
                </a:ext>
              </a:extLst>
            </p:cNvPr>
            <p:cNvSpPr>
              <a:spLocks/>
            </p:cNvSpPr>
            <p:nvPr userDrawn="1"/>
          </p:nvSpPr>
          <p:spPr bwMode="gray">
            <a:xfrm>
              <a:off x="2182" y="3248"/>
              <a:ext cx="1" cy="0"/>
            </a:xfrm>
            <a:custGeom>
              <a:avLst/>
              <a:gdLst>
                <a:gd name="T0" fmla="*/ 0 w 1"/>
                <a:gd name="T1" fmla="*/ 1 w 1"/>
                <a:gd name="T2" fmla="*/ 0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1" y="0"/>
                    <a:pt x="1" y="0"/>
                    <a:pt x="1" y="0"/>
                  </a:cubicBezTo>
                  <a:cubicBezTo>
                    <a:pt x="0" y="0"/>
                    <a:pt x="0" y="0"/>
                    <a:pt x="0" y="0"/>
                  </a:cubicBezTo>
                  <a:cubicBezTo>
                    <a:pt x="0" y="0"/>
                    <a:pt x="0" y="0"/>
                    <a:pt x="0"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0" name="Freeform 48">
              <a:extLst>
                <a:ext uri="{FF2B5EF4-FFF2-40B4-BE49-F238E27FC236}">
                  <a16:creationId xmlns:a16="http://schemas.microsoft.com/office/drawing/2014/main" id="{5BFD7B66-8EA7-4041-A6E7-01A26B29787C}"/>
                </a:ext>
              </a:extLst>
            </p:cNvPr>
            <p:cNvSpPr>
              <a:spLocks/>
            </p:cNvSpPr>
            <p:nvPr userDrawn="1"/>
          </p:nvSpPr>
          <p:spPr bwMode="gray">
            <a:xfrm>
              <a:off x="2181" y="3249"/>
              <a:ext cx="0" cy="3"/>
            </a:xfrm>
            <a:custGeom>
              <a:avLst/>
              <a:gdLst>
                <a:gd name="T0" fmla="*/ 3 h 3"/>
                <a:gd name="T1" fmla="*/ 3 h 3"/>
                <a:gd name="T2" fmla="*/ 0 h 3"/>
                <a:gd name="T3" fmla="*/ 0 h 3"/>
                <a:gd name="T4" fmla="*/ 0 h 3"/>
                <a:gd name="T5" fmla="*/ 0 h 3"/>
                <a:gd name="T6" fmla="*/ 3 h 3"/>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3">
                  <a:moveTo>
                    <a:pt x="0" y="3"/>
                  </a:moveTo>
                  <a:cubicBezTo>
                    <a:pt x="0" y="3"/>
                    <a:pt x="0" y="3"/>
                    <a:pt x="0" y="3"/>
                  </a:cubicBezTo>
                  <a:cubicBezTo>
                    <a:pt x="0" y="0"/>
                    <a:pt x="0" y="0"/>
                    <a:pt x="0" y="0"/>
                  </a:cubicBezTo>
                  <a:cubicBezTo>
                    <a:pt x="0" y="0"/>
                    <a:pt x="0" y="0"/>
                    <a:pt x="0" y="0"/>
                  </a:cubicBezTo>
                  <a:cubicBezTo>
                    <a:pt x="0" y="0"/>
                    <a:pt x="0" y="0"/>
                    <a:pt x="0" y="0"/>
                  </a:cubicBezTo>
                  <a:cubicBezTo>
                    <a:pt x="0" y="0"/>
                    <a:pt x="0" y="0"/>
                    <a:pt x="0" y="0"/>
                  </a:cubicBezTo>
                  <a:lnTo>
                    <a:pt x="0" y="3"/>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1" name="Rectangle 49">
              <a:extLst>
                <a:ext uri="{FF2B5EF4-FFF2-40B4-BE49-F238E27FC236}">
                  <a16:creationId xmlns:a16="http://schemas.microsoft.com/office/drawing/2014/main" id="{F3745ED3-0D3C-4215-988F-721AB566434A}"/>
                </a:ext>
              </a:extLst>
            </p:cNvPr>
            <p:cNvSpPr>
              <a:spLocks noChangeArrowheads="1"/>
            </p:cNvSpPr>
            <p:nvPr userDrawn="1"/>
          </p:nvSpPr>
          <p:spPr bwMode="gray">
            <a:xfrm>
              <a:off x="2181" y="3249"/>
              <a:ext cx="1" cy="3"/>
            </a:xfrm>
            <a:prstGeom prst="rect">
              <a:avLst/>
            </a:prstGeom>
            <a:solidFill>
              <a:srgbClr val="66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92" name="Freeform 50">
              <a:extLst>
                <a:ext uri="{FF2B5EF4-FFF2-40B4-BE49-F238E27FC236}">
                  <a16:creationId xmlns:a16="http://schemas.microsoft.com/office/drawing/2014/main" id="{209B0278-AEEF-4436-982B-852EBB4C5B94}"/>
                </a:ext>
              </a:extLst>
            </p:cNvPr>
            <p:cNvSpPr>
              <a:spLocks/>
            </p:cNvSpPr>
            <p:nvPr userDrawn="1"/>
          </p:nvSpPr>
          <p:spPr bwMode="gray">
            <a:xfrm>
              <a:off x="2156" y="3247"/>
              <a:ext cx="1" cy="0"/>
            </a:xfrm>
            <a:custGeom>
              <a:avLst/>
              <a:gdLst>
                <a:gd name="T0" fmla="*/ 1 w 1"/>
                <a:gd name="T1" fmla="*/ 1 w 1"/>
                <a:gd name="T2" fmla="*/ 0 w 1"/>
                <a:gd name="T3" fmla="*/ 1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1" y="0"/>
                  </a:moveTo>
                  <a:cubicBezTo>
                    <a:pt x="1" y="0"/>
                    <a:pt x="1" y="0"/>
                    <a:pt x="1" y="0"/>
                  </a:cubicBezTo>
                  <a:cubicBezTo>
                    <a:pt x="0" y="0"/>
                    <a:pt x="0" y="0"/>
                    <a:pt x="0" y="0"/>
                  </a:cubicBezTo>
                  <a:cubicBezTo>
                    <a:pt x="0" y="0"/>
                    <a:pt x="1" y="0"/>
                    <a:pt x="1"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3" name="Rectangle 51">
              <a:extLst>
                <a:ext uri="{FF2B5EF4-FFF2-40B4-BE49-F238E27FC236}">
                  <a16:creationId xmlns:a16="http://schemas.microsoft.com/office/drawing/2014/main" id="{7E8C93BF-E1CC-4F2C-B710-35C416B31CA9}"/>
                </a:ext>
              </a:extLst>
            </p:cNvPr>
            <p:cNvSpPr>
              <a:spLocks noChangeArrowheads="1"/>
            </p:cNvSpPr>
            <p:nvPr userDrawn="1"/>
          </p:nvSpPr>
          <p:spPr bwMode="gray">
            <a:xfrm>
              <a:off x="2181" y="3252"/>
              <a:ext cx="1" cy="1"/>
            </a:xfrm>
            <a:prstGeom prst="rect">
              <a:avLst/>
            </a:prstGeom>
            <a:solidFill>
              <a:srgbClr val="66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94" name="Freeform 52">
              <a:extLst>
                <a:ext uri="{FF2B5EF4-FFF2-40B4-BE49-F238E27FC236}">
                  <a16:creationId xmlns:a16="http://schemas.microsoft.com/office/drawing/2014/main" id="{23EC2B78-71A2-4D14-A720-0C762FA1C4E6}"/>
                </a:ext>
              </a:extLst>
            </p:cNvPr>
            <p:cNvSpPr>
              <a:spLocks/>
            </p:cNvSpPr>
            <p:nvPr userDrawn="1"/>
          </p:nvSpPr>
          <p:spPr bwMode="gray">
            <a:xfrm>
              <a:off x="2156" y="3242"/>
              <a:ext cx="28" cy="193"/>
            </a:xfrm>
            <a:custGeom>
              <a:avLst/>
              <a:gdLst>
                <a:gd name="T0" fmla="*/ 26 w 30"/>
                <a:gd name="T1" fmla="*/ 0 h 212"/>
                <a:gd name="T2" fmla="*/ 1 w 30"/>
                <a:gd name="T3" fmla="*/ 0 h 212"/>
                <a:gd name="T4" fmla="*/ 0 w 30"/>
                <a:gd name="T5" fmla="*/ 2 h 212"/>
                <a:gd name="T6" fmla="*/ 0 w 30"/>
                <a:gd name="T7" fmla="*/ 5 h 212"/>
                <a:gd name="T8" fmla="*/ 2 w 30"/>
                <a:gd name="T9" fmla="*/ 6 h 212"/>
                <a:gd name="T10" fmla="*/ 9 w 30"/>
                <a:gd name="T11" fmla="*/ 6 h 212"/>
                <a:gd name="T12" fmla="*/ 10 w 30"/>
                <a:gd name="T13" fmla="*/ 7 h 212"/>
                <a:gd name="T14" fmla="*/ 8 w 30"/>
                <a:gd name="T15" fmla="*/ 8 h 212"/>
                <a:gd name="T16" fmla="*/ 5 w 30"/>
                <a:gd name="T17" fmla="*/ 11 h 212"/>
                <a:gd name="T18" fmla="*/ 4 w 30"/>
                <a:gd name="T19" fmla="*/ 14 h 212"/>
                <a:gd name="T20" fmla="*/ 4 w 30"/>
                <a:gd name="T21" fmla="*/ 189 h 212"/>
                <a:gd name="T22" fmla="*/ 14 w 30"/>
                <a:gd name="T23" fmla="*/ 193 h 212"/>
                <a:gd name="T24" fmla="*/ 25 w 30"/>
                <a:gd name="T25" fmla="*/ 189 h 212"/>
                <a:gd name="T26" fmla="*/ 25 w 30"/>
                <a:gd name="T27" fmla="*/ 7 h 212"/>
                <a:gd name="T28" fmla="*/ 25 w 30"/>
                <a:gd name="T29" fmla="*/ 6 h 212"/>
                <a:gd name="T30" fmla="*/ 26 w 30"/>
                <a:gd name="T31" fmla="*/ 6 h 212"/>
                <a:gd name="T32" fmla="*/ 28 w 30"/>
                <a:gd name="T33" fmla="*/ 5 h 212"/>
                <a:gd name="T34" fmla="*/ 28 w 30"/>
                <a:gd name="T35" fmla="*/ 2 h 212"/>
                <a:gd name="T36" fmla="*/ 26 w 30"/>
                <a:gd name="T37" fmla="*/ 0 h 2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 h="212">
                  <a:moveTo>
                    <a:pt x="28" y="0"/>
                  </a:moveTo>
                  <a:cubicBezTo>
                    <a:pt x="1" y="0"/>
                    <a:pt x="1" y="0"/>
                    <a:pt x="1" y="0"/>
                  </a:cubicBezTo>
                  <a:cubicBezTo>
                    <a:pt x="0" y="0"/>
                    <a:pt x="0" y="1"/>
                    <a:pt x="0" y="2"/>
                  </a:cubicBezTo>
                  <a:cubicBezTo>
                    <a:pt x="0" y="5"/>
                    <a:pt x="0" y="5"/>
                    <a:pt x="0" y="5"/>
                  </a:cubicBezTo>
                  <a:cubicBezTo>
                    <a:pt x="0" y="6"/>
                    <a:pt x="0" y="7"/>
                    <a:pt x="2" y="7"/>
                  </a:cubicBezTo>
                  <a:cubicBezTo>
                    <a:pt x="10" y="7"/>
                    <a:pt x="10" y="7"/>
                    <a:pt x="10" y="7"/>
                  </a:cubicBezTo>
                  <a:cubicBezTo>
                    <a:pt x="11" y="7"/>
                    <a:pt x="11" y="7"/>
                    <a:pt x="11" y="8"/>
                  </a:cubicBezTo>
                  <a:cubicBezTo>
                    <a:pt x="11" y="8"/>
                    <a:pt x="10" y="9"/>
                    <a:pt x="9" y="9"/>
                  </a:cubicBezTo>
                  <a:cubicBezTo>
                    <a:pt x="5" y="12"/>
                    <a:pt x="5" y="12"/>
                    <a:pt x="5" y="12"/>
                  </a:cubicBezTo>
                  <a:cubicBezTo>
                    <a:pt x="4" y="12"/>
                    <a:pt x="4" y="13"/>
                    <a:pt x="4" y="15"/>
                  </a:cubicBezTo>
                  <a:cubicBezTo>
                    <a:pt x="4" y="208"/>
                    <a:pt x="4" y="208"/>
                    <a:pt x="4" y="208"/>
                  </a:cubicBezTo>
                  <a:cubicBezTo>
                    <a:pt x="4" y="211"/>
                    <a:pt x="10" y="212"/>
                    <a:pt x="15" y="212"/>
                  </a:cubicBezTo>
                  <a:cubicBezTo>
                    <a:pt x="20" y="212"/>
                    <a:pt x="26" y="211"/>
                    <a:pt x="27" y="208"/>
                  </a:cubicBezTo>
                  <a:cubicBezTo>
                    <a:pt x="27" y="208"/>
                    <a:pt x="27" y="24"/>
                    <a:pt x="27" y="8"/>
                  </a:cubicBezTo>
                  <a:cubicBezTo>
                    <a:pt x="27" y="7"/>
                    <a:pt x="27" y="7"/>
                    <a:pt x="27" y="7"/>
                  </a:cubicBezTo>
                  <a:cubicBezTo>
                    <a:pt x="28" y="7"/>
                    <a:pt x="28" y="7"/>
                    <a:pt x="28" y="7"/>
                  </a:cubicBezTo>
                  <a:cubicBezTo>
                    <a:pt x="30" y="7"/>
                    <a:pt x="30" y="6"/>
                    <a:pt x="30" y="5"/>
                  </a:cubicBezTo>
                  <a:cubicBezTo>
                    <a:pt x="30" y="2"/>
                    <a:pt x="30" y="2"/>
                    <a:pt x="30" y="2"/>
                  </a:cubicBezTo>
                  <a:cubicBezTo>
                    <a:pt x="30" y="1"/>
                    <a:pt x="29" y="0"/>
                    <a:pt x="28"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5" name="Freeform 53">
              <a:extLst>
                <a:ext uri="{FF2B5EF4-FFF2-40B4-BE49-F238E27FC236}">
                  <a16:creationId xmlns:a16="http://schemas.microsoft.com/office/drawing/2014/main" id="{6B6BE4B8-A4B9-4219-92AD-FB0F8C5C9B15}"/>
                </a:ext>
              </a:extLst>
            </p:cNvPr>
            <p:cNvSpPr>
              <a:spLocks/>
            </p:cNvSpPr>
            <p:nvPr userDrawn="1"/>
          </p:nvSpPr>
          <p:spPr bwMode="gray">
            <a:xfrm>
              <a:off x="2110" y="3362"/>
              <a:ext cx="34" cy="61"/>
            </a:xfrm>
            <a:custGeom>
              <a:avLst/>
              <a:gdLst>
                <a:gd name="T0" fmla="*/ 31 w 38"/>
                <a:gd name="T1" fmla="*/ 2 h 67"/>
                <a:gd name="T2" fmla="*/ 32 w 38"/>
                <a:gd name="T3" fmla="*/ 1 h 67"/>
                <a:gd name="T4" fmla="*/ 34 w 38"/>
                <a:gd name="T5" fmla="*/ 1 h 67"/>
                <a:gd name="T6" fmla="*/ 34 w 38"/>
                <a:gd name="T7" fmla="*/ 0 h 67"/>
                <a:gd name="T8" fmla="*/ 0 w 38"/>
                <a:gd name="T9" fmla="*/ 0 h 67"/>
                <a:gd name="T10" fmla="*/ 0 w 38"/>
                <a:gd name="T11" fmla="*/ 1 h 67"/>
                <a:gd name="T12" fmla="*/ 2 w 38"/>
                <a:gd name="T13" fmla="*/ 1 h 67"/>
                <a:gd name="T14" fmla="*/ 3 w 38"/>
                <a:gd name="T15" fmla="*/ 2 h 67"/>
                <a:gd name="T16" fmla="*/ 4 w 38"/>
                <a:gd name="T17" fmla="*/ 6 h 67"/>
                <a:gd name="T18" fmla="*/ 5 w 38"/>
                <a:gd name="T19" fmla="*/ 7 h 67"/>
                <a:gd name="T20" fmla="*/ 7 w 38"/>
                <a:gd name="T21" fmla="*/ 7 h 67"/>
                <a:gd name="T22" fmla="*/ 15 w 38"/>
                <a:gd name="T23" fmla="*/ 7 h 67"/>
                <a:gd name="T24" fmla="*/ 17 w 38"/>
                <a:gd name="T25" fmla="*/ 8 h 67"/>
                <a:gd name="T26" fmla="*/ 16 w 38"/>
                <a:gd name="T27" fmla="*/ 10 h 67"/>
                <a:gd name="T28" fmla="*/ 6 w 38"/>
                <a:gd name="T29" fmla="*/ 16 h 67"/>
                <a:gd name="T30" fmla="*/ 5 w 38"/>
                <a:gd name="T31" fmla="*/ 18 h 67"/>
                <a:gd name="T32" fmla="*/ 5 w 38"/>
                <a:gd name="T33" fmla="*/ 19 h 67"/>
                <a:gd name="T34" fmla="*/ 5 w 38"/>
                <a:gd name="T35" fmla="*/ 52 h 67"/>
                <a:gd name="T36" fmla="*/ 2 w 38"/>
                <a:gd name="T37" fmla="*/ 54 h 67"/>
                <a:gd name="T38" fmla="*/ 2 w 38"/>
                <a:gd name="T39" fmla="*/ 61 h 67"/>
                <a:gd name="T40" fmla="*/ 31 w 38"/>
                <a:gd name="T41" fmla="*/ 61 h 67"/>
                <a:gd name="T42" fmla="*/ 31 w 38"/>
                <a:gd name="T43" fmla="*/ 54 h 67"/>
                <a:gd name="T44" fmla="*/ 29 w 38"/>
                <a:gd name="T45" fmla="*/ 52 h 67"/>
                <a:gd name="T46" fmla="*/ 29 w 38"/>
                <a:gd name="T47" fmla="*/ 8 h 67"/>
                <a:gd name="T48" fmla="*/ 31 w 38"/>
                <a:gd name="T49" fmla="*/ 2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67">
                  <a:moveTo>
                    <a:pt x="35" y="2"/>
                  </a:moveTo>
                  <a:cubicBezTo>
                    <a:pt x="36" y="1"/>
                    <a:pt x="36" y="1"/>
                    <a:pt x="36" y="1"/>
                  </a:cubicBezTo>
                  <a:cubicBezTo>
                    <a:pt x="38" y="1"/>
                    <a:pt x="38" y="1"/>
                    <a:pt x="38" y="1"/>
                  </a:cubicBezTo>
                  <a:cubicBezTo>
                    <a:pt x="38" y="0"/>
                    <a:pt x="38" y="0"/>
                    <a:pt x="38" y="0"/>
                  </a:cubicBezTo>
                  <a:cubicBezTo>
                    <a:pt x="0" y="0"/>
                    <a:pt x="0" y="0"/>
                    <a:pt x="0" y="0"/>
                  </a:cubicBezTo>
                  <a:cubicBezTo>
                    <a:pt x="0" y="1"/>
                    <a:pt x="0" y="1"/>
                    <a:pt x="0" y="1"/>
                  </a:cubicBezTo>
                  <a:cubicBezTo>
                    <a:pt x="2" y="1"/>
                    <a:pt x="2" y="1"/>
                    <a:pt x="2" y="1"/>
                  </a:cubicBezTo>
                  <a:cubicBezTo>
                    <a:pt x="3" y="2"/>
                    <a:pt x="3" y="2"/>
                    <a:pt x="3" y="2"/>
                  </a:cubicBezTo>
                  <a:cubicBezTo>
                    <a:pt x="5" y="7"/>
                    <a:pt x="5" y="7"/>
                    <a:pt x="5" y="7"/>
                  </a:cubicBezTo>
                  <a:cubicBezTo>
                    <a:pt x="5" y="7"/>
                    <a:pt x="5" y="7"/>
                    <a:pt x="6" y="8"/>
                  </a:cubicBezTo>
                  <a:cubicBezTo>
                    <a:pt x="6" y="8"/>
                    <a:pt x="7" y="8"/>
                    <a:pt x="8" y="8"/>
                  </a:cubicBezTo>
                  <a:cubicBezTo>
                    <a:pt x="17" y="8"/>
                    <a:pt x="15" y="8"/>
                    <a:pt x="17" y="8"/>
                  </a:cubicBezTo>
                  <a:cubicBezTo>
                    <a:pt x="18" y="8"/>
                    <a:pt x="19" y="8"/>
                    <a:pt x="19" y="9"/>
                  </a:cubicBezTo>
                  <a:cubicBezTo>
                    <a:pt x="19" y="9"/>
                    <a:pt x="20" y="10"/>
                    <a:pt x="18" y="11"/>
                  </a:cubicBezTo>
                  <a:cubicBezTo>
                    <a:pt x="15" y="13"/>
                    <a:pt x="10" y="17"/>
                    <a:pt x="7" y="18"/>
                  </a:cubicBezTo>
                  <a:cubicBezTo>
                    <a:pt x="7" y="18"/>
                    <a:pt x="6" y="19"/>
                    <a:pt x="6" y="20"/>
                  </a:cubicBezTo>
                  <a:cubicBezTo>
                    <a:pt x="5" y="21"/>
                    <a:pt x="6" y="21"/>
                    <a:pt x="6" y="21"/>
                  </a:cubicBezTo>
                  <a:cubicBezTo>
                    <a:pt x="6" y="57"/>
                    <a:pt x="6" y="57"/>
                    <a:pt x="6" y="57"/>
                  </a:cubicBezTo>
                  <a:cubicBezTo>
                    <a:pt x="2" y="59"/>
                    <a:pt x="2" y="59"/>
                    <a:pt x="2" y="59"/>
                  </a:cubicBezTo>
                  <a:cubicBezTo>
                    <a:pt x="2" y="59"/>
                    <a:pt x="1" y="66"/>
                    <a:pt x="2" y="67"/>
                  </a:cubicBezTo>
                  <a:cubicBezTo>
                    <a:pt x="4" y="67"/>
                    <a:pt x="34" y="67"/>
                    <a:pt x="35" y="67"/>
                  </a:cubicBezTo>
                  <a:cubicBezTo>
                    <a:pt x="36" y="66"/>
                    <a:pt x="35" y="59"/>
                    <a:pt x="35" y="59"/>
                  </a:cubicBezTo>
                  <a:cubicBezTo>
                    <a:pt x="32" y="57"/>
                    <a:pt x="32" y="57"/>
                    <a:pt x="32" y="57"/>
                  </a:cubicBezTo>
                  <a:cubicBezTo>
                    <a:pt x="32" y="9"/>
                    <a:pt x="32" y="9"/>
                    <a:pt x="32" y="9"/>
                  </a:cubicBezTo>
                  <a:lnTo>
                    <a:pt x="35" y="2"/>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6" name="Freeform 54">
              <a:extLst>
                <a:ext uri="{FF2B5EF4-FFF2-40B4-BE49-F238E27FC236}">
                  <a16:creationId xmlns:a16="http://schemas.microsoft.com/office/drawing/2014/main" id="{61D7E8EC-FEC2-4EEB-933D-B76C94E21B59}"/>
                </a:ext>
              </a:extLst>
            </p:cNvPr>
            <p:cNvSpPr>
              <a:spLocks/>
            </p:cNvSpPr>
            <p:nvPr userDrawn="1"/>
          </p:nvSpPr>
          <p:spPr bwMode="gray">
            <a:xfrm>
              <a:off x="2204" y="3252"/>
              <a:ext cx="28" cy="175"/>
            </a:xfrm>
            <a:custGeom>
              <a:avLst/>
              <a:gdLst>
                <a:gd name="T0" fmla="*/ 26 w 31"/>
                <a:gd name="T1" fmla="*/ 0 h 192"/>
                <a:gd name="T2" fmla="*/ 2 w 31"/>
                <a:gd name="T3" fmla="*/ 0 h 192"/>
                <a:gd name="T4" fmla="*/ 0 w 31"/>
                <a:gd name="T5" fmla="*/ 2 h 192"/>
                <a:gd name="T6" fmla="*/ 0 w 31"/>
                <a:gd name="T7" fmla="*/ 5 h 192"/>
                <a:gd name="T8" fmla="*/ 2 w 31"/>
                <a:gd name="T9" fmla="*/ 6 h 192"/>
                <a:gd name="T10" fmla="*/ 9 w 31"/>
                <a:gd name="T11" fmla="*/ 6 h 192"/>
                <a:gd name="T12" fmla="*/ 10 w 31"/>
                <a:gd name="T13" fmla="*/ 6 h 192"/>
                <a:gd name="T14" fmla="*/ 8 w 31"/>
                <a:gd name="T15" fmla="*/ 8 h 192"/>
                <a:gd name="T16" fmla="*/ 5 w 31"/>
                <a:gd name="T17" fmla="*/ 11 h 192"/>
                <a:gd name="T18" fmla="*/ 4 w 31"/>
                <a:gd name="T19" fmla="*/ 13 h 192"/>
                <a:gd name="T20" fmla="*/ 4 w 31"/>
                <a:gd name="T21" fmla="*/ 171 h 192"/>
                <a:gd name="T22" fmla="*/ 14 w 31"/>
                <a:gd name="T23" fmla="*/ 175 h 192"/>
                <a:gd name="T24" fmla="*/ 24 w 31"/>
                <a:gd name="T25" fmla="*/ 171 h 192"/>
                <a:gd name="T26" fmla="*/ 24 w 31"/>
                <a:gd name="T27" fmla="*/ 7 h 192"/>
                <a:gd name="T28" fmla="*/ 25 w 31"/>
                <a:gd name="T29" fmla="*/ 6 h 192"/>
                <a:gd name="T30" fmla="*/ 26 w 31"/>
                <a:gd name="T31" fmla="*/ 6 h 192"/>
                <a:gd name="T32" fmla="*/ 28 w 31"/>
                <a:gd name="T33" fmla="*/ 5 h 192"/>
                <a:gd name="T34" fmla="*/ 28 w 31"/>
                <a:gd name="T35" fmla="*/ 1 h 192"/>
                <a:gd name="T36" fmla="*/ 26 w 31"/>
                <a:gd name="T37" fmla="*/ 0 h 1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 h="192">
                  <a:moveTo>
                    <a:pt x="29" y="0"/>
                  </a:moveTo>
                  <a:cubicBezTo>
                    <a:pt x="2" y="0"/>
                    <a:pt x="2" y="0"/>
                    <a:pt x="2" y="0"/>
                  </a:cubicBezTo>
                  <a:cubicBezTo>
                    <a:pt x="0" y="0"/>
                    <a:pt x="0" y="0"/>
                    <a:pt x="0" y="2"/>
                  </a:cubicBezTo>
                  <a:cubicBezTo>
                    <a:pt x="0" y="5"/>
                    <a:pt x="0" y="5"/>
                    <a:pt x="0" y="5"/>
                  </a:cubicBezTo>
                  <a:cubicBezTo>
                    <a:pt x="0" y="6"/>
                    <a:pt x="0" y="7"/>
                    <a:pt x="2" y="7"/>
                  </a:cubicBezTo>
                  <a:cubicBezTo>
                    <a:pt x="10" y="7"/>
                    <a:pt x="10" y="7"/>
                    <a:pt x="10" y="7"/>
                  </a:cubicBezTo>
                  <a:cubicBezTo>
                    <a:pt x="11" y="7"/>
                    <a:pt x="11" y="7"/>
                    <a:pt x="11" y="7"/>
                  </a:cubicBezTo>
                  <a:cubicBezTo>
                    <a:pt x="11" y="8"/>
                    <a:pt x="10" y="9"/>
                    <a:pt x="9" y="9"/>
                  </a:cubicBezTo>
                  <a:cubicBezTo>
                    <a:pt x="5" y="12"/>
                    <a:pt x="5" y="12"/>
                    <a:pt x="5" y="12"/>
                  </a:cubicBezTo>
                  <a:cubicBezTo>
                    <a:pt x="5" y="12"/>
                    <a:pt x="4" y="13"/>
                    <a:pt x="4" y="14"/>
                  </a:cubicBezTo>
                  <a:cubicBezTo>
                    <a:pt x="4" y="188"/>
                    <a:pt x="4" y="188"/>
                    <a:pt x="4" y="188"/>
                  </a:cubicBezTo>
                  <a:cubicBezTo>
                    <a:pt x="4" y="192"/>
                    <a:pt x="10" y="192"/>
                    <a:pt x="16" y="192"/>
                  </a:cubicBezTo>
                  <a:cubicBezTo>
                    <a:pt x="21" y="192"/>
                    <a:pt x="27" y="192"/>
                    <a:pt x="27" y="188"/>
                  </a:cubicBezTo>
                  <a:cubicBezTo>
                    <a:pt x="27" y="188"/>
                    <a:pt x="27" y="24"/>
                    <a:pt x="27" y="8"/>
                  </a:cubicBezTo>
                  <a:cubicBezTo>
                    <a:pt x="27" y="7"/>
                    <a:pt x="27" y="7"/>
                    <a:pt x="28" y="7"/>
                  </a:cubicBezTo>
                  <a:cubicBezTo>
                    <a:pt x="28" y="7"/>
                    <a:pt x="29" y="7"/>
                    <a:pt x="29" y="7"/>
                  </a:cubicBezTo>
                  <a:cubicBezTo>
                    <a:pt x="30" y="7"/>
                    <a:pt x="31" y="6"/>
                    <a:pt x="31" y="5"/>
                  </a:cubicBezTo>
                  <a:cubicBezTo>
                    <a:pt x="31" y="1"/>
                    <a:pt x="31" y="1"/>
                    <a:pt x="31" y="1"/>
                  </a:cubicBezTo>
                  <a:cubicBezTo>
                    <a:pt x="30" y="0"/>
                    <a:pt x="30" y="0"/>
                    <a:pt x="29"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7" name="Freeform 55">
              <a:extLst>
                <a:ext uri="{FF2B5EF4-FFF2-40B4-BE49-F238E27FC236}">
                  <a16:creationId xmlns:a16="http://schemas.microsoft.com/office/drawing/2014/main" id="{D7C328BD-0E09-4105-B833-25071709B6F9}"/>
                </a:ext>
              </a:extLst>
            </p:cNvPr>
            <p:cNvSpPr>
              <a:spLocks/>
            </p:cNvSpPr>
            <p:nvPr userDrawn="1"/>
          </p:nvSpPr>
          <p:spPr bwMode="gray">
            <a:xfrm>
              <a:off x="2069" y="3242"/>
              <a:ext cx="28" cy="193"/>
            </a:xfrm>
            <a:custGeom>
              <a:avLst/>
              <a:gdLst>
                <a:gd name="T0" fmla="*/ 26 w 31"/>
                <a:gd name="T1" fmla="*/ 0 h 212"/>
                <a:gd name="T2" fmla="*/ 2 w 31"/>
                <a:gd name="T3" fmla="*/ 0 h 212"/>
                <a:gd name="T4" fmla="*/ 0 w 31"/>
                <a:gd name="T5" fmla="*/ 2 h 212"/>
                <a:gd name="T6" fmla="*/ 0 w 31"/>
                <a:gd name="T7" fmla="*/ 5 h 212"/>
                <a:gd name="T8" fmla="*/ 2 w 31"/>
                <a:gd name="T9" fmla="*/ 6 h 212"/>
                <a:gd name="T10" fmla="*/ 10 w 31"/>
                <a:gd name="T11" fmla="*/ 6 h 212"/>
                <a:gd name="T12" fmla="*/ 11 w 31"/>
                <a:gd name="T13" fmla="*/ 7 h 212"/>
                <a:gd name="T14" fmla="*/ 9 w 31"/>
                <a:gd name="T15" fmla="*/ 8 h 212"/>
                <a:gd name="T16" fmla="*/ 5 w 31"/>
                <a:gd name="T17" fmla="*/ 11 h 212"/>
                <a:gd name="T18" fmla="*/ 5 w 31"/>
                <a:gd name="T19" fmla="*/ 14 h 212"/>
                <a:gd name="T20" fmla="*/ 5 w 31"/>
                <a:gd name="T21" fmla="*/ 189 h 212"/>
                <a:gd name="T22" fmla="*/ 14 w 31"/>
                <a:gd name="T23" fmla="*/ 193 h 212"/>
                <a:gd name="T24" fmla="*/ 25 w 31"/>
                <a:gd name="T25" fmla="*/ 189 h 212"/>
                <a:gd name="T26" fmla="*/ 25 w 31"/>
                <a:gd name="T27" fmla="*/ 7 h 212"/>
                <a:gd name="T28" fmla="*/ 25 w 31"/>
                <a:gd name="T29" fmla="*/ 6 h 212"/>
                <a:gd name="T30" fmla="*/ 26 w 31"/>
                <a:gd name="T31" fmla="*/ 6 h 212"/>
                <a:gd name="T32" fmla="*/ 28 w 31"/>
                <a:gd name="T33" fmla="*/ 5 h 212"/>
                <a:gd name="T34" fmla="*/ 28 w 31"/>
                <a:gd name="T35" fmla="*/ 2 h 212"/>
                <a:gd name="T36" fmla="*/ 26 w 31"/>
                <a:gd name="T37" fmla="*/ 0 h 2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 h="212">
                  <a:moveTo>
                    <a:pt x="29" y="0"/>
                  </a:moveTo>
                  <a:cubicBezTo>
                    <a:pt x="2" y="0"/>
                    <a:pt x="2" y="0"/>
                    <a:pt x="2" y="0"/>
                  </a:cubicBezTo>
                  <a:cubicBezTo>
                    <a:pt x="1" y="0"/>
                    <a:pt x="0" y="1"/>
                    <a:pt x="0" y="2"/>
                  </a:cubicBezTo>
                  <a:cubicBezTo>
                    <a:pt x="0" y="5"/>
                    <a:pt x="0" y="5"/>
                    <a:pt x="0" y="5"/>
                  </a:cubicBezTo>
                  <a:cubicBezTo>
                    <a:pt x="0" y="6"/>
                    <a:pt x="1" y="7"/>
                    <a:pt x="2" y="7"/>
                  </a:cubicBezTo>
                  <a:cubicBezTo>
                    <a:pt x="11" y="7"/>
                    <a:pt x="11" y="7"/>
                    <a:pt x="11" y="7"/>
                  </a:cubicBezTo>
                  <a:cubicBezTo>
                    <a:pt x="12" y="7"/>
                    <a:pt x="12" y="7"/>
                    <a:pt x="12" y="8"/>
                  </a:cubicBezTo>
                  <a:cubicBezTo>
                    <a:pt x="12" y="8"/>
                    <a:pt x="11" y="9"/>
                    <a:pt x="10" y="9"/>
                  </a:cubicBezTo>
                  <a:cubicBezTo>
                    <a:pt x="6" y="12"/>
                    <a:pt x="6" y="12"/>
                    <a:pt x="6" y="12"/>
                  </a:cubicBezTo>
                  <a:cubicBezTo>
                    <a:pt x="5" y="12"/>
                    <a:pt x="5" y="13"/>
                    <a:pt x="5" y="15"/>
                  </a:cubicBezTo>
                  <a:cubicBezTo>
                    <a:pt x="5" y="208"/>
                    <a:pt x="5" y="208"/>
                    <a:pt x="5" y="208"/>
                  </a:cubicBezTo>
                  <a:cubicBezTo>
                    <a:pt x="5" y="211"/>
                    <a:pt x="10" y="212"/>
                    <a:pt x="16" y="212"/>
                  </a:cubicBezTo>
                  <a:cubicBezTo>
                    <a:pt x="21" y="212"/>
                    <a:pt x="27" y="211"/>
                    <a:pt x="28" y="208"/>
                  </a:cubicBezTo>
                  <a:cubicBezTo>
                    <a:pt x="28" y="208"/>
                    <a:pt x="28" y="24"/>
                    <a:pt x="28" y="8"/>
                  </a:cubicBezTo>
                  <a:cubicBezTo>
                    <a:pt x="28" y="7"/>
                    <a:pt x="28" y="7"/>
                    <a:pt x="28" y="7"/>
                  </a:cubicBezTo>
                  <a:cubicBezTo>
                    <a:pt x="28" y="7"/>
                    <a:pt x="29" y="7"/>
                    <a:pt x="29" y="7"/>
                  </a:cubicBezTo>
                  <a:cubicBezTo>
                    <a:pt x="31" y="7"/>
                    <a:pt x="31" y="6"/>
                    <a:pt x="31" y="5"/>
                  </a:cubicBezTo>
                  <a:cubicBezTo>
                    <a:pt x="31" y="2"/>
                    <a:pt x="31" y="2"/>
                    <a:pt x="31" y="2"/>
                  </a:cubicBezTo>
                  <a:cubicBezTo>
                    <a:pt x="31" y="1"/>
                    <a:pt x="30" y="0"/>
                    <a:pt x="29"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8" name="Freeform 56">
              <a:extLst>
                <a:ext uri="{FF2B5EF4-FFF2-40B4-BE49-F238E27FC236}">
                  <a16:creationId xmlns:a16="http://schemas.microsoft.com/office/drawing/2014/main" id="{530F58FA-B828-49DF-9A61-72187A6818AE}"/>
                </a:ext>
              </a:extLst>
            </p:cNvPr>
            <p:cNvSpPr>
              <a:spLocks/>
            </p:cNvSpPr>
            <p:nvPr userDrawn="1"/>
          </p:nvSpPr>
          <p:spPr bwMode="gray">
            <a:xfrm>
              <a:off x="2021" y="3252"/>
              <a:ext cx="29" cy="176"/>
            </a:xfrm>
            <a:custGeom>
              <a:avLst/>
              <a:gdLst>
                <a:gd name="T0" fmla="*/ 27 w 31"/>
                <a:gd name="T1" fmla="*/ 0 h 193"/>
                <a:gd name="T2" fmla="*/ 2 w 31"/>
                <a:gd name="T3" fmla="*/ 0 h 193"/>
                <a:gd name="T4" fmla="*/ 0 w 31"/>
                <a:gd name="T5" fmla="*/ 2 h 193"/>
                <a:gd name="T6" fmla="*/ 0 w 31"/>
                <a:gd name="T7" fmla="*/ 5 h 193"/>
                <a:gd name="T8" fmla="*/ 2 w 31"/>
                <a:gd name="T9" fmla="*/ 6 h 193"/>
                <a:gd name="T10" fmla="*/ 9 w 31"/>
                <a:gd name="T11" fmla="*/ 6 h 193"/>
                <a:gd name="T12" fmla="*/ 10 w 31"/>
                <a:gd name="T13" fmla="*/ 7 h 193"/>
                <a:gd name="T14" fmla="*/ 9 w 31"/>
                <a:gd name="T15" fmla="*/ 8 h 193"/>
                <a:gd name="T16" fmla="*/ 6 w 31"/>
                <a:gd name="T17" fmla="*/ 11 h 193"/>
                <a:gd name="T18" fmla="*/ 4 w 31"/>
                <a:gd name="T19" fmla="*/ 14 h 193"/>
                <a:gd name="T20" fmla="*/ 4 w 31"/>
                <a:gd name="T21" fmla="*/ 172 h 193"/>
                <a:gd name="T22" fmla="*/ 15 w 31"/>
                <a:gd name="T23" fmla="*/ 176 h 193"/>
                <a:gd name="T24" fmla="*/ 25 w 31"/>
                <a:gd name="T25" fmla="*/ 172 h 193"/>
                <a:gd name="T26" fmla="*/ 25 w 31"/>
                <a:gd name="T27" fmla="*/ 7 h 193"/>
                <a:gd name="T28" fmla="*/ 26 w 31"/>
                <a:gd name="T29" fmla="*/ 6 h 193"/>
                <a:gd name="T30" fmla="*/ 27 w 31"/>
                <a:gd name="T31" fmla="*/ 6 h 193"/>
                <a:gd name="T32" fmla="*/ 29 w 31"/>
                <a:gd name="T33" fmla="*/ 5 h 193"/>
                <a:gd name="T34" fmla="*/ 29 w 31"/>
                <a:gd name="T35" fmla="*/ 2 h 193"/>
                <a:gd name="T36" fmla="*/ 27 w 31"/>
                <a:gd name="T37" fmla="*/ 0 h 1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 h="193">
                  <a:moveTo>
                    <a:pt x="29" y="0"/>
                  </a:moveTo>
                  <a:cubicBezTo>
                    <a:pt x="2" y="0"/>
                    <a:pt x="2" y="0"/>
                    <a:pt x="2" y="0"/>
                  </a:cubicBezTo>
                  <a:cubicBezTo>
                    <a:pt x="1" y="0"/>
                    <a:pt x="0" y="1"/>
                    <a:pt x="0" y="2"/>
                  </a:cubicBezTo>
                  <a:cubicBezTo>
                    <a:pt x="0" y="5"/>
                    <a:pt x="0" y="5"/>
                    <a:pt x="0" y="5"/>
                  </a:cubicBezTo>
                  <a:cubicBezTo>
                    <a:pt x="0" y="6"/>
                    <a:pt x="1" y="7"/>
                    <a:pt x="2" y="7"/>
                  </a:cubicBezTo>
                  <a:cubicBezTo>
                    <a:pt x="10" y="7"/>
                    <a:pt x="10" y="7"/>
                    <a:pt x="10" y="7"/>
                  </a:cubicBezTo>
                  <a:cubicBezTo>
                    <a:pt x="11" y="7"/>
                    <a:pt x="11" y="7"/>
                    <a:pt x="11" y="8"/>
                  </a:cubicBezTo>
                  <a:cubicBezTo>
                    <a:pt x="12" y="8"/>
                    <a:pt x="10" y="9"/>
                    <a:pt x="10" y="9"/>
                  </a:cubicBezTo>
                  <a:cubicBezTo>
                    <a:pt x="6" y="12"/>
                    <a:pt x="6" y="12"/>
                    <a:pt x="6" y="12"/>
                  </a:cubicBezTo>
                  <a:cubicBezTo>
                    <a:pt x="5" y="12"/>
                    <a:pt x="4" y="13"/>
                    <a:pt x="4" y="15"/>
                  </a:cubicBezTo>
                  <a:cubicBezTo>
                    <a:pt x="4" y="189"/>
                    <a:pt x="4" y="189"/>
                    <a:pt x="4" y="189"/>
                  </a:cubicBezTo>
                  <a:cubicBezTo>
                    <a:pt x="5" y="192"/>
                    <a:pt x="10" y="193"/>
                    <a:pt x="16" y="193"/>
                  </a:cubicBezTo>
                  <a:cubicBezTo>
                    <a:pt x="21" y="193"/>
                    <a:pt x="27" y="192"/>
                    <a:pt x="27" y="189"/>
                  </a:cubicBezTo>
                  <a:cubicBezTo>
                    <a:pt x="27" y="189"/>
                    <a:pt x="27" y="24"/>
                    <a:pt x="27" y="8"/>
                  </a:cubicBezTo>
                  <a:cubicBezTo>
                    <a:pt x="27" y="7"/>
                    <a:pt x="28" y="7"/>
                    <a:pt x="28" y="7"/>
                  </a:cubicBezTo>
                  <a:cubicBezTo>
                    <a:pt x="28" y="7"/>
                    <a:pt x="29" y="7"/>
                    <a:pt x="29" y="7"/>
                  </a:cubicBezTo>
                  <a:cubicBezTo>
                    <a:pt x="30" y="7"/>
                    <a:pt x="31" y="6"/>
                    <a:pt x="31" y="5"/>
                  </a:cubicBezTo>
                  <a:cubicBezTo>
                    <a:pt x="31" y="2"/>
                    <a:pt x="31" y="2"/>
                    <a:pt x="31" y="2"/>
                  </a:cubicBezTo>
                  <a:cubicBezTo>
                    <a:pt x="31" y="1"/>
                    <a:pt x="30" y="0"/>
                    <a:pt x="29" y="0"/>
                  </a:cubicBez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9" name="Freeform 57">
              <a:extLst>
                <a:ext uri="{FF2B5EF4-FFF2-40B4-BE49-F238E27FC236}">
                  <a16:creationId xmlns:a16="http://schemas.microsoft.com/office/drawing/2014/main" id="{49C715B4-5FD6-4D36-91B1-7261A593C38E}"/>
                </a:ext>
              </a:extLst>
            </p:cNvPr>
            <p:cNvSpPr>
              <a:spLocks/>
            </p:cNvSpPr>
            <p:nvPr userDrawn="1"/>
          </p:nvSpPr>
          <p:spPr bwMode="gray">
            <a:xfrm>
              <a:off x="2476" y="3165"/>
              <a:ext cx="241" cy="202"/>
            </a:xfrm>
            <a:custGeom>
              <a:avLst/>
              <a:gdLst>
                <a:gd name="T0" fmla="*/ 241 w 264"/>
                <a:gd name="T1" fmla="*/ 0 h 221"/>
                <a:gd name="T2" fmla="*/ 241 w 264"/>
                <a:gd name="T3" fmla="*/ 5 h 221"/>
                <a:gd name="T4" fmla="*/ 212 w 264"/>
                <a:gd name="T5" fmla="*/ 35 h 221"/>
                <a:gd name="T6" fmla="*/ 212 w 264"/>
                <a:gd name="T7" fmla="*/ 121 h 221"/>
                <a:gd name="T8" fmla="*/ 119 w 264"/>
                <a:gd name="T9" fmla="*/ 202 h 221"/>
                <a:gd name="T10" fmla="*/ 26 w 264"/>
                <a:gd name="T11" fmla="*/ 122 h 221"/>
                <a:gd name="T12" fmla="*/ 26 w 264"/>
                <a:gd name="T13" fmla="*/ 29 h 221"/>
                <a:gd name="T14" fmla="*/ 0 w 264"/>
                <a:gd name="T15" fmla="*/ 5 h 221"/>
                <a:gd name="T16" fmla="*/ 0 w 264"/>
                <a:gd name="T17" fmla="*/ 0 h 221"/>
                <a:gd name="T18" fmla="*/ 81 w 264"/>
                <a:gd name="T19" fmla="*/ 0 h 221"/>
                <a:gd name="T20" fmla="*/ 81 w 264"/>
                <a:gd name="T21" fmla="*/ 5 h 221"/>
                <a:gd name="T22" fmla="*/ 79 w 264"/>
                <a:gd name="T23" fmla="*/ 5 h 221"/>
                <a:gd name="T24" fmla="*/ 53 w 264"/>
                <a:gd name="T25" fmla="*/ 29 h 221"/>
                <a:gd name="T26" fmla="*/ 53 w 264"/>
                <a:gd name="T27" fmla="*/ 117 h 221"/>
                <a:gd name="T28" fmla="*/ 125 w 264"/>
                <a:gd name="T29" fmla="*/ 186 h 221"/>
                <a:gd name="T30" fmla="*/ 197 w 264"/>
                <a:gd name="T31" fmla="*/ 117 h 221"/>
                <a:gd name="T32" fmla="*/ 197 w 264"/>
                <a:gd name="T33" fmla="*/ 43 h 221"/>
                <a:gd name="T34" fmla="*/ 166 w 264"/>
                <a:gd name="T35" fmla="*/ 5 h 221"/>
                <a:gd name="T36" fmla="*/ 166 w 264"/>
                <a:gd name="T37" fmla="*/ 0 h 221"/>
                <a:gd name="T38" fmla="*/ 241 w 264"/>
                <a:gd name="T39" fmla="*/ 0 h 2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64" h="221">
                  <a:moveTo>
                    <a:pt x="264" y="0"/>
                  </a:moveTo>
                  <a:cubicBezTo>
                    <a:pt x="264" y="6"/>
                    <a:pt x="264" y="6"/>
                    <a:pt x="264" y="6"/>
                  </a:cubicBezTo>
                  <a:cubicBezTo>
                    <a:pt x="241" y="7"/>
                    <a:pt x="232" y="16"/>
                    <a:pt x="232" y="38"/>
                  </a:cubicBezTo>
                  <a:cubicBezTo>
                    <a:pt x="232" y="132"/>
                    <a:pt x="232" y="132"/>
                    <a:pt x="232" y="132"/>
                  </a:cubicBezTo>
                  <a:cubicBezTo>
                    <a:pt x="232" y="175"/>
                    <a:pt x="205" y="221"/>
                    <a:pt x="130" y="221"/>
                  </a:cubicBezTo>
                  <a:cubicBezTo>
                    <a:pt x="63" y="221"/>
                    <a:pt x="29" y="183"/>
                    <a:pt x="29" y="134"/>
                  </a:cubicBezTo>
                  <a:cubicBezTo>
                    <a:pt x="29" y="32"/>
                    <a:pt x="29" y="32"/>
                    <a:pt x="29" y="32"/>
                  </a:cubicBezTo>
                  <a:cubicBezTo>
                    <a:pt x="29" y="10"/>
                    <a:pt x="23" y="7"/>
                    <a:pt x="0" y="6"/>
                  </a:cubicBezTo>
                  <a:cubicBezTo>
                    <a:pt x="0" y="0"/>
                    <a:pt x="0" y="0"/>
                    <a:pt x="0" y="0"/>
                  </a:cubicBezTo>
                  <a:cubicBezTo>
                    <a:pt x="89" y="0"/>
                    <a:pt x="89" y="0"/>
                    <a:pt x="89" y="0"/>
                  </a:cubicBezTo>
                  <a:cubicBezTo>
                    <a:pt x="89" y="6"/>
                    <a:pt x="89" y="6"/>
                    <a:pt x="89" y="6"/>
                  </a:cubicBezTo>
                  <a:cubicBezTo>
                    <a:pt x="86" y="6"/>
                    <a:pt x="86" y="6"/>
                    <a:pt x="86" y="6"/>
                  </a:cubicBezTo>
                  <a:cubicBezTo>
                    <a:pt x="67" y="6"/>
                    <a:pt x="58" y="11"/>
                    <a:pt x="58" y="32"/>
                  </a:cubicBezTo>
                  <a:cubicBezTo>
                    <a:pt x="58" y="128"/>
                    <a:pt x="58" y="128"/>
                    <a:pt x="58" y="128"/>
                  </a:cubicBezTo>
                  <a:cubicBezTo>
                    <a:pt x="58" y="175"/>
                    <a:pt x="86" y="203"/>
                    <a:pt x="137" y="203"/>
                  </a:cubicBezTo>
                  <a:cubicBezTo>
                    <a:pt x="177" y="203"/>
                    <a:pt x="216" y="187"/>
                    <a:pt x="216" y="128"/>
                  </a:cubicBezTo>
                  <a:cubicBezTo>
                    <a:pt x="216" y="47"/>
                    <a:pt x="216" y="47"/>
                    <a:pt x="216" y="47"/>
                  </a:cubicBezTo>
                  <a:cubicBezTo>
                    <a:pt x="216" y="14"/>
                    <a:pt x="211" y="8"/>
                    <a:pt x="182" y="6"/>
                  </a:cubicBezTo>
                  <a:cubicBezTo>
                    <a:pt x="182" y="0"/>
                    <a:pt x="182" y="0"/>
                    <a:pt x="182" y="0"/>
                  </a:cubicBezTo>
                  <a:lnTo>
                    <a:pt x="264" y="0"/>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0" name="Freeform 58">
              <a:extLst>
                <a:ext uri="{FF2B5EF4-FFF2-40B4-BE49-F238E27FC236}">
                  <a16:creationId xmlns:a16="http://schemas.microsoft.com/office/drawing/2014/main" id="{0318B6AB-285A-477E-A28A-D1BACAC1CCAB}"/>
                </a:ext>
              </a:extLst>
            </p:cNvPr>
            <p:cNvSpPr>
              <a:spLocks/>
            </p:cNvSpPr>
            <p:nvPr userDrawn="1"/>
          </p:nvSpPr>
          <p:spPr bwMode="gray">
            <a:xfrm>
              <a:off x="2711" y="3165"/>
              <a:ext cx="243" cy="199"/>
            </a:xfrm>
            <a:custGeom>
              <a:avLst/>
              <a:gdLst>
                <a:gd name="T0" fmla="*/ 206 w 266"/>
                <a:gd name="T1" fmla="*/ 199 h 218"/>
                <a:gd name="T2" fmla="*/ 41 w 266"/>
                <a:gd name="T3" fmla="*/ 27 h 218"/>
                <a:gd name="T4" fmla="*/ 41 w 266"/>
                <a:gd name="T5" fmla="*/ 163 h 218"/>
                <a:gd name="T6" fmla="*/ 73 w 266"/>
                <a:gd name="T7" fmla="*/ 191 h 218"/>
                <a:gd name="T8" fmla="*/ 73 w 266"/>
                <a:gd name="T9" fmla="*/ 196 h 218"/>
                <a:gd name="T10" fmla="*/ 0 w 266"/>
                <a:gd name="T11" fmla="*/ 196 h 218"/>
                <a:gd name="T12" fmla="*/ 0 w 266"/>
                <a:gd name="T13" fmla="*/ 191 h 218"/>
                <a:gd name="T14" fmla="*/ 1 w 266"/>
                <a:gd name="T15" fmla="*/ 191 h 218"/>
                <a:gd name="T16" fmla="*/ 27 w 266"/>
                <a:gd name="T17" fmla="*/ 170 h 218"/>
                <a:gd name="T18" fmla="*/ 27 w 266"/>
                <a:gd name="T19" fmla="*/ 14 h 218"/>
                <a:gd name="T20" fmla="*/ 0 w 266"/>
                <a:gd name="T21" fmla="*/ 5 h 218"/>
                <a:gd name="T22" fmla="*/ 0 w 266"/>
                <a:gd name="T23" fmla="*/ 0 h 218"/>
                <a:gd name="T24" fmla="*/ 50 w 266"/>
                <a:gd name="T25" fmla="*/ 0 h 218"/>
                <a:gd name="T26" fmla="*/ 199 w 266"/>
                <a:gd name="T27" fmla="*/ 155 h 218"/>
                <a:gd name="T28" fmla="*/ 199 w 266"/>
                <a:gd name="T29" fmla="*/ 29 h 218"/>
                <a:gd name="T30" fmla="*/ 168 w 266"/>
                <a:gd name="T31" fmla="*/ 5 h 218"/>
                <a:gd name="T32" fmla="*/ 168 w 266"/>
                <a:gd name="T33" fmla="*/ 0 h 218"/>
                <a:gd name="T34" fmla="*/ 243 w 266"/>
                <a:gd name="T35" fmla="*/ 0 h 218"/>
                <a:gd name="T36" fmla="*/ 243 w 266"/>
                <a:gd name="T37" fmla="*/ 5 h 218"/>
                <a:gd name="T38" fmla="*/ 214 w 266"/>
                <a:gd name="T39" fmla="*/ 22 h 218"/>
                <a:gd name="T40" fmla="*/ 214 w 266"/>
                <a:gd name="T41" fmla="*/ 199 h 218"/>
                <a:gd name="T42" fmla="*/ 206 w 266"/>
                <a:gd name="T43" fmla="*/ 199 h 2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66" h="218">
                  <a:moveTo>
                    <a:pt x="225" y="218"/>
                  </a:moveTo>
                  <a:cubicBezTo>
                    <a:pt x="45" y="30"/>
                    <a:pt x="45" y="30"/>
                    <a:pt x="45" y="30"/>
                  </a:cubicBezTo>
                  <a:cubicBezTo>
                    <a:pt x="45" y="179"/>
                    <a:pt x="45" y="179"/>
                    <a:pt x="45" y="179"/>
                  </a:cubicBezTo>
                  <a:cubicBezTo>
                    <a:pt x="45" y="204"/>
                    <a:pt x="51" y="209"/>
                    <a:pt x="80" y="209"/>
                  </a:cubicBezTo>
                  <a:cubicBezTo>
                    <a:pt x="80" y="215"/>
                    <a:pt x="80" y="215"/>
                    <a:pt x="80" y="215"/>
                  </a:cubicBezTo>
                  <a:cubicBezTo>
                    <a:pt x="0" y="215"/>
                    <a:pt x="0" y="215"/>
                    <a:pt x="0" y="215"/>
                  </a:cubicBezTo>
                  <a:cubicBezTo>
                    <a:pt x="0" y="209"/>
                    <a:pt x="0" y="209"/>
                    <a:pt x="0" y="209"/>
                  </a:cubicBezTo>
                  <a:cubicBezTo>
                    <a:pt x="1" y="209"/>
                    <a:pt x="1" y="209"/>
                    <a:pt x="1" y="209"/>
                  </a:cubicBezTo>
                  <a:cubicBezTo>
                    <a:pt x="23" y="209"/>
                    <a:pt x="30" y="202"/>
                    <a:pt x="30" y="186"/>
                  </a:cubicBezTo>
                  <a:cubicBezTo>
                    <a:pt x="30" y="15"/>
                    <a:pt x="30" y="15"/>
                    <a:pt x="30" y="15"/>
                  </a:cubicBezTo>
                  <a:cubicBezTo>
                    <a:pt x="22" y="9"/>
                    <a:pt x="13" y="7"/>
                    <a:pt x="0" y="6"/>
                  </a:cubicBezTo>
                  <a:cubicBezTo>
                    <a:pt x="0" y="0"/>
                    <a:pt x="0" y="0"/>
                    <a:pt x="0" y="0"/>
                  </a:cubicBezTo>
                  <a:cubicBezTo>
                    <a:pt x="55" y="0"/>
                    <a:pt x="55" y="0"/>
                    <a:pt x="55" y="0"/>
                  </a:cubicBezTo>
                  <a:cubicBezTo>
                    <a:pt x="218" y="170"/>
                    <a:pt x="218" y="170"/>
                    <a:pt x="218" y="170"/>
                  </a:cubicBezTo>
                  <a:cubicBezTo>
                    <a:pt x="218" y="32"/>
                    <a:pt x="218" y="32"/>
                    <a:pt x="218" y="32"/>
                  </a:cubicBezTo>
                  <a:cubicBezTo>
                    <a:pt x="218" y="11"/>
                    <a:pt x="212" y="7"/>
                    <a:pt x="184" y="6"/>
                  </a:cubicBezTo>
                  <a:cubicBezTo>
                    <a:pt x="184" y="0"/>
                    <a:pt x="184" y="0"/>
                    <a:pt x="184" y="0"/>
                  </a:cubicBezTo>
                  <a:cubicBezTo>
                    <a:pt x="266" y="0"/>
                    <a:pt x="266" y="0"/>
                    <a:pt x="266" y="0"/>
                  </a:cubicBezTo>
                  <a:cubicBezTo>
                    <a:pt x="266" y="6"/>
                    <a:pt x="266" y="6"/>
                    <a:pt x="266" y="6"/>
                  </a:cubicBezTo>
                  <a:cubicBezTo>
                    <a:pt x="240" y="6"/>
                    <a:pt x="234" y="11"/>
                    <a:pt x="234" y="24"/>
                  </a:cubicBezTo>
                  <a:cubicBezTo>
                    <a:pt x="234" y="218"/>
                    <a:pt x="234" y="218"/>
                    <a:pt x="234" y="218"/>
                  </a:cubicBezTo>
                  <a:lnTo>
                    <a:pt x="225" y="218"/>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1" name="Freeform 59">
              <a:extLst>
                <a:ext uri="{FF2B5EF4-FFF2-40B4-BE49-F238E27FC236}">
                  <a16:creationId xmlns:a16="http://schemas.microsoft.com/office/drawing/2014/main" id="{E2A19BE0-76A4-4AA4-8BF6-0FB64779EC39}"/>
                </a:ext>
              </a:extLst>
            </p:cNvPr>
            <p:cNvSpPr>
              <a:spLocks/>
            </p:cNvSpPr>
            <p:nvPr userDrawn="1"/>
          </p:nvSpPr>
          <p:spPr bwMode="gray">
            <a:xfrm>
              <a:off x="2955" y="3160"/>
              <a:ext cx="202" cy="207"/>
            </a:xfrm>
            <a:custGeom>
              <a:avLst/>
              <a:gdLst>
                <a:gd name="T0" fmla="*/ 187 w 222"/>
                <a:gd name="T1" fmla="*/ 57 h 227"/>
                <a:gd name="T2" fmla="*/ 116 w 222"/>
                <a:gd name="T3" fmla="*/ 8 h 227"/>
                <a:gd name="T4" fmla="*/ 30 w 222"/>
                <a:gd name="T5" fmla="*/ 99 h 227"/>
                <a:gd name="T6" fmla="*/ 118 w 222"/>
                <a:gd name="T7" fmla="*/ 199 h 227"/>
                <a:gd name="T8" fmla="*/ 196 w 222"/>
                <a:gd name="T9" fmla="*/ 152 h 227"/>
                <a:gd name="T10" fmla="*/ 202 w 222"/>
                <a:gd name="T11" fmla="*/ 152 h 227"/>
                <a:gd name="T12" fmla="*/ 181 w 222"/>
                <a:gd name="T13" fmla="*/ 199 h 227"/>
                <a:gd name="T14" fmla="*/ 110 w 222"/>
                <a:gd name="T15" fmla="*/ 207 h 227"/>
                <a:gd name="T16" fmla="*/ 0 w 222"/>
                <a:gd name="T17" fmla="*/ 106 h 227"/>
                <a:gd name="T18" fmla="*/ 114 w 222"/>
                <a:gd name="T19" fmla="*/ 0 h 227"/>
                <a:gd name="T20" fmla="*/ 180 w 222"/>
                <a:gd name="T21" fmla="*/ 13 h 227"/>
                <a:gd name="T22" fmla="*/ 186 w 222"/>
                <a:gd name="T23" fmla="*/ 11 h 227"/>
                <a:gd name="T24" fmla="*/ 190 w 222"/>
                <a:gd name="T25" fmla="*/ 11 h 227"/>
                <a:gd name="T26" fmla="*/ 193 w 222"/>
                <a:gd name="T27" fmla="*/ 57 h 227"/>
                <a:gd name="T28" fmla="*/ 187 w 222"/>
                <a:gd name="T29" fmla="*/ 57 h 2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22" h="227">
                  <a:moveTo>
                    <a:pt x="206" y="63"/>
                  </a:moveTo>
                  <a:cubicBezTo>
                    <a:pt x="194" y="30"/>
                    <a:pt x="164" y="9"/>
                    <a:pt x="127" y="9"/>
                  </a:cubicBezTo>
                  <a:cubicBezTo>
                    <a:pt x="69" y="9"/>
                    <a:pt x="33" y="51"/>
                    <a:pt x="33" y="109"/>
                  </a:cubicBezTo>
                  <a:cubicBezTo>
                    <a:pt x="33" y="172"/>
                    <a:pt x="78" y="218"/>
                    <a:pt x="130" y="218"/>
                  </a:cubicBezTo>
                  <a:cubicBezTo>
                    <a:pt x="158" y="218"/>
                    <a:pt x="192" y="209"/>
                    <a:pt x="215" y="167"/>
                  </a:cubicBezTo>
                  <a:cubicBezTo>
                    <a:pt x="222" y="167"/>
                    <a:pt x="222" y="167"/>
                    <a:pt x="222" y="167"/>
                  </a:cubicBezTo>
                  <a:cubicBezTo>
                    <a:pt x="217" y="183"/>
                    <a:pt x="208" y="204"/>
                    <a:pt x="199" y="218"/>
                  </a:cubicBezTo>
                  <a:cubicBezTo>
                    <a:pt x="177" y="215"/>
                    <a:pt x="162" y="227"/>
                    <a:pt x="121" y="227"/>
                  </a:cubicBezTo>
                  <a:cubicBezTo>
                    <a:pt x="51" y="227"/>
                    <a:pt x="0" y="181"/>
                    <a:pt x="0" y="116"/>
                  </a:cubicBezTo>
                  <a:cubicBezTo>
                    <a:pt x="0" y="49"/>
                    <a:pt x="52" y="0"/>
                    <a:pt x="125" y="0"/>
                  </a:cubicBezTo>
                  <a:cubicBezTo>
                    <a:pt x="168" y="0"/>
                    <a:pt x="187" y="14"/>
                    <a:pt x="198" y="14"/>
                  </a:cubicBezTo>
                  <a:cubicBezTo>
                    <a:pt x="202" y="14"/>
                    <a:pt x="203" y="13"/>
                    <a:pt x="204" y="12"/>
                  </a:cubicBezTo>
                  <a:cubicBezTo>
                    <a:pt x="209" y="12"/>
                    <a:pt x="209" y="12"/>
                    <a:pt x="209" y="12"/>
                  </a:cubicBezTo>
                  <a:cubicBezTo>
                    <a:pt x="212" y="63"/>
                    <a:pt x="212" y="63"/>
                    <a:pt x="212" y="63"/>
                  </a:cubicBezTo>
                  <a:lnTo>
                    <a:pt x="206" y="63"/>
                  </a:lnTo>
                  <a:close/>
                </a:path>
              </a:pathLst>
            </a:custGeom>
            <a:solidFill>
              <a:srgbClr val="66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2" name="Line 60">
              <a:extLst>
                <a:ext uri="{FF2B5EF4-FFF2-40B4-BE49-F238E27FC236}">
                  <a16:creationId xmlns:a16="http://schemas.microsoft.com/office/drawing/2014/main" id="{1B289658-A12B-4D75-8F4D-F0BB429D2F60}"/>
                </a:ext>
              </a:extLst>
            </p:cNvPr>
            <p:cNvSpPr>
              <a:spLocks noChangeShapeType="1"/>
            </p:cNvSpPr>
            <p:nvPr userDrawn="1"/>
          </p:nvSpPr>
          <p:spPr bwMode="gray">
            <a:xfrm>
              <a:off x="2367" y="3129"/>
              <a:ext cx="0" cy="458"/>
            </a:xfrm>
            <a:prstGeom prst="line">
              <a:avLst/>
            </a:prstGeom>
            <a:noFill/>
            <a:ln w="12700">
              <a:solidFill>
                <a:srgbClr val="6699CC"/>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Lst>
  <p:transition advClick="0"/>
  <p:txStyles>
    <p:titleStyle>
      <a:lvl1pPr algn="ctr" rtl="0" eaLnBrk="0" fontAlgn="base" hangingPunct="0">
        <a:spcBef>
          <a:spcPct val="0"/>
        </a:spcBef>
        <a:spcAft>
          <a:spcPct val="0"/>
        </a:spcAft>
        <a:defRPr sz="3600" b="1">
          <a:solidFill>
            <a:srgbClr val="FFFF66"/>
          </a:solidFill>
          <a:latin typeface="+mj-lt"/>
          <a:ea typeface="+mj-ea"/>
          <a:cs typeface="+mj-cs"/>
        </a:defRPr>
      </a:lvl1pPr>
      <a:lvl2pPr algn="ctr" rtl="0" eaLnBrk="0" fontAlgn="base" hangingPunct="0">
        <a:spcBef>
          <a:spcPct val="0"/>
        </a:spcBef>
        <a:spcAft>
          <a:spcPct val="0"/>
        </a:spcAft>
        <a:defRPr sz="3600" b="1">
          <a:solidFill>
            <a:srgbClr val="FFFF66"/>
          </a:solidFill>
          <a:latin typeface="Trebuchet MS" pitchFamily="34" charset="0"/>
          <a:cs typeface="Arial" pitchFamily="34" charset="0"/>
        </a:defRPr>
      </a:lvl2pPr>
      <a:lvl3pPr algn="ctr" rtl="0" eaLnBrk="0" fontAlgn="base" hangingPunct="0">
        <a:spcBef>
          <a:spcPct val="0"/>
        </a:spcBef>
        <a:spcAft>
          <a:spcPct val="0"/>
        </a:spcAft>
        <a:defRPr sz="3600" b="1">
          <a:solidFill>
            <a:srgbClr val="FFFF66"/>
          </a:solidFill>
          <a:latin typeface="Trebuchet MS" pitchFamily="34" charset="0"/>
          <a:cs typeface="Arial" pitchFamily="34" charset="0"/>
        </a:defRPr>
      </a:lvl3pPr>
      <a:lvl4pPr algn="ctr" rtl="0" eaLnBrk="0" fontAlgn="base" hangingPunct="0">
        <a:spcBef>
          <a:spcPct val="0"/>
        </a:spcBef>
        <a:spcAft>
          <a:spcPct val="0"/>
        </a:spcAft>
        <a:defRPr sz="3600" b="1">
          <a:solidFill>
            <a:srgbClr val="FFFF66"/>
          </a:solidFill>
          <a:latin typeface="Trebuchet MS" pitchFamily="34" charset="0"/>
          <a:cs typeface="Arial" pitchFamily="34" charset="0"/>
        </a:defRPr>
      </a:lvl4pPr>
      <a:lvl5pPr algn="ctr" rtl="0" eaLnBrk="0" fontAlgn="base" hangingPunct="0">
        <a:spcBef>
          <a:spcPct val="0"/>
        </a:spcBef>
        <a:spcAft>
          <a:spcPct val="0"/>
        </a:spcAft>
        <a:defRPr sz="3600" b="1">
          <a:solidFill>
            <a:srgbClr val="FFFF66"/>
          </a:solidFill>
          <a:latin typeface="Trebuchet MS" pitchFamily="34" charset="0"/>
          <a:cs typeface="Arial" pitchFamily="34" charset="0"/>
        </a:defRPr>
      </a:lvl5pPr>
      <a:lvl6pPr marL="457200" algn="ctr" rtl="0" fontAlgn="base">
        <a:spcBef>
          <a:spcPct val="0"/>
        </a:spcBef>
        <a:spcAft>
          <a:spcPct val="0"/>
        </a:spcAft>
        <a:defRPr sz="3600" b="1">
          <a:solidFill>
            <a:srgbClr val="FFFF66"/>
          </a:solidFill>
          <a:latin typeface="Trebuchet MS" pitchFamily="34" charset="0"/>
          <a:cs typeface="Arial" pitchFamily="34" charset="0"/>
        </a:defRPr>
      </a:lvl6pPr>
      <a:lvl7pPr marL="914400" algn="ctr" rtl="0" fontAlgn="base">
        <a:spcBef>
          <a:spcPct val="0"/>
        </a:spcBef>
        <a:spcAft>
          <a:spcPct val="0"/>
        </a:spcAft>
        <a:defRPr sz="3600" b="1">
          <a:solidFill>
            <a:srgbClr val="FFFF66"/>
          </a:solidFill>
          <a:latin typeface="Trebuchet MS" pitchFamily="34" charset="0"/>
          <a:cs typeface="Arial" pitchFamily="34" charset="0"/>
        </a:defRPr>
      </a:lvl7pPr>
      <a:lvl8pPr marL="1371600" algn="ctr" rtl="0" fontAlgn="base">
        <a:spcBef>
          <a:spcPct val="0"/>
        </a:spcBef>
        <a:spcAft>
          <a:spcPct val="0"/>
        </a:spcAft>
        <a:defRPr sz="3600" b="1">
          <a:solidFill>
            <a:srgbClr val="FFFF66"/>
          </a:solidFill>
          <a:latin typeface="Trebuchet MS" pitchFamily="34" charset="0"/>
          <a:cs typeface="Arial" pitchFamily="34" charset="0"/>
        </a:defRPr>
      </a:lvl8pPr>
      <a:lvl9pPr marL="1828800" algn="ctr" rtl="0" fontAlgn="base">
        <a:spcBef>
          <a:spcPct val="0"/>
        </a:spcBef>
        <a:spcAft>
          <a:spcPct val="0"/>
        </a:spcAft>
        <a:defRPr sz="3600" b="1">
          <a:solidFill>
            <a:srgbClr val="FFFF66"/>
          </a:solidFill>
          <a:latin typeface="Trebuchet MS"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its2.unc.edu/dci/dci_components/shared_apps/packages/python_packages.html" TargetMode="External"/><Relationship Id="rId2" Type="http://schemas.openxmlformats.org/officeDocument/2006/relationships/hyperlink" Target="http://docs.python.org/library/"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www.python.org/"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docs.python.org/release/2.5.2/lib/lib.html" TargetMode="External"/><Relationship Id="rId5" Type="http://schemas.openxmlformats.org/officeDocument/2006/relationships/hyperlink" Target="http://www.python.org/doc" TargetMode="External"/><Relationship Id="rId4" Type="http://schemas.openxmlformats.org/officeDocument/2006/relationships/hyperlink" Target="http://docs.python.org/tutorial/" TargetMode="External"/></Relationships>
</file>

<file path=ppt/slides/_rels/slide81.xml.rels><?xml version="1.0" encoding="UTF-8" standalone="yes"?>
<Relationships xmlns="http://schemas.openxmlformats.org/package/2006/relationships"><Relationship Id="rId3" Type="http://schemas.openxmlformats.org/officeDocument/2006/relationships/hyperlink" Target="http://its2.unc.edu/divisions/rc/training/scientific/short_courses/Shell_Scripting.ppt" TargetMode="External"/><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BD001FC-A68D-4311-9183-9C16A115A283}"/>
              </a:ext>
            </a:extLst>
          </p:cNvPr>
          <p:cNvSpPr>
            <a:spLocks noGrp="1" noChangeArrowheads="1"/>
          </p:cNvSpPr>
          <p:nvPr>
            <p:ph type="ctrTitle"/>
          </p:nvPr>
        </p:nvSpPr>
        <p:spPr>
          <a:effectLst>
            <a:outerShdw dist="35921" dir="2700000" algn="ctr" rotWithShape="0">
              <a:srgbClr val="336699"/>
            </a:outerShdw>
          </a:effectLst>
        </p:spPr>
        <p:txBody>
          <a:bodyPr/>
          <a:lstStyle/>
          <a:p>
            <a:pPr eaLnBrk="1" hangingPunct="1">
              <a:defRPr/>
            </a:pPr>
            <a:r>
              <a:rPr lang="en-US" sz="5000" dirty="0">
                <a:effectLst>
                  <a:outerShdw blurRad="38100" dist="38100" dir="2700000" algn="tl">
                    <a:srgbClr val="000000"/>
                  </a:outerShdw>
                </a:effectLst>
              </a:rPr>
              <a:t>Python: An Introduction</a:t>
            </a:r>
          </a:p>
        </p:txBody>
      </p:sp>
      <p:sp>
        <p:nvSpPr>
          <p:cNvPr id="26627" name="Rectangle 4">
            <a:extLst>
              <a:ext uri="{FF2B5EF4-FFF2-40B4-BE49-F238E27FC236}">
                <a16:creationId xmlns:a16="http://schemas.microsoft.com/office/drawing/2014/main" id="{60FED4C8-8DB4-49D4-8E78-9F379ECB053D}"/>
              </a:ext>
            </a:extLst>
          </p:cNvPr>
          <p:cNvSpPr>
            <a:spLocks noGrp="1" noChangeArrowheads="1"/>
          </p:cNvSpPr>
          <p:nvPr>
            <p:ph type="subTitle" idx="1"/>
          </p:nvPr>
        </p:nvSpPr>
        <p:spPr>
          <a:xfrm>
            <a:off x="0" y="4773613"/>
            <a:ext cx="9144000" cy="1998662"/>
          </a:xfrm>
        </p:spPr>
        <p:txBody>
          <a:bodyPr/>
          <a:lstStyle/>
          <a:p>
            <a:pPr eaLnBrk="1" hangingPunct="1"/>
            <a:r>
              <a:rPr lang="en-US" altLang="en-US" sz="2200"/>
              <a:t>Shubin Liu, Ph.D.</a:t>
            </a:r>
          </a:p>
          <a:p>
            <a:pPr eaLnBrk="1" hangingPunct="1"/>
            <a:r>
              <a:rPr lang="en-US" altLang="en-US" sz="2200"/>
              <a:t>Research Computing Center</a:t>
            </a:r>
          </a:p>
          <a:p>
            <a:pPr eaLnBrk="1" hangingPunct="1"/>
            <a:r>
              <a:rPr lang="en-US" altLang="en-US" sz="2200"/>
              <a:t>University of North Carolina at Chapel Hill</a:t>
            </a: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9076B49-2170-47CC-BDCB-298B1495FD29}"/>
              </a:ext>
            </a:extLst>
          </p:cNvPr>
          <p:cNvSpPr>
            <a:spLocks noGrp="1"/>
          </p:cNvSpPr>
          <p:nvPr>
            <p:ph type="title"/>
          </p:nvPr>
        </p:nvSpPr>
        <p:spPr/>
        <p:txBody>
          <a:bodyPr/>
          <a:lstStyle/>
          <a:p>
            <a:r>
              <a:rPr lang="en-US" altLang="en-US"/>
              <a:t>Agenda</a:t>
            </a:r>
          </a:p>
        </p:txBody>
      </p:sp>
      <p:sp>
        <p:nvSpPr>
          <p:cNvPr id="27651" name="Content Placeholder 2">
            <a:extLst>
              <a:ext uri="{FF2B5EF4-FFF2-40B4-BE49-F238E27FC236}">
                <a16:creationId xmlns:a16="http://schemas.microsoft.com/office/drawing/2014/main" id="{0748D7BF-1452-4D8C-A701-A53AD531127F}"/>
              </a:ext>
            </a:extLst>
          </p:cNvPr>
          <p:cNvSpPr>
            <a:spLocks noGrp="1"/>
          </p:cNvSpPr>
          <p:nvPr>
            <p:ph idx="1"/>
          </p:nvPr>
        </p:nvSpPr>
        <p:spPr>
          <a:xfrm>
            <a:off x="466725" y="1420813"/>
            <a:ext cx="8229600" cy="4525962"/>
          </a:xfrm>
        </p:spPr>
        <p:txBody>
          <a:bodyPr/>
          <a:lstStyle/>
          <a:p>
            <a:r>
              <a:rPr lang="en-US" altLang="en-US"/>
              <a:t>Introduction</a:t>
            </a:r>
          </a:p>
          <a:p>
            <a:r>
              <a:rPr lang="en-US" altLang="en-US"/>
              <a:t>Running Python</a:t>
            </a:r>
          </a:p>
          <a:p>
            <a:r>
              <a:rPr lang="en-US" altLang="en-US"/>
              <a:t>Python Programming</a:t>
            </a:r>
          </a:p>
          <a:p>
            <a:pPr lvl="1"/>
            <a:r>
              <a:rPr lang="en-US" altLang="en-US"/>
              <a:t>Data types</a:t>
            </a:r>
          </a:p>
          <a:p>
            <a:pPr lvl="1"/>
            <a:r>
              <a:rPr lang="en-US" altLang="en-US"/>
              <a:t>Control flows</a:t>
            </a:r>
          </a:p>
          <a:p>
            <a:pPr lvl="1"/>
            <a:r>
              <a:rPr lang="en-US" altLang="en-US"/>
              <a:t>Classes, functions, modules</a:t>
            </a:r>
          </a:p>
          <a:p>
            <a:r>
              <a:rPr lang="en-US" altLang="en-US"/>
              <a:t>Hands-on Exercises</a:t>
            </a:r>
          </a:p>
          <a:p>
            <a:pPr lvl="1"/>
            <a:endParaRPr lang="en-US" altLang="en-US"/>
          </a:p>
        </p:txBody>
      </p:sp>
      <p:sp>
        <p:nvSpPr>
          <p:cNvPr id="27652" name="Text Box 6">
            <a:extLst>
              <a:ext uri="{FF2B5EF4-FFF2-40B4-BE49-F238E27FC236}">
                <a16:creationId xmlns:a16="http://schemas.microsoft.com/office/drawing/2014/main" id="{3038448A-BEB3-4A33-9D90-E79AF1C3EFFA}"/>
              </a:ext>
            </a:extLst>
          </p:cNvPr>
          <p:cNvSpPr txBox="1">
            <a:spLocks noChangeArrowheads="1"/>
          </p:cNvSpPr>
          <p:nvPr/>
        </p:nvSpPr>
        <p:spPr bwMode="auto">
          <a:xfrm>
            <a:off x="1381125" y="5565775"/>
            <a:ext cx="77628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The PPT/WORD format of this presentation is available here:</a:t>
            </a:r>
          </a:p>
          <a:p>
            <a:pPr eaLnBrk="1" hangingPunct="1"/>
            <a:r>
              <a:rPr lang="en-US" altLang="en-US"/>
              <a:t>		http://its2.unc.edu/divisions/rc/training/scientific/</a:t>
            </a:r>
          </a:p>
          <a:p>
            <a:pPr eaLnBrk="1" hangingPunct="1"/>
            <a:r>
              <a:rPr lang="en-US" altLang="en-US"/>
              <a:t>/afs/isis/depts/its/public_html/divisions/rc/training/scientific/short_courses/</a:t>
            </a:r>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7DEA3B2-715C-44D1-8A4C-0D4B4739607F}"/>
              </a:ext>
            </a:extLst>
          </p:cNvPr>
          <p:cNvSpPr>
            <a:spLocks noGrp="1"/>
          </p:cNvSpPr>
          <p:nvPr>
            <p:ph type="title"/>
          </p:nvPr>
        </p:nvSpPr>
        <p:spPr/>
        <p:txBody>
          <a:bodyPr/>
          <a:lstStyle/>
          <a:p>
            <a:r>
              <a:rPr lang="en-US" altLang="en-US"/>
              <a:t>Course Goals</a:t>
            </a:r>
          </a:p>
        </p:txBody>
      </p:sp>
      <p:sp>
        <p:nvSpPr>
          <p:cNvPr id="28675" name="Content Placeholder 2">
            <a:extLst>
              <a:ext uri="{FF2B5EF4-FFF2-40B4-BE49-F238E27FC236}">
                <a16:creationId xmlns:a16="http://schemas.microsoft.com/office/drawing/2014/main" id="{92D2CF4A-107A-46F4-B588-CA551ADFCE1B}"/>
              </a:ext>
            </a:extLst>
          </p:cNvPr>
          <p:cNvSpPr>
            <a:spLocks noGrp="1"/>
          </p:cNvSpPr>
          <p:nvPr>
            <p:ph idx="1"/>
          </p:nvPr>
        </p:nvSpPr>
        <p:spPr/>
        <p:txBody>
          <a:bodyPr/>
          <a:lstStyle/>
          <a:p>
            <a:r>
              <a:rPr lang="en-US" altLang="en-US"/>
              <a:t>To understand the basic structure and syntax of Python programming language</a:t>
            </a:r>
          </a:p>
          <a:p>
            <a:r>
              <a:rPr lang="en-US" altLang="en-US"/>
              <a:t>To learn how to run Python scripts on our research computing facility, the Emerald Linux cluster</a:t>
            </a:r>
          </a:p>
          <a:p>
            <a:r>
              <a:rPr lang="en-US" altLang="en-US"/>
              <a:t>To write your own simple Python scripts.</a:t>
            </a:r>
          </a:p>
          <a:p>
            <a:r>
              <a:rPr lang="en-US" altLang="en-US"/>
              <a:t>To serve as the starting point for more advanced training on Python coding</a:t>
            </a:r>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8460AEE-0401-4213-B03C-69DFC6662CD4}"/>
              </a:ext>
            </a:extLst>
          </p:cNvPr>
          <p:cNvSpPr>
            <a:spLocks noGrp="1" noChangeArrowheads="1"/>
          </p:cNvSpPr>
          <p:nvPr>
            <p:ph type="title"/>
          </p:nvPr>
        </p:nvSpPr>
        <p:spPr/>
        <p:txBody>
          <a:bodyPr/>
          <a:lstStyle/>
          <a:p>
            <a:pPr eaLnBrk="1" hangingPunct="1"/>
            <a:r>
              <a:rPr lang="en-US" altLang="ko-KR">
                <a:ea typeface="굴림" panose="020B0503020000020004" pitchFamily="34" charset="-127"/>
              </a:rPr>
              <a:t>What is python?</a:t>
            </a:r>
          </a:p>
        </p:txBody>
      </p:sp>
      <p:sp>
        <p:nvSpPr>
          <p:cNvPr id="29699" name="Rectangle 3">
            <a:extLst>
              <a:ext uri="{FF2B5EF4-FFF2-40B4-BE49-F238E27FC236}">
                <a16:creationId xmlns:a16="http://schemas.microsoft.com/office/drawing/2014/main" id="{B3CE2D36-0E4A-449C-865A-7E1A68AA3300}"/>
              </a:ext>
            </a:extLst>
          </p:cNvPr>
          <p:cNvSpPr>
            <a:spLocks noGrp="1" noChangeArrowheads="1"/>
          </p:cNvSpPr>
          <p:nvPr>
            <p:ph type="body" idx="1"/>
          </p:nvPr>
        </p:nvSpPr>
        <p:spPr>
          <a:xfrm>
            <a:off x="741363" y="1593850"/>
            <a:ext cx="7885112" cy="4568825"/>
          </a:xfrm>
        </p:spPr>
        <p:txBody>
          <a:bodyPr/>
          <a:lstStyle/>
          <a:p>
            <a:pPr eaLnBrk="1" hangingPunct="1">
              <a:lnSpc>
                <a:spcPct val="80000"/>
              </a:lnSpc>
            </a:pPr>
            <a:r>
              <a:rPr lang="en-US" altLang="ko-KR" sz="2800">
                <a:ea typeface="굴림" panose="020B0503020000020004" pitchFamily="34" charset="-127"/>
              </a:rPr>
              <a:t>Object oriented language</a:t>
            </a:r>
          </a:p>
          <a:p>
            <a:pPr eaLnBrk="1" hangingPunct="1">
              <a:lnSpc>
                <a:spcPct val="80000"/>
              </a:lnSpc>
            </a:pPr>
            <a:r>
              <a:rPr lang="en-US" altLang="ko-KR" sz="2800">
                <a:ea typeface="굴림" panose="020B0503020000020004" pitchFamily="34" charset="-127"/>
              </a:rPr>
              <a:t>Interpreted language</a:t>
            </a:r>
          </a:p>
          <a:p>
            <a:pPr eaLnBrk="1" hangingPunct="1">
              <a:lnSpc>
                <a:spcPct val="80000"/>
              </a:lnSpc>
            </a:pPr>
            <a:r>
              <a:rPr lang="en-US" altLang="ko-KR" sz="2800">
                <a:ea typeface="굴림" panose="020B0503020000020004" pitchFamily="34" charset="-127"/>
              </a:rPr>
              <a:t>Supports dynamic data type</a:t>
            </a:r>
          </a:p>
          <a:p>
            <a:pPr eaLnBrk="1" hangingPunct="1">
              <a:lnSpc>
                <a:spcPct val="80000"/>
              </a:lnSpc>
            </a:pPr>
            <a:r>
              <a:rPr lang="en-US" altLang="ko-KR" sz="2800">
                <a:ea typeface="굴림" panose="020B0503020000020004" pitchFamily="34" charset="-127"/>
              </a:rPr>
              <a:t>Independent from platforms</a:t>
            </a:r>
          </a:p>
          <a:p>
            <a:pPr eaLnBrk="1" hangingPunct="1">
              <a:lnSpc>
                <a:spcPct val="80000"/>
              </a:lnSpc>
            </a:pPr>
            <a:r>
              <a:rPr lang="en-US" altLang="ko-KR" sz="2800">
                <a:ea typeface="굴림" panose="020B0503020000020004" pitchFamily="34" charset="-127"/>
              </a:rPr>
              <a:t>Focused on development time</a:t>
            </a:r>
          </a:p>
          <a:p>
            <a:pPr eaLnBrk="1" hangingPunct="1">
              <a:lnSpc>
                <a:spcPct val="80000"/>
              </a:lnSpc>
            </a:pPr>
            <a:r>
              <a:rPr lang="en-US" altLang="ko-KR" sz="2800">
                <a:ea typeface="굴림" panose="020B0503020000020004" pitchFamily="34" charset="-127"/>
              </a:rPr>
              <a:t>Simple and easy grammar</a:t>
            </a:r>
          </a:p>
          <a:p>
            <a:pPr eaLnBrk="1" hangingPunct="1">
              <a:lnSpc>
                <a:spcPct val="80000"/>
              </a:lnSpc>
            </a:pPr>
            <a:r>
              <a:rPr lang="en-US" altLang="ko-KR" sz="2800">
                <a:ea typeface="굴림" panose="020B0503020000020004" pitchFamily="34" charset="-127"/>
              </a:rPr>
              <a:t>High-level internal object data types</a:t>
            </a:r>
          </a:p>
          <a:p>
            <a:pPr eaLnBrk="1" hangingPunct="1">
              <a:lnSpc>
                <a:spcPct val="80000"/>
              </a:lnSpc>
            </a:pPr>
            <a:r>
              <a:rPr lang="en-US" altLang="ko-KR" sz="2800">
                <a:ea typeface="굴림" panose="020B0503020000020004" pitchFamily="34" charset="-127"/>
              </a:rPr>
              <a:t>Automatic memory management</a:t>
            </a:r>
          </a:p>
          <a:p>
            <a:pPr eaLnBrk="1" hangingPunct="1">
              <a:lnSpc>
                <a:spcPct val="80000"/>
              </a:lnSpc>
            </a:pPr>
            <a:r>
              <a:rPr lang="en-US" altLang="ko-KR" sz="2800">
                <a:ea typeface="굴림" panose="020B0503020000020004" pitchFamily="34" charset="-127"/>
              </a:rPr>
              <a:t>It’s free (open source)!</a:t>
            </a:r>
          </a:p>
        </p:txBody>
      </p:sp>
    </p:spTree>
  </p:cSld>
  <p:clrMapOvr>
    <a:masterClrMapping/>
  </p:clrMapOvr>
  <p:transition advClick="0">
    <p:sndAc>
      <p:end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346F01E-3B4D-46B2-89C8-69FC01CBA9D3}"/>
              </a:ext>
            </a:extLst>
          </p:cNvPr>
          <p:cNvSpPr>
            <a:spLocks noGrp="1" noChangeArrowheads="1"/>
          </p:cNvSpPr>
          <p:nvPr>
            <p:ph type="title"/>
          </p:nvPr>
        </p:nvSpPr>
        <p:spPr/>
        <p:txBody>
          <a:bodyPr/>
          <a:lstStyle/>
          <a:p>
            <a:pPr eaLnBrk="1" hangingPunct="1"/>
            <a:r>
              <a:rPr lang="en-US" altLang="en-US"/>
              <a:t>Timeline</a:t>
            </a:r>
          </a:p>
        </p:txBody>
      </p:sp>
      <p:sp>
        <p:nvSpPr>
          <p:cNvPr id="30723" name="Rectangle 3">
            <a:extLst>
              <a:ext uri="{FF2B5EF4-FFF2-40B4-BE49-F238E27FC236}">
                <a16:creationId xmlns:a16="http://schemas.microsoft.com/office/drawing/2014/main" id="{6EEB17AA-4ACD-43C8-A4AD-67809901BC73}"/>
              </a:ext>
            </a:extLst>
          </p:cNvPr>
          <p:cNvSpPr>
            <a:spLocks noGrp="1" noChangeArrowheads="1"/>
          </p:cNvSpPr>
          <p:nvPr>
            <p:ph type="body" idx="1"/>
          </p:nvPr>
        </p:nvSpPr>
        <p:spPr>
          <a:xfrm>
            <a:off x="496888" y="1531938"/>
            <a:ext cx="8229600" cy="4525962"/>
          </a:xfrm>
        </p:spPr>
        <p:txBody>
          <a:bodyPr/>
          <a:lstStyle/>
          <a:p>
            <a:pPr eaLnBrk="1" hangingPunct="1"/>
            <a:r>
              <a:rPr lang="en-US" altLang="en-US" sz="2400"/>
              <a:t>Python born, name picked - Dec 1989</a:t>
            </a:r>
          </a:p>
          <a:p>
            <a:pPr lvl="1" eaLnBrk="1" hangingPunct="1"/>
            <a:r>
              <a:rPr lang="en-US" altLang="en-US" sz="2000"/>
              <a:t>By Guido van Rossum, now at GOOGLE</a:t>
            </a:r>
          </a:p>
          <a:p>
            <a:pPr eaLnBrk="1" hangingPunct="1"/>
            <a:r>
              <a:rPr lang="en-US" altLang="en-US" sz="2400"/>
              <a:t>First public release (USENET) - Feb 1991</a:t>
            </a:r>
          </a:p>
          <a:p>
            <a:pPr eaLnBrk="1" hangingPunct="1"/>
            <a:r>
              <a:rPr lang="en-US" altLang="en-US" sz="2400"/>
              <a:t>python.org website - 1996 or 1997</a:t>
            </a:r>
          </a:p>
          <a:p>
            <a:pPr eaLnBrk="1" hangingPunct="1"/>
            <a:r>
              <a:rPr lang="en-US" altLang="en-US" sz="2400"/>
              <a:t>2.0 released - 2000</a:t>
            </a:r>
          </a:p>
          <a:p>
            <a:pPr eaLnBrk="1" hangingPunct="1"/>
            <a:r>
              <a:rPr lang="en-US" altLang="en-US" sz="2400"/>
              <a:t>Python Software Foundation - 2001</a:t>
            </a:r>
          </a:p>
          <a:p>
            <a:pPr eaLnBrk="1" hangingPunct="1"/>
            <a:r>
              <a:rPr lang="en-US" altLang="en-US" sz="2400"/>
              <a:t>…</a:t>
            </a:r>
          </a:p>
          <a:p>
            <a:pPr eaLnBrk="1" hangingPunct="1"/>
            <a:r>
              <a:rPr lang="en-US" altLang="en-US" sz="2400"/>
              <a:t>2.4 released - 2004</a:t>
            </a:r>
          </a:p>
          <a:p>
            <a:pPr eaLnBrk="1" hangingPunct="1"/>
            <a:r>
              <a:rPr lang="en-US" altLang="en-US" sz="2400"/>
              <a:t>2.5 released – 2006</a:t>
            </a:r>
          </a:p>
          <a:p>
            <a:pPr eaLnBrk="1" hangingPunct="1"/>
            <a:r>
              <a:rPr lang="en-US" altLang="en-US" sz="2400"/>
              <a:t>Current version: 2.6.x</a:t>
            </a:r>
          </a:p>
        </p:txBody>
      </p:sp>
      <p:pic>
        <p:nvPicPr>
          <p:cNvPr id="30724" name="Picture 4" descr="birdman">
            <a:extLst>
              <a:ext uri="{FF2B5EF4-FFF2-40B4-BE49-F238E27FC236}">
                <a16:creationId xmlns:a16="http://schemas.microsoft.com/office/drawing/2014/main" id="{0A6A15DD-291F-41CC-B602-811FF4025C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4572000"/>
            <a:ext cx="1281113"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A406DB9-2E66-4D44-9D9E-074DC3619F9F}"/>
              </a:ext>
            </a:extLst>
          </p:cNvPr>
          <p:cNvSpPr>
            <a:spLocks noGrp="1" noChangeArrowheads="1"/>
          </p:cNvSpPr>
          <p:nvPr>
            <p:ph type="title"/>
          </p:nvPr>
        </p:nvSpPr>
        <p:spPr/>
        <p:txBody>
          <a:bodyPr/>
          <a:lstStyle/>
          <a:p>
            <a:r>
              <a:rPr lang="en-US" altLang="en-US"/>
              <a:t>Language properties</a:t>
            </a:r>
          </a:p>
        </p:txBody>
      </p:sp>
      <p:sp>
        <p:nvSpPr>
          <p:cNvPr id="31747" name="Rectangle 3">
            <a:extLst>
              <a:ext uri="{FF2B5EF4-FFF2-40B4-BE49-F238E27FC236}">
                <a16:creationId xmlns:a16="http://schemas.microsoft.com/office/drawing/2014/main" id="{BD8894BF-8010-403A-BDA1-B95BD3854231}"/>
              </a:ext>
            </a:extLst>
          </p:cNvPr>
          <p:cNvSpPr>
            <a:spLocks noGrp="1" noChangeArrowheads="1"/>
          </p:cNvSpPr>
          <p:nvPr>
            <p:ph type="body" idx="1"/>
          </p:nvPr>
        </p:nvSpPr>
        <p:spPr>
          <a:xfrm>
            <a:off x="742950" y="1570038"/>
            <a:ext cx="8229600" cy="4525962"/>
          </a:xfrm>
        </p:spPr>
        <p:txBody>
          <a:bodyPr/>
          <a:lstStyle/>
          <a:p>
            <a:r>
              <a:rPr lang="en-US" altLang="en-US"/>
              <a:t>Everything is an object</a:t>
            </a:r>
          </a:p>
          <a:p>
            <a:r>
              <a:rPr lang="en-US" altLang="en-US"/>
              <a:t>Modules, classes, functions</a:t>
            </a:r>
          </a:p>
          <a:p>
            <a:r>
              <a:rPr lang="en-US" altLang="en-US"/>
              <a:t>Exception handling</a:t>
            </a:r>
          </a:p>
          <a:p>
            <a:r>
              <a:rPr lang="en-US" altLang="en-US"/>
              <a:t>Dynamic typing, polymorphism</a:t>
            </a:r>
          </a:p>
          <a:p>
            <a:r>
              <a:rPr lang="en-US" altLang="en-US"/>
              <a:t>Static scoping</a:t>
            </a:r>
          </a:p>
          <a:p>
            <a:r>
              <a:rPr lang="en-US" altLang="en-US"/>
              <a:t>Operator overloading</a:t>
            </a:r>
          </a:p>
          <a:p>
            <a:r>
              <a:rPr lang="en-US" altLang="en-US"/>
              <a:t>Indentation for block structure</a:t>
            </a: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D4A8DBB-047B-46A8-8225-63C88D11B91C}"/>
              </a:ext>
            </a:extLst>
          </p:cNvPr>
          <p:cNvSpPr>
            <a:spLocks noGrp="1" noChangeArrowheads="1"/>
          </p:cNvSpPr>
          <p:nvPr>
            <p:ph type="title"/>
          </p:nvPr>
        </p:nvSpPr>
        <p:spPr/>
        <p:txBody>
          <a:bodyPr/>
          <a:lstStyle/>
          <a:p>
            <a:r>
              <a:rPr lang="en-US" altLang="en-US"/>
              <a:t>High-level data types</a:t>
            </a:r>
          </a:p>
        </p:txBody>
      </p:sp>
      <p:sp>
        <p:nvSpPr>
          <p:cNvPr id="32771" name="Rectangle 3">
            <a:extLst>
              <a:ext uri="{FF2B5EF4-FFF2-40B4-BE49-F238E27FC236}">
                <a16:creationId xmlns:a16="http://schemas.microsoft.com/office/drawing/2014/main" id="{4409879C-1113-43EA-BD17-E965A5678B89}"/>
              </a:ext>
            </a:extLst>
          </p:cNvPr>
          <p:cNvSpPr>
            <a:spLocks noGrp="1" noChangeArrowheads="1"/>
          </p:cNvSpPr>
          <p:nvPr>
            <p:ph type="body" idx="1"/>
          </p:nvPr>
        </p:nvSpPr>
        <p:spPr/>
        <p:txBody>
          <a:bodyPr/>
          <a:lstStyle/>
          <a:p>
            <a:r>
              <a:rPr lang="en-US" altLang="en-US"/>
              <a:t>Numbers: int, long, float, complex</a:t>
            </a:r>
          </a:p>
          <a:p>
            <a:r>
              <a:rPr lang="en-US" altLang="en-US"/>
              <a:t>Strings: immutable</a:t>
            </a:r>
          </a:p>
          <a:p>
            <a:r>
              <a:rPr lang="en-US" altLang="en-US"/>
              <a:t>Lists and dictionaries: containers</a:t>
            </a:r>
          </a:p>
          <a:p>
            <a:r>
              <a:rPr lang="en-US" altLang="en-US"/>
              <a:t>Other types for e.g. binary data, regular expressions, introspection</a:t>
            </a:r>
          </a:p>
          <a:p>
            <a:r>
              <a:rPr lang="en-US" altLang="en-US"/>
              <a:t>Extension modules can define new “built-in” data types</a:t>
            </a: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20045CC-DFD8-406C-B4D1-8AA2BCA91464}"/>
              </a:ext>
            </a:extLst>
          </p:cNvPr>
          <p:cNvSpPr>
            <a:spLocks noGrp="1" noChangeArrowheads="1"/>
          </p:cNvSpPr>
          <p:nvPr>
            <p:ph type="title"/>
          </p:nvPr>
        </p:nvSpPr>
        <p:spPr/>
        <p:txBody>
          <a:bodyPr/>
          <a:lstStyle/>
          <a:p>
            <a:pPr eaLnBrk="1" hangingPunct="1"/>
            <a:r>
              <a:rPr lang="en-US" altLang="ko-KR">
                <a:ea typeface="굴림" panose="020B0503020000020004" pitchFamily="34" charset="-127"/>
              </a:rPr>
              <a:t>Why learn python?</a:t>
            </a:r>
          </a:p>
        </p:txBody>
      </p:sp>
      <p:sp>
        <p:nvSpPr>
          <p:cNvPr id="33795" name="Rectangle 3">
            <a:extLst>
              <a:ext uri="{FF2B5EF4-FFF2-40B4-BE49-F238E27FC236}">
                <a16:creationId xmlns:a16="http://schemas.microsoft.com/office/drawing/2014/main" id="{D4024D05-777F-4A3C-BDDC-683A7215EEC1}"/>
              </a:ext>
            </a:extLst>
          </p:cNvPr>
          <p:cNvSpPr>
            <a:spLocks noGrp="1" noChangeArrowheads="1"/>
          </p:cNvSpPr>
          <p:nvPr>
            <p:ph type="body" idx="1"/>
          </p:nvPr>
        </p:nvSpPr>
        <p:spPr>
          <a:xfrm>
            <a:off x="858838" y="1624013"/>
            <a:ext cx="7434262" cy="4114800"/>
          </a:xfrm>
        </p:spPr>
        <p:txBody>
          <a:bodyPr/>
          <a:lstStyle/>
          <a:p>
            <a:pPr eaLnBrk="1" hangingPunct="1"/>
            <a:r>
              <a:rPr lang="en-US" altLang="ko-KR" sz="2800">
                <a:ea typeface="굴림" panose="020B0503020000020004" pitchFamily="34" charset="-127"/>
              </a:rPr>
              <a:t>Fun-to-use "Scripting language" </a:t>
            </a:r>
          </a:p>
          <a:p>
            <a:pPr eaLnBrk="1" hangingPunct="1"/>
            <a:r>
              <a:rPr lang="en-US" altLang="ko-KR" sz="2800">
                <a:ea typeface="굴림" panose="020B0503020000020004" pitchFamily="34" charset="-127"/>
              </a:rPr>
              <a:t>Object-oriented</a:t>
            </a:r>
          </a:p>
          <a:p>
            <a:pPr lvl="1" eaLnBrk="1" hangingPunct="1"/>
            <a:r>
              <a:rPr lang="en-US" altLang="ko-KR" sz="2400">
                <a:ea typeface="굴림" panose="020B0503020000020004" pitchFamily="34" charset="-127"/>
              </a:rPr>
              <a:t>Highly educational</a:t>
            </a:r>
          </a:p>
          <a:p>
            <a:pPr eaLnBrk="1" hangingPunct="1"/>
            <a:r>
              <a:rPr lang="en-US" altLang="ko-KR" sz="2800">
                <a:ea typeface="굴림" panose="020B0503020000020004" pitchFamily="34" charset="-127"/>
              </a:rPr>
              <a:t>Very easy to learn</a:t>
            </a:r>
          </a:p>
          <a:p>
            <a:pPr eaLnBrk="1" hangingPunct="1"/>
            <a:r>
              <a:rPr lang="en-US" altLang="ko-KR" sz="2800">
                <a:ea typeface="굴림" panose="020B0503020000020004" pitchFamily="34" charset="-127"/>
              </a:rPr>
              <a:t>Powerful, scalable, easy to maintain</a:t>
            </a:r>
          </a:p>
          <a:p>
            <a:pPr lvl="1" eaLnBrk="1" hangingPunct="1"/>
            <a:r>
              <a:rPr lang="en-US" altLang="ko-KR" sz="2400">
                <a:ea typeface="굴림" panose="020B0503020000020004" pitchFamily="34" charset="-127"/>
              </a:rPr>
              <a:t>high productivity</a:t>
            </a:r>
          </a:p>
          <a:p>
            <a:pPr lvl="1" eaLnBrk="1" hangingPunct="1"/>
            <a:r>
              <a:rPr lang="en-US" altLang="ko-KR" sz="2400">
                <a:ea typeface="굴림" panose="020B0503020000020004" pitchFamily="34" charset="-127"/>
              </a:rPr>
              <a:t>Lots of libraries</a:t>
            </a:r>
          </a:p>
          <a:p>
            <a:pPr eaLnBrk="1" hangingPunct="1"/>
            <a:r>
              <a:rPr lang="en-US" altLang="ko-KR" sz="2800">
                <a:ea typeface="굴림" panose="020B0503020000020004" pitchFamily="34" charset="-127"/>
              </a:rPr>
              <a:t>Glue language</a:t>
            </a:r>
          </a:p>
          <a:p>
            <a:pPr lvl="1" eaLnBrk="1" hangingPunct="1"/>
            <a:r>
              <a:rPr lang="en-US" altLang="ko-KR" sz="2400">
                <a:ea typeface="굴림" panose="020B0503020000020004" pitchFamily="34" charset="-127"/>
              </a:rPr>
              <a:t>Interactive front-end for FORTRAN/C/C++ code</a:t>
            </a: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631AD67-A830-4478-A2D7-0CE1052A2D3E}"/>
              </a:ext>
            </a:extLst>
          </p:cNvPr>
          <p:cNvSpPr>
            <a:spLocks noGrp="1" noChangeArrowheads="1"/>
          </p:cNvSpPr>
          <p:nvPr>
            <p:ph type="title"/>
          </p:nvPr>
        </p:nvSpPr>
        <p:spPr/>
        <p:txBody>
          <a:bodyPr/>
          <a:lstStyle/>
          <a:p>
            <a:pPr eaLnBrk="1" hangingPunct="1"/>
            <a:r>
              <a:rPr lang="en-US" altLang="ko-KR">
                <a:ea typeface="굴림" panose="020B0503020000020004" pitchFamily="34" charset="-127"/>
              </a:rPr>
              <a:t>Why learn python? (cont.)</a:t>
            </a:r>
          </a:p>
        </p:txBody>
      </p:sp>
      <p:sp>
        <p:nvSpPr>
          <p:cNvPr id="34819" name="Rectangle 3">
            <a:extLst>
              <a:ext uri="{FF2B5EF4-FFF2-40B4-BE49-F238E27FC236}">
                <a16:creationId xmlns:a16="http://schemas.microsoft.com/office/drawing/2014/main" id="{72C7A916-CB4B-44BA-80A8-A731F9FFB633}"/>
              </a:ext>
            </a:extLst>
          </p:cNvPr>
          <p:cNvSpPr>
            <a:spLocks noGrp="1" noChangeArrowheads="1"/>
          </p:cNvSpPr>
          <p:nvPr>
            <p:ph type="body" idx="1"/>
          </p:nvPr>
        </p:nvSpPr>
        <p:spPr>
          <a:xfrm>
            <a:off x="771525" y="1741488"/>
            <a:ext cx="7434263" cy="4114800"/>
          </a:xfrm>
        </p:spPr>
        <p:txBody>
          <a:bodyPr/>
          <a:lstStyle/>
          <a:p>
            <a:pPr eaLnBrk="1" hangingPunct="1"/>
            <a:r>
              <a:rPr lang="en-US" altLang="ko-KR">
                <a:ea typeface="굴림" panose="020B0503020000020004" pitchFamily="34" charset="-127"/>
              </a:rPr>
              <a:t>Reduce development time</a:t>
            </a:r>
          </a:p>
          <a:p>
            <a:pPr eaLnBrk="1" hangingPunct="1"/>
            <a:r>
              <a:rPr lang="en-US" altLang="ko-KR">
                <a:ea typeface="굴림" panose="020B0503020000020004" pitchFamily="34" charset="-127"/>
              </a:rPr>
              <a:t>Reduce code length</a:t>
            </a:r>
          </a:p>
          <a:p>
            <a:pPr eaLnBrk="1" hangingPunct="1"/>
            <a:r>
              <a:rPr lang="en-US" altLang="ko-KR">
                <a:ea typeface="굴림" panose="020B0503020000020004" pitchFamily="34" charset="-127"/>
              </a:rPr>
              <a:t>Easy to learn and use as developers</a:t>
            </a:r>
          </a:p>
          <a:p>
            <a:pPr eaLnBrk="1" hangingPunct="1"/>
            <a:r>
              <a:rPr lang="en-US" altLang="ko-KR">
                <a:ea typeface="굴림" panose="020B0503020000020004" pitchFamily="34" charset="-127"/>
              </a:rPr>
              <a:t>Easy to understand codes</a:t>
            </a:r>
          </a:p>
          <a:p>
            <a:pPr eaLnBrk="1" hangingPunct="1"/>
            <a:r>
              <a:rPr lang="en-US" altLang="ko-KR">
                <a:ea typeface="굴림" panose="020B0503020000020004" pitchFamily="34" charset="-127"/>
              </a:rPr>
              <a:t>Easy to do team projects</a:t>
            </a:r>
          </a:p>
          <a:p>
            <a:pPr eaLnBrk="1" hangingPunct="1"/>
            <a:r>
              <a:rPr lang="en-US" altLang="ko-KR">
                <a:ea typeface="굴림" panose="020B0503020000020004" pitchFamily="34" charset="-127"/>
              </a:rPr>
              <a:t>Easy to extend to other languages</a:t>
            </a: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8EA640A-A2D0-41FF-A11E-D4934B2E1E6F}"/>
              </a:ext>
            </a:extLst>
          </p:cNvPr>
          <p:cNvSpPr>
            <a:spLocks noGrp="1" noChangeArrowheads="1"/>
          </p:cNvSpPr>
          <p:nvPr>
            <p:ph type="title"/>
          </p:nvPr>
        </p:nvSpPr>
        <p:spPr/>
        <p:txBody>
          <a:bodyPr/>
          <a:lstStyle/>
          <a:p>
            <a:pPr eaLnBrk="1" hangingPunct="1"/>
            <a:r>
              <a:rPr lang="en-US" altLang="ko-KR">
                <a:ea typeface="굴림" panose="020B0503020000020004" pitchFamily="34" charset="-127"/>
              </a:rPr>
              <a:t>Where to use python?</a:t>
            </a:r>
          </a:p>
        </p:txBody>
      </p:sp>
      <p:sp>
        <p:nvSpPr>
          <p:cNvPr id="35843" name="Rectangle 3">
            <a:extLst>
              <a:ext uri="{FF2B5EF4-FFF2-40B4-BE49-F238E27FC236}">
                <a16:creationId xmlns:a16="http://schemas.microsoft.com/office/drawing/2014/main" id="{D4016FE1-74CC-4F07-B022-D78306854F4E}"/>
              </a:ext>
            </a:extLst>
          </p:cNvPr>
          <p:cNvSpPr>
            <a:spLocks noGrp="1" noChangeArrowheads="1"/>
          </p:cNvSpPr>
          <p:nvPr>
            <p:ph type="body" idx="1"/>
          </p:nvPr>
        </p:nvSpPr>
        <p:spPr>
          <a:xfrm>
            <a:off x="809625" y="1652588"/>
            <a:ext cx="7648575" cy="4549775"/>
          </a:xfrm>
        </p:spPr>
        <p:txBody>
          <a:bodyPr/>
          <a:lstStyle/>
          <a:p>
            <a:pPr eaLnBrk="1" hangingPunct="1">
              <a:lnSpc>
                <a:spcPct val="80000"/>
              </a:lnSpc>
            </a:pPr>
            <a:r>
              <a:rPr lang="en-US" altLang="ko-KR" sz="2800">
                <a:ea typeface="굴림" panose="020B0503020000020004" pitchFamily="34" charset="-127"/>
              </a:rPr>
              <a:t>System management (i.e., scripting) </a:t>
            </a:r>
          </a:p>
          <a:p>
            <a:pPr eaLnBrk="1" hangingPunct="1">
              <a:lnSpc>
                <a:spcPct val="80000"/>
              </a:lnSpc>
            </a:pPr>
            <a:r>
              <a:rPr lang="en-US" altLang="ko-KR" sz="2800">
                <a:ea typeface="굴림" panose="020B0503020000020004" pitchFamily="34" charset="-127"/>
              </a:rPr>
              <a:t>Graphic User Interface (GUI)</a:t>
            </a:r>
          </a:p>
          <a:p>
            <a:pPr eaLnBrk="1" hangingPunct="1">
              <a:lnSpc>
                <a:spcPct val="80000"/>
              </a:lnSpc>
            </a:pPr>
            <a:r>
              <a:rPr lang="en-US" altLang="ko-KR" sz="2800">
                <a:ea typeface="굴림" panose="020B0503020000020004" pitchFamily="34" charset="-127"/>
              </a:rPr>
              <a:t>Internet programming</a:t>
            </a:r>
          </a:p>
          <a:p>
            <a:pPr eaLnBrk="1" hangingPunct="1">
              <a:lnSpc>
                <a:spcPct val="80000"/>
              </a:lnSpc>
            </a:pPr>
            <a:r>
              <a:rPr lang="en-US" altLang="ko-KR" sz="2800">
                <a:ea typeface="굴림" panose="020B0503020000020004" pitchFamily="34" charset="-127"/>
              </a:rPr>
              <a:t>Database (DB) programming</a:t>
            </a:r>
          </a:p>
          <a:p>
            <a:pPr eaLnBrk="1" hangingPunct="1">
              <a:lnSpc>
                <a:spcPct val="80000"/>
              </a:lnSpc>
            </a:pPr>
            <a:r>
              <a:rPr lang="en-US" altLang="ko-KR" sz="2800">
                <a:ea typeface="굴림" panose="020B0503020000020004" pitchFamily="34" charset="-127"/>
              </a:rPr>
              <a:t>Text data processing</a:t>
            </a:r>
          </a:p>
          <a:p>
            <a:pPr eaLnBrk="1" hangingPunct="1">
              <a:lnSpc>
                <a:spcPct val="80000"/>
              </a:lnSpc>
            </a:pPr>
            <a:r>
              <a:rPr lang="en-US" altLang="ko-KR" sz="2800">
                <a:ea typeface="굴림" panose="020B0503020000020004" pitchFamily="34" charset="-127"/>
              </a:rPr>
              <a:t>Distributed processing</a:t>
            </a:r>
          </a:p>
          <a:p>
            <a:pPr eaLnBrk="1" hangingPunct="1">
              <a:lnSpc>
                <a:spcPct val="80000"/>
              </a:lnSpc>
            </a:pPr>
            <a:r>
              <a:rPr lang="en-US" altLang="ko-KR" sz="2800">
                <a:ea typeface="굴림" panose="020B0503020000020004" pitchFamily="34" charset="-127"/>
              </a:rPr>
              <a:t>Numerical operations</a:t>
            </a:r>
          </a:p>
          <a:p>
            <a:pPr eaLnBrk="1" hangingPunct="1">
              <a:lnSpc>
                <a:spcPct val="80000"/>
              </a:lnSpc>
            </a:pPr>
            <a:r>
              <a:rPr lang="en-US" altLang="ko-KR" sz="2800">
                <a:ea typeface="굴림" panose="020B0503020000020004" pitchFamily="34" charset="-127"/>
              </a:rPr>
              <a:t>Graphics</a:t>
            </a:r>
          </a:p>
          <a:p>
            <a:pPr eaLnBrk="1" hangingPunct="1">
              <a:lnSpc>
                <a:spcPct val="80000"/>
              </a:lnSpc>
            </a:pPr>
            <a:r>
              <a:rPr lang="en-US" altLang="ko-KR" sz="2800">
                <a:ea typeface="굴림" panose="020B0503020000020004" pitchFamily="34" charset="-127"/>
              </a:rPr>
              <a:t>And so on…</a:t>
            </a: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51C311A-4F73-4E6B-8E43-F1290F10EE71}"/>
              </a:ext>
            </a:extLst>
          </p:cNvPr>
          <p:cNvSpPr>
            <a:spLocks noGrp="1" noChangeArrowheads="1"/>
          </p:cNvSpPr>
          <p:nvPr>
            <p:ph type="title"/>
          </p:nvPr>
        </p:nvSpPr>
        <p:spPr/>
        <p:txBody>
          <a:bodyPr/>
          <a:lstStyle/>
          <a:p>
            <a:r>
              <a:rPr lang="en-US" altLang="en-US"/>
              <a:t>Python vs. Perl</a:t>
            </a:r>
          </a:p>
        </p:txBody>
      </p:sp>
      <p:sp>
        <p:nvSpPr>
          <p:cNvPr id="36867" name="Rectangle 3">
            <a:extLst>
              <a:ext uri="{FF2B5EF4-FFF2-40B4-BE49-F238E27FC236}">
                <a16:creationId xmlns:a16="http://schemas.microsoft.com/office/drawing/2014/main" id="{2166647D-F38B-4D42-82BF-ACC3C152072C}"/>
              </a:ext>
            </a:extLst>
          </p:cNvPr>
          <p:cNvSpPr>
            <a:spLocks noGrp="1" noChangeArrowheads="1"/>
          </p:cNvSpPr>
          <p:nvPr>
            <p:ph type="body" idx="1"/>
          </p:nvPr>
        </p:nvSpPr>
        <p:spPr/>
        <p:txBody>
          <a:bodyPr/>
          <a:lstStyle/>
          <a:p>
            <a:pPr lvl="1"/>
            <a:r>
              <a:rPr lang="en-US" altLang="en-US"/>
              <a:t>Easier to learn</a:t>
            </a:r>
          </a:p>
          <a:p>
            <a:pPr lvl="2"/>
            <a:r>
              <a:rPr lang="en-US" altLang="en-US"/>
              <a:t>important for occasional users</a:t>
            </a:r>
          </a:p>
          <a:p>
            <a:pPr lvl="1"/>
            <a:r>
              <a:rPr lang="en-US" altLang="en-US"/>
              <a:t>More readable code</a:t>
            </a:r>
          </a:p>
          <a:p>
            <a:pPr lvl="2"/>
            <a:r>
              <a:rPr lang="en-US" altLang="en-US"/>
              <a:t>improved code maintenance</a:t>
            </a:r>
          </a:p>
          <a:p>
            <a:pPr lvl="1"/>
            <a:r>
              <a:rPr lang="en-US" altLang="en-US"/>
              <a:t>Fewer “magical” side effects</a:t>
            </a:r>
          </a:p>
          <a:p>
            <a:pPr lvl="1"/>
            <a:r>
              <a:rPr lang="en-US" altLang="en-US"/>
              <a:t>More “safety” guarantees</a:t>
            </a:r>
          </a:p>
          <a:p>
            <a:pPr lvl="1"/>
            <a:r>
              <a:rPr lang="en-US" altLang="en-US"/>
              <a:t>Better Java integration</a:t>
            </a:r>
          </a:p>
          <a:p>
            <a:pPr lvl="1"/>
            <a:r>
              <a:rPr lang="en-US" altLang="en-US"/>
              <a:t>Less Unix bias</a:t>
            </a: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75B736DB-A008-49DB-90EE-5D5F565AB8ED}"/>
              </a:ext>
            </a:extLst>
          </p:cNvPr>
          <p:cNvSpPr>
            <a:spLocks noGrp="1" noChangeArrowheads="1"/>
          </p:cNvSpPr>
          <p:nvPr>
            <p:ph type="title"/>
          </p:nvPr>
        </p:nvSpPr>
        <p:spPr/>
        <p:txBody>
          <a:bodyPr/>
          <a:lstStyle/>
          <a:p>
            <a:r>
              <a:rPr lang="en-US" altLang="en-US"/>
              <a:t>Python vs. Java</a:t>
            </a:r>
          </a:p>
        </p:txBody>
      </p:sp>
      <p:sp>
        <p:nvSpPr>
          <p:cNvPr id="37891" name="Rectangle 5">
            <a:extLst>
              <a:ext uri="{FF2B5EF4-FFF2-40B4-BE49-F238E27FC236}">
                <a16:creationId xmlns:a16="http://schemas.microsoft.com/office/drawing/2014/main" id="{039CCFAD-A229-415B-B0E8-00C93A936431}"/>
              </a:ext>
            </a:extLst>
          </p:cNvPr>
          <p:cNvSpPr>
            <a:spLocks noGrp="1" noChangeArrowheads="1"/>
          </p:cNvSpPr>
          <p:nvPr>
            <p:ph type="body" idx="1"/>
          </p:nvPr>
        </p:nvSpPr>
        <p:spPr/>
        <p:txBody>
          <a:bodyPr/>
          <a:lstStyle/>
          <a:p>
            <a:pPr lvl="1"/>
            <a:r>
              <a:rPr lang="en-US" altLang="en-US"/>
              <a:t>Code 5-10 times more concise</a:t>
            </a:r>
          </a:p>
          <a:p>
            <a:pPr lvl="1"/>
            <a:r>
              <a:rPr lang="en-US" altLang="en-US"/>
              <a:t>Dynamic typing</a:t>
            </a:r>
          </a:p>
          <a:p>
            <a:pPr lvl="1"/>
            <a:r>
              <a:rPr lang="en-US" altLang="en-US"/>
              <a:t>Much quicker development</a:t>
            </a:r>
          </a:p>
          <a:p>
            <a:pPr lvl="2"/>
            <a:r>
              <a:rPr lang="en-US" altLang="en-US"/>
              <a:t>no compilation phase</a:t>
            </a:r>
          </a:p>
          <a:p>
            <a:pPr lvl="2"/>
            <a:r>
              <a:rPr lang="en-US" altLang="en-US"/>
              <a:t>less typing</a:t>
            </a:r>
          </a:p>
          <a:p>
            <a:pPr lvl="1"/>
            <a:r>
              <a:rPr lang="en-US" altLang="en-US"/>
              <a:t>Yes, it runs slower</a:t>
            </a:r>
          </a:p>
          <a:p>
            <a:pPr lvl="2"/>
            <a:r>
              <a:rPr lang="en-US" altLang="en-US"/>
              <a:t>but development is so much faster!</a:t>
            </a:r>
          </a:p>
          <a:p>
            <a:pPr lvl="1"/>
            <a:r>
              <a:rPr lang="en-US" altLang="en-US"/>
              <a:t>Similar (but more so) for C/C++</a:t>
            </a:r>
          </a:p>
          <a:p>
            <a:r>
              <a:rPr lang="en-US" altLang="en-US"/>
              <a:t>Use Python with Java: JPython!</a:t>
            </a: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D8D7FB96-4DEF-4CB4-B041-4670B0AD6908}"/>
              </a:ext>
            </a:extLst>
          </p:cNvPr>
          <p:cNvSpPr>
            <a:spLocks noGrp="1"/>
          </p:cNvSpPr>
          <p:nvPr>
            <p:ph type="title"/>
          </p:nvPr>
        </p:nvSpPr>
        <p:spPr/>
        <p:txBody>
          <a:bodyPr/>
          <a:lstStyle/>
          <a:p>
            <a:r>
              <a:rPr lang="en-US" altLang="en-US"/>
              <a:t>Agenda</a:t>
            </a:r>
          </a:p>
        </p:txBody>
      </p:sp>
      <p:sp>
        <p:nvSpPr>
          <p:cNvPr id="38915" name="Content Placeholder 2">
            <a:extLst>
              <a:ext uri="{FF2B5EF4-FFF2-40B4-BE49-F238E27FC236}">
                <a16:creationId xmlns:a16="http://schemas.microsoft.com/office/drawing/2014/main" id="{C2A855EF-F4E8-4DAF-9B0E-0911014AD5FA}"/>
              </a:ext>
            </a:extLst>
          </p:cNvPr>
          <p:cNvSpPr>
            <a:spLocks noGrp="1"/>
          </p:cNvSpPr>
          <p:nvPr>
            <p:ph idx="1"/>
          </p:nvPr>
        </p:nvSpPr>
        <p:spPr/>
        <p:txBody>
          <a:bodyPr/>
          <a:lstStyle/>
          <a:p>
            <a:r>
              <a:rPr lang="en-US" altLang="en-US">
                <a:solidFill>
                  <a:schemeClr val="tx1"/>
                </a:solidFill>
              </a:rPr>
              <a:t>Introduction</a:t>
            </a:r>
          </a:p>
          <a:p>
            <a:r>
              <a:rPr lang="en-US" altLang="en-US">
                <a:solidFill>
                  <a:srgbClr val="FF0000"/>
                </a:solidFill>
              </a:rPr>
              <a:t>Running Python</a:t>
            </a:r>
          </a:p>
          <a:p>
            <a:r>
              <a:rPr lang="en-US" altLang="en-US">
                <a:solidFill>
                  <a:schemeClr val="tx1"/>
                </a:solidFill>
              </a:rPr>
              <a:t>Python Programming</a:t>
            </a:r>
          </a:p>
          <a:p>
            <a:pPr lvl="1"/>
            <a:r>
              <a:rPr lang="en-US" altLang="en-US">
                <a:solidFill>
                  <a:schemeClr val="tx1"/>
                </a:solidFill>
              </a:rPr>
              <a:t>Data types</a:t>
            </a:r>
          </a:p>
          <a:p>
            <a:pPr lvl="1"/>
            <a:r>
              <a:rPr lang="en-US" altLang="en-US">
                <a:solidFill>
                  <a:schemeClr val="tx1"/>
                </a:solidFill>
              </a:rPr>
              <a:t>Control flows</a:t>
            </a:r>
          </a:p>
          <a:p>
            <a:pPr lvl="1"/>
            <a:r>
              <a:rPr lang="en-US" altLang="en-US">
                <a:solidFill>
                  <a:schemeClr val="tx1"/>
                </a:solidFill>
              </a:rPr>
              <a:t>Classes, functions, modules</a:t>
            </a:r>
          </a:p>
          <a:p>
            <a:r>
              <a:rPr lang="en-US" altLang="en-US">
                <a:solidFill>
                  <a:schemeClr val="tx1"/>
                </a:solidFill>
              </a:rPr>
              <a:t>Hands-on Exercises</a:t>
            </a:r>
          </a:p>
          <a:p>
            <a:pPr lvl="1"/>
            <a:endParaRPr lang="en-US" altLang="en-US"/>
          </a:p>
        </p:txBody>
      </p:sp>
      <p:sp>
        <p:nvSpPr>
          <p:cNvPr id="38916" name="Text Box 6">
            <a:extLst>
              <a:ext uri="{FF2B5EF4-FFF2-40B4-BE49-F238E27FC236}">
                <a16:creationId xmlns:a16="http://schemas.microsoft.com/office/drawing/2014/main" id="{D8481BB2-A8BC-41A8-BE3D-574D04FF94CA}"/>
              </a:ext>
            </a:extLst>
          </p:cNvPr>
          <p:cNvSpPr txBox="1">
            <a:spLocks noChangeArrowheads="1"/>
          </p:cNvSpPr>
          <p:nvPr/>
        </p:nvSpPr>
        <p:spPr bwMode="auto">
          <a:xfrm>
            <a:off x="1450975" y="5624513"/>
            <a:ext cx="7693025"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The PPT/WORD format of this presentation is available here:</a:t>
            </a:r>
          </a:p>
          <a:p>
            <a:pPr eaLnBrk="1" hangingPunct="1"/>
            <a:r>
              <a:rPr lang="en-US" altLang="en-US"/>
              <a:t>		http://its2.unc.edu/divisions/rc/training/scientific/</a:t>
            </a:r>
          </a:p>
          <a:p>
            <a:pPr eaLnBrk="1" hangingPunct="1"/>
            <a:r>
              <a:rPr lang="en-US" altLang="en-US"/>
              <a:t>/afs/isis/depts/its/public_html/divisions/rc/training/scientific/short_courses/</a:t>
            </a: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1026">
            <a:extLst>
              <a:ext uri="{FF2B5EF4-FFF2-40B4-BE49-F238E27FC236}">
                <a16:creationId xmlns:a16="http://schemas.microsoft.com/office/drawing/2014/main" id="{0272142F-A308-48A2-9175-85F1D1FE79BA}"/>
              </a:ext>
            </a:extLst>
          </p:cNvPr>
          <p:cNvSpPr>
            <a:spLocks noGrp="1" noChangeArrowheads="1"/>
          </p:cNvSpPr>
          <p:nvPr>
            <p:ph type="title"/>
          </p:nvPr>
        </p:nvSpPr>
        <p:spPr>
          <a:xfrm>
            <a:off x="1992313" y="0"/>
            <a:ext cx="7151687" cy="1143000"/>
          </a:xfrm>
        </p:spPr>
        <p:txBody>
          <a:bodyPr/>
          <a:lstStyle/>
          <a:p>
            <a:r>
              <a:rPr lang="en-US" altLang="en-US"/>
              <a:t>Running Python Interactively</a:t>
            </a:r>
          </a:p>
        </p:txBody>
      </p:sp>
      <p:sp>
        <p:nvSpPr>
          <p:cNvPr id="39939" name="Rectangle 1027">
            <a:extLst>
              <a:ext uri="{FF2B5EF4-FFF2-40B4-BE49-F238E27FC236}">
                <a16:creationId xmlns:a16="http://schemas.microsoft.com/office/drawing/2014/main" id="{0B18CF53-95AB-4A5A-8074-A473E2B4C058}"/>
              </a:ext>
            </a:extLst>
          </p:cNvPr>
          <p:cNvSpPr>
            <a:spLocks noGrp="1" noChangeArrowheads="1"/>
          </p:cNvSpPr>
          <p:nvPr>
            <p:ph type="body" idx="1"/>
          </p:nvPr>
        </p:nvSpPr>
        <p:spPr>
          <a:xfrm>
            <a:off x="693738" y="1274763"/>
            <a:ext cx="7991475" cy="5334000"/>
          </a:xfrm>
        </p:spPr>
        <p:txBody>
          <a:bodyPr/>
          <a:lstStyle/>
          <a:p>
            <a:r>
              <a:rPr lang="en-US" altLang="en-US" sz="2000"/>
              <a:t>Start python by typing "python"</a:t>
            </a:r>
          </a:p>
          <a:p>
            <a:pPr lvl="1"/>
            <a:r>
              <a:rPr lang="en-US" altLang="en-US" sz="2000"/>
              <a:t>/afs/isis/pkg/isis/bin/python </a:t>
            </a:r>
          </a:p>
          <a:p>
            <a:r>
              <a:rPr lang="en-US" altLang="en-US" sz="2400"/>
              <a:t>^D (control-D) exits</a:t>
            </a:r>
          </a:p>
          <a:p>
            <a:pPr lvl="2"/>
            <a:r>
              <a:rPr lang="en-US" altLang="en-US" sz="1800"/>
              <a:t>% </a:t>
            </a:r>
            <a:r>
              <a:rPr lang="en-US" altLang="en-US" sz="1800">
                <a:solidFill>
                  <a:srgbClr val="FF0000"/>
                </a:solidFill>
              </a:rPr>
              <a:t>python</a:t>
            </a:r>
          </a:p>
          <a:p>
            <a:pPr lvl="2"/>
            <a:r>
              <a:rPr lang="en-US" altLang="en-US" sz="1800"/>
              <a:t>&gt;&gt;&gt; ^D</a:t>
            </a:r>
          </a:p>
          <a:p>
            <a:pPr lvl="2"/>
            <a:r>
              <a:rPr lang="en-US" altLang="en-US" sz="1800"/>
              <a:t>%</a:t>
            </a:r>
          </a:p>
          <a:p>
            <a:r>
              <a:rPr lang="en-US" altLang="en-US" sz="2000"/>
              <a:t>Comments start with ‘#’</a:t>
            </a:r>
          </a:p>
          <a:p>
            <a:pPr lvl="2"/>
            <a:r>
              <a:rPr lang="en-US" altLang="en-US" sz="1800"/>
              <a:t>&gt;&gt;&gt; 2+2  #Comment on the same line as text</a:t>
            </a:r>
          </a:p>
          <a:p>
            <a:pPr lvl="2"/>
            <a:r>
              <a:rPr lang="en-US" altLang="en-US" sz="1800"/>
              <a:t>4</a:t>
            </a:r>
          </a:p>
          <a:p>
            <a:pPr lvl="2"/>
            <a:r>
              <a:rPr lang="en-US" altLang="en-US" sz="1800"/>
              <a:t>&gt;&gt;&gt; 7/3 #Numbers are integers by default</a:t>
            </a:r>
          </a:p>
          <a:p>
            <a:pPr lvl="2"/>
            <a:r>
              <a:rPr lang="en-US" altLang="en-US" sz="1800"/>
              <a:t>2</a:t>
            </a:r>
          </a:p>
          <a:p>
            <a:pPr lvl="2"/>
            <a:r>
              <a:rPr lang="en-US" altLang="en-US" sz="1800"/>
              <a:t>&gt;&gt;&gt; x = y = z = 0 #Multiple assigns at once</a:t>
            </a:r>
          </a:p>
          <a:p>
            <a:pPr lvl="2"/>
            <a:r>
              <a:rPr lang="en-US" altLang="en-US" sz="1800"/>
              <a:t>&gt;&gt;&gt; z</a:t>
            </a:r>
          </a:p>
          <a:p>
            <a:pPr lvl="2"/>
            <a:r>
              <a:rPr lang="en-US" altLang="en-US" sz="1800"/>
              <a:t>0</a:t>
            </a:r>
          </a:p>
          <a:p>
            <a:pPr lvl="1">
              <a:buFontTx/>
              <a:buNone/>
            </a:pPr>
            <a:endParaRPr lang="en-US" altLang="en-US" sz="2000">
              <a:latin typeface="Courier" pitchFamily="49" charset="0"/>
            </a:endParaRPr>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1FBC7FD-74B9-48AD-8897-B2323D56A671}"/>
              </a:ext>
            </a:extLst>
          </p:cNvPr>
          <p:cNvSpPr>
            <a:spLocks noGrp="1" noChangeArrowheads="1"/>
          </p:cNvSpPr>
          <p:nvPr>
            <p:ph type="title"/>
          </p:nvPr>
        </p:nvSpPr>
        <p:spPr>
          <a:xfrm>
            <a:off x="2592388" y="0"/>
            <a:ext cx="6551612" cy="1143000"/>
          </a:xfrm>
        </p:spPr>
        <p:txBody>
          <a:bodyPr/>
          <a:lstStyle/>
          <a:p>
            <a:r>
              <a:rPr lang="en-US" altLang="en-US"/>
              <a:t>Running Python Programs</a:t>
            </a:r>
          </a:p>
        </p:txBody>
      </p:sp>
      <p:sp>
        <p:nvSpPr>
          <p:cNvPr id="40963" name="Rectangle 3">
            <a:extLst>
              <a:ext uri="{FF2B5EF4-FFF2-40B4-BE49-F238E27FC236}">
                <a16:creationId xmlns:a16="http://schemas.microsoft.com/office/drawing/2014/main" id="{E4D29036-5780-4713-9EFF-D378F07DB7C7}"/>
              </a:ext>
            </a:extLst>
          </p:cNvPr>
          <p:cNvSpPr>
            <a:spLocks noGrp="1" noChangeArrowheads="1"/>
          </p:cNvSpPr>
          <p:nvPr>
            <p:ph type="body" idx="1"/>
          </p:nvPr>
        </p:nvSpPr>
        <p:spPr>
          <a:xfrm>
            <a:off x="508000" y="1192213"/>
            <a:ext cx="8507413" cy="5099050"/>
          </a:xfrm>
        </p:spPr>
        <p:txBody>
          <a:bodyPr/>
          <a:lstStyle/>
          <a:p>
            <a:r>
              <a:rPr lang="en-US" altLang="en-US" sz="2000"/>
              <a:t>In general</a:t>
            </a:r>
          </a:p>
          <a:p>
            <a:pPr lvl="2"/>
            <a:r>
              <a:rPr lang="en-US" altLang="en-US" sz="2000"/>
              <a:t>% </a:t>
            </a:r>
            <a:r>
              <a:rPr lang="en-US" altLang="en-US" sz="2000">
                <a:solidFill>
                  <a:srgbClr val="FF0000"/>
                </a:solidFill>
              </a:rPr>
              <a:t>python ./myprogram.py</a:t>
            </a:r>
          </a:p>
          <a:p>
            <a:r>
              <a:rPr lang="en-US" altLang="en-US" sz="2000"/>
              <a:t>Can also create executable scripts</a:t>
            </a:r>
          </a:p>
          <a:p>
            <a:pPr lvl="1"/>
            <a:r>
              <a:rPr lang="en-US" altLang="en-US" sz="2000"/>
              <a:t>Compose the code in an editor like </a:t>
            </a:r>
            <a:r>
              <a:rPr lang="en-US" altLang="en-US" sz="2000">
                <a:latin typeface="Courier" pitchFamily="49" charset="0"/>
              </a:rPr>
              <a:t>vi/emacs</a:t>
            </a:r>
          </a:p>
          <a:p>
            <a:pPr lvl="2"/>
            <a:r>
              <a:rPr lang="en-US" altLang="en-US" sz="2000"/>
              <a:t>% vi ./myprogram.py      #</a:t>
            </a:r>
            <a:r>
              <a:rPr lang="en-GB" altLang="en-US" sz="2000">
                <a:solidFill>
                  <a:srgbClr val="000000"/>
                </a:solidFill>
              </a:rPr>
              <a:t> Python scripts with the suffix </a:t>
            </a:r>
            <a:r>
              <a:rPr lang="en-GB" altLang="en-US" sz="2000">
                <a:solidFill>
                  <a:srgbClr val="FF0000"/>
                </a:solidFill>
              </a:rPr>
              <a:t>.py</a:t>
            </a:r>
            <a:r>
              <a:rPr lang="en-GB" altLang="en-US" sz="2000">
                <a:solidFill>
                  <a:srgbClr val="000000"/>
                </a:solidFill>
              </a:rPr>
              <a:t>. </a:t>
            </a:r>
            <a:endParaRPr lang="en-US" altLang="en-US" sz="2000"/>
          </a:p>
          <a:p>
            <a:pPr lvl="1"/>
            <a:r>
              <a:rPr lang="en-US" altLang="en-US" sz="2000"/>
              <a:t>Then you can just type the script name to execute</a:t>
            </a:r>
          </a:p>
          <a:p>
            <a:pPr lvl="2"/>
            <a:r>
              <a:rPr lang="en-US" altLang="en-US" sz="2000"/>
              <a:t>% python ./myprogram.py</a:t>
            </a:r>
          </a:p>
          <a:p>
            <a:r>
              <a:rPr lang="en-US" altLang="en-US" sz="2000"/>
              <a:t>The first line of the program tells the OS how to execute it:</a:t>
            </a:r>
          </a:p>
          <a:p>
            <a:pPr lvl="2"/>
            <a:r>
              <a:rPr lang="en-US" altLang="en-US" sz="2000"/>
              <a:t>#! /afs/isis/pkg/isis/bin/python </a:t>
            </a:r>
          </a:p>
          <a:p>
            <a:pPr lvl="1"/>
            <a:r>
              <a:rPr lang="en-US" altLang="en-US" sz="2000"/>
              <a:t>Make the file executable:</a:t>
            </a:r>
          </a:p>
          <a:p>
            <a:pPr lvl="2"/>
            <a:r>
              <a:rPr lang="en-US" altLang="en-US" sz="2000"/>
              <a:t>% chmod +x ./myprogram.py</a:t>
            </a:r>
          </a:p>
          <a:p>
            <a:pPr lvl="1"/>
            <a:r>
              <a:rPr lang="en-US" altLang="en-US" sz="2000"/>
              <a:t>Then you can just type the script name to execute</a:t>
            </a:r>
          </a:p>
          <a:p>
            <a:pPr lvl="2"/>
            <a:r>
              <a:rPr lang="en-US" altLang="en-US" sz="2000"/>
              <a:t>% </a:t>
            </a:r>
            <a:r>
              <a:rPr lang="en-US" altLang="en-US" sz="2000">
                <a:solidFill>
                  <a:srgbClr val="FF0000"/>
                </a:solidFill>
              </a:rPr>
              <a:t>./myprogram.py</a:t>
            </a: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63A8677-BB80-4DE0-AB15-71302005B130}"/>
              </a:ext>
            </a:extLst>
          </p:cNvPr>
          <p:cNvSpPr>
            <a:spLocks noGrp="1" noChangeArrowheads="1"/>
          </p:cNvSpPr>
          <p:nvPr>
            <p:ph type="title"/>
          </p:nvPr>
        </p:nvSpPr>
        <p:spPr>
          <a:xfrm>
            <a:off x="2592388" y="0"/>
            <a:ext cx="6551612" cy="1143000"/>
          </a:xfrm>
        </p:spPr>
        <p:txBody>
          <a:bodyPr/>
          <a:lstStyle/>
          <a:p>
            <a:r>
              <a:rPr lang="en-US" altLang="en-US"/>
              <a:t>Running Python Programs</a:t>
            </a:r>
            <a:br>
              <a:rPr lang="en-US" altLang="en-US"/>
            </a:br>
            <a:r>
              <a:rPr lang="en-US" altLang="en-US"/>
              <a:t>Interactively</a:t>
            </a:r>
          </a:p>
        </p:txBody>
      </p:sp>
      <p:sp>
        <p:nvSpPr>
          <p:cNvPr id="41987" name="Rectangle 3">
            <a:extLst>
              <a:ext uri="{FF2B5EF4-FFF2-40B4-BE49-F238E27FC236}">
                <a16:creationId xmlns:a16="http://schemas.microsoft.com/office/drawing/2014/main" id="{4A93284D-992A-47A4-A1BF-BAD671ED303F}"/>
              </a:ext>
            </a:extLst>
          </p:cNvPr>
          <p:cNvSpPr>
            <a:spLocks noGrp="1" noChangeArrowheads="1"/>
          </p:cNvSpPr>
          <p:nvPr>
            <p:ph type="body" idx="1"/>
          </p:nvPr>
        </p:nvSpPr>
        <p:spPr>
          <a:xfrm>
            <a:off x="477838" y="1441450"/>
            <a:ext cx="8486775" cy="4879975"/>
          </a:xfrm>
        </p:spPr>
        <p:txBody>
          <a:bodyPr/>
          <a:lstStyle/>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rPr>
              <a:t>Suppose the file </a:t>
            </a:r>
            <a:r>
              <a:rPr lang="en-GB" altLang="en-US" sz="1800">
                <a:solidFill>
                  <a:srgbClr val="00B050"/>
                </a:solidFill>
                <a:latin typeface="Courier" pitchFamily="49" charset="0"/>
              </a:rPr>
              <a:t>script.py</a:t>
            </a:r>
            <a:r>
              <a:rPr lang="en-GB" altLang="en-US" sz="1800">
                <a:solidFill>
                  <a:srgbClr val="000000"/>
                </a:solidFill>
              </a:rPr>
              <a:t> contains the following lines:</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C00000"/>
                </a:solidFill>
                <a:latin typeface="Courier New" panose="02070309020205020404" pitchFamily="49" charset="0"/>
              </a:rPr>
              <a:t>	print 'Hello world'</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C00000"/>
                </a:solidFill>
                <a:latin typeface="Courier New" panose="02070309020205020404" pitchFamily="49" charset="0"/>
              </a:rPr>
              <a:t>	x = [0,1,2]</a:t>
            </a:r>
          </a:p>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rPr>
              <a:t>Let's run this script in each of the ways described on the last slide:</a:t>
            </a:r>
          </a:p>
          <a:p>
            <a:pPr>
              <a:lnSpc>
                <a:spcPct val="103000"/>
              </a:lnSpc>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python -i script.py</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Hello world</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x</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[0,1,2]</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endParaRPr lang="en-GB" altLang="en-US" sz="1800">
              <a:solidFill>
                <a:srgbClr val="000000"/>
              </a:solidFill>
              <a:latin typeface="Courier New" panose="02070309020205020404" pitchFamily="49" charset="0"/>
            </a:endParaRPr>
          </a:p>
          <a:p>
            <a:pPr>
              <a:lnSpc>
                <a:spcPct val="103000"/>
              </a:lnSpc>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a:t>
            </a:r>
            <a:r>
              <a:rPr lang="en-GB" altLang="en-US" sz="1800">
                <a:solidFill>
                  <a:srgbClr val="FF0000"/>
                </a:solidFill>
                <a:latin typeface="Courier New" panose="02070309020205020404" pitchFamily="49" charset="0"/>
              </a:rPr>
              <a:t>python</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a:t>
            </a:r>
            <a:r>
              <a:rPr lang="en-GB" altLang="en-US" sz="1800">
                <a:solidFill>
                  <a:srgbClr val="00B0F0"/>
                </a:solidFill>
                <a:latin typeface="Courier New" panose="02070309020205020404" pitchFamily="49" charset="0"/>
              </a:rPr>
              <a:t>execfile('script.py')</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x</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[0,1,2]</a:t>
            </a:r>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3242A9C-C90D-4B72-B454-657C2EEED737}"/>
              </a:ext>
            </a:extLst>
          </p:cNvPr>
          <p:cNvSpPr>
            <a:spLocks noGrp="1" noChangeArrowheads="1"/>
          </p:cNvSpPr>
          <p:nvPr>
            <p:ph type="title"/>
          </p:nvPr>
        </p:nvSpPr>
        <p:spPr>
          <a:xfrm>
            <a:off x="2592388" y="0"/>
            <a:ext cx="6551612" cy="1143000"/>
          </a:xfrm>
        </p:spPr>
        <p:txBody>
          <a:bodyPr/>
          <a:lstStyle/>
          <a:p>
            <a:r>
              <a:rPr lang="en-US" altLang="en-US"/>
              <a:t>Running Python Programs</a:t>
            </a:r>
            <a:br>
              <a:rPr lang="en-US" altLang="en-US"/>
            </a:br>
            <a:r>
              <a:rPr lang="en-US" altLang="en-US"/>
              <a:t>Interactively</a:t>
            </a:r>
          </a:p>
        </p:txBody>
      </p:sp>
      <p:sp>
        <p:nvSpPr>
          <p:cNvPr id="43011" name="Rectangle 3">
            <a:extLst>
              <a:ext uri="{FF2B5EF4-FFF2-40B4-BE49-F238E27FC236}">
                <a16:creationId xmlns:a16="http://schemas.microsoft.com/office/drawing/2014/main" id="{88847018-E64E-44E1-AFA3-38D41B3C8688}"/>
              </a:ext>
            </a:extLst>
          </p:cNvPr>
          <p:cNvSpPr>
            <a:spLocks noGrp="1" noChangeArrowheads="1"/>
          </p:cNvSpPr>
          <p:nvPr>
            <p:ph type="body" idx="1"/>
          </p:nvPr>
        </p:nvSpPr>
        <p:spPr>
          <a:xfrm>
            <a:off x="477838" y="1222375"/>
            <a:ext cx="8507412" cy="5099050"/>
          </a:xfrm>
        </p:spPr>
        <p:txBody>
          <a:bodyPr/>
          <a:lstStyle/>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rPr>
              <a:t>Suppose the file </a:t>
            </a:r>
            <a:r>
              <a:rPr lang="en-GB" altLang="en-US" sz="1800">
                <a:solidFill>
                  <a:srgbClr val="00B050"/>
                </a:solidFill>
                <a:latin typeface="Courier" pitchFamily="49" charset="0"/>
              </a:rPr>
              <a:t>script.py</a:t>
            </a:r>
            <a:r>
              <a:rPr lang="en-GB" altLang="en-US" sz="1800">
                <a:solidFill>
                  <a:srgbClr val="000000"/>
                </a:solidFill>
              </a:rPr>
              <a:t> contains the following lines:</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C00000"/>
                </a:solidFill>
                <a:latin typeface="Courier New" panose="02070309020205020404" pitchFamily="49" charset="0"/>
              </a:rPr>
              <a:t>	print 'Hello world'</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C00000"/>
                </a:solidFill>
                <a:latin typeface="Courier New" panose="02070309020205020404" pitchFamily="49" charset="0"/>
              </a:rPr>
              <a:t>	x = [0,1,2]</a:t>
            </a:r>
          </a:p>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rPr>
              <a:t>Let's run this script in each of the ways described on the last slide:</a:t>
            </a:r>
          </a:p>
          <a:p>
            <a:pPr>
              <a:lnSpc>
                <a:spcPct val="103000"/>
              </a:lnSpc>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python</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import script </a:t>
            </a:r>
            <a:r>
              <a:rPr lang="en-GB" altLang="en-US" sz="1800">
                <a:solidFill>
                  <a:srgbClr val="008000"/>
                </a:solidFill>
              </a:rPr>
              <a:t># DO NOT add the .py suffix.  Script is a </a:t>
            </a:r>
            <a:r>
              <a:rPr lang="en-GB" altLang="en-US" sz="1800" i="1">
                <a:solidFill>
                  <a:srgbClr val="008000"/>
                </a:solidFill>
              </a:rPr>
              <a:t>module</a:t>
            </a:r>
            <a:r>
              <a:rPr lang="en-GB" altLang="en-US" sz="1800">
                <a:solidFill>
                  <a:srgbClr val="008000"/>
                </a:solidFill>
              </a:rPr>
              <a:t> here</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x</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Traceback (most recent call last):</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File "&lt;stdin&gt;", line 1, in ?</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NameError: name 'x' is not defined</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script.x   </a:t>
            </a:r>
            <a:r>
              <a:rPr lang="en-GB" altLang="en-US" sz="1800">
                <a:solidFill>
                  <a:srgbClr val="008000"/>
                </a:solidFill>
              </a:rPr>
              <a:t># to make use of x, we need to let Python know which 				      #module it came from, i.e. give Python its context</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[0,1,2]</a:t>
            </a: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CA2BB7A-ED26-4324-87AC-F7F7AE1ECC37}"/>
              </a:ext>
            </a:extLst>
          </p:cNvPr>
          <p:cNvSpPr>
            <a:spLocks noGrp="1" noChangeArrowheads="1"/>
          </p:cNvSpPr>
          <p:nvPr>
            <p:ph type="title"/>
          </p:nvPr>
        </p:nvSpPr>
        <p:spPr>
          <a:xfrm>
            <a:off x="2592388" y="0"/>
            <a:ext cx="6551612" cy="1143000"/>
          </a:xfrm>
        </p:spPr>
        <p:txBody>
          <a:bodyPr/>
          <a:lstStyle/>
          <a:p>
            <a:r>
              <a:rPr lang="en-US" altLang="en-US"/>
              <a:t>Running Python Programs</a:t>
            </a:r>
            <a:br>
              <a:rPr lang="en-US" altLang="en-US"/>
            </a:br>
            <a:r>
              <a:rPr lang="en-US" altLang="en-US"/>
              <a:t>Interactively</a:t>
            </a:r>
          </a:p>
        </p:txBody>
      </p:sp>
      <p:sp>
        <p:nvSpPr>
          <p:cNvPr id="44035" name="Rectangle 3">
            <a:extLst>
              <a:ext uri="{FF2B5EF4-FFF2-40B4-BE49-F238E27FC236}">
                <a16:creationId xmlns:a16="http://schemas.microsoft.com/office/drawing/2014/main" id="{69342FD4-F0B5-48DF-9DE0-BDE0EFBB3E8B}"/>
              </a:ext>
            </a:extLst>
          </p:cNvPr>
          <p:cNvSpPr>
            <a:spLocks noGrp="1" noChangeArrowheads="1"/>
          </p:cNvSpPr>
          <p:nvPr>
            <p:ph type="body" idx="1"/>
          </p:nvPr>
        </p:nvSpPr>
        <p:spPr>
          <a:xfrm>
            <a:off x="468313" y="1501775"/>
            <a:ext cx="8358187" cy="4829175"/>
          </a:xfrm>
        </p:spPr>
        <p:txBody>
          <a:bodyPr/>
          <a:lstStyle/>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8000"/>
                </a:solidFill>
              </a:rPr>
              <a:t># Pretend that script.py contains multiple stored quantities.  To promote x(and only x) to the top level context, type the following:</a:t>
            </a:r>
          </a:p>
          <a:p>
            <a:pPr>
              <a:lnSpc>
                <a:spcPct val="103000"/>
              </a:lnSpc>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python</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a:t>
            </a:r>
            <a:r>
              <a:rPr lang="en-GB" altLang="en-US" sz="1800">
                <a:solidFill>
                  <a:srgbClr val="FF0000"/>
                </a:solidFill>
                <a:latin typeface="Courier New" panose="02070309020205020404" pitchFamily="49" charset="0"/>
              </a:rPr>
              <a:t>from script import x</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Hello world</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x</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[0,1,2]</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 </a:t>
            </a:r>
          </a:p>
          <a:p>
            <a:pPr>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8000"/>
                </a:solidFill>
              </a:rPr>
              <a:t>	# To promote all quantities in </a:t>
            </a:r>
            <a:r>
              <a:rPr lang="en-GB" altLang="en-US" sz="1800">
                <a:solidFill>
                  <a:srgbClr val="008000"/>
                </a:solidFill>
                <a:latin typeface="Courier" pitchFamily="49" charset="0"/>
              </a:rPr>
              <a:t>script.py</a:t>
            </a:r>
            <a:r>
              <a:rPr lang="en-GB" altLang="en-US" sz="1800">
                <a:solidFill>
                  <a:srgbClr val="008000"/>
                </a:solidFill>
              </a:rPr>
              <a:t> to the top level context, type </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800080"/>
                </a:solidFill>
                <a:latin typeface="Courier New" panose="02070309020205020404" pitchFamily="49" charset="0"/>
              </a:rPr>
              <a:t>	from script import *</a:t>
            </a:r>
            <a:r>
              <a:rPr lang="en-GB" altLang="en-US" sz="1800">
                <a:solidFill>
                  <a:srgbClr val="008000"/>
                </a:solidFill>
              </a:rPr>
              <a:t> into the interpreter.  Of course, if that's what you want, you might as well type </a:t>
            </a:r>
            <a:r>
              <a:rPr lang="en-GB" altLang="en-US" sz="1800">
                <a:solidFill>
                  <a:srgbClr val="800080"/>
                </a:solidFill>
                <a:latin typeface="Courier New" panose="02070309020205020404" pitchFamily="49" charset="0"/>
              </a:rPr>
              <a:t>python -i script.py</a:t>
            </a:r>
            <a:r>
              <a:rPr lang="en-GB" altLang="en-US" sz="1800">
                <a:solidFill>
                  <a:srgbClr val="008000"/>
                </a:solidFill>
              </a:rPr>
              <a:t> into the terminal.</a:t>
            </a:r>
          </a:p>
          <a:p>
            <a:pPr>
              <a:lnSpc>
                <a:spcPct val="103000"/>
              </a:lnSpc>
              <a:buFont typeface="Wingdings" panose="05000000000000000000" pitchFamily="2" charset="2"/>
              <a:buNone/>
              <a:tabLst>
                <a:tab pos="649288" algn="l"/>
                <a:tab pos="1298575" algn="l"/>
                <a:tab pos="1947863" algn="l"/>
                <a:tab pos="2597150" algn="l"/>
                <a:tab pos="3248025" algn="l"/>
                <a:tab pos="3897313" algn="l"/>
                <a:tab pos="4546600" algn="l"/>
                <a:tab pos="5195888" algn="l"/>
                <a:tab pos="5845175" algn="l"/>
                <a:tab pos="6496050" algn="l"/>
                <a:tab pos="7145338" algn="l"/>
                <a:tab pos="7794625" algn="l"/>
              </a:tabLst>
            </a:pPr>
            <a:r>
              <a:rPr lang="en-GB" altLang="en-US" sz="1800">
                <a:solidFill>
                  <a:srgbClr val="000000"/>
                </a:solidFill>
                <a:latin typeface="Courier New" panose="02070309020205020404" pitchFamily="49" charset="0"/>
              </a:rPr>
              <a:t>	&gt;&gt;&gt;</a:t>
            </a:r>
            <a:r>
              <a:rPr lang="en-GB" altLang="en-US" sz="1800">
                <a:solidFill>
                  <a:srgbClr val="800080"/>
                </a:solidFill>
                <a:latin typeface="Courier New" panose="02070309020205020404" pitchFamily="49" charset="0"/>
              </a:rPr>
              <a:t> </a:t>
            </a:r>
            <a:r>
              <a:rPr lang="en-GB" altLang="en-US" sz="1800">
                <a:solidFill>
                  <a:srgbClr val="FF0000"/>
                </a:solidFill>
                <a:latin typeface="Courier New" panose="02070309020205020404" pitchFamily="49" charset="0"/>
              </a:rPr>
              <a:t>from script import *</a:t>
            </a:r>
            <a:r>
              <a:rPr lang="en-GB" altLang="en-US" sz="1800">
                <a:solidFill>
                  <a:srgbClr val="FF0000"/>
                </a:solidFill>
              </a:rPr>
              <a:t> </a:t>
            </a:r>
            <a:endParaRPr lang="en-GB" altLang="en-US" sz="1800">
              <a:solidFill>
                <a:srgbClr val="FF0000"/>
              </a:solidFill>
              <a:latin typeface="Courier New" panose="02070309020205020404" pitchFamily="49" charset="0"/>
            </a:endParaRP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CB6D38A-052C-4094-8BD3-CE1300130259}"/>
              </a:ext>
            </a:extLst>
          </p:cNvPr>
          <p:cNvSpPr>
            <a:spLocks noGrp="1" noChangeArrowheads="1"/>
          </p:cNvSpPr>
          <p:nvPr>
            <p:ph type="title"/>
          </p:nvPr>
        </p:nvSpPr>
        <p:spPr/>
        <p:txBody>
          <a:bodyPr/>
          <a:lstStyle/>
          <a:p>
            <a:pPr eaLnBrk="1" hangingPunct="1"/>
            <a:r>
              <a:rPr lang="en-US" altLang="ko-KR">
                <a:ea typeface="굴림" panose="020B0503020000020004" pitchFamily="34" charset="-127"/>
              </a:rPr>
              <a:t>File naming conventions</a:t>
            </a:r>
          </a:p>
        </p:txBody>
      </p:sp>
      <p:sp>
        <p:nvSpPr>
          <p:cNvPr id="45059" name="Rectangle 3">
            <a:extLst>
              <a:ext uri="{FF2B5EF4-FFF2-40B4-BE49-F238E27FC236}">
                <a16:creationId xmlns:a16="http://schemas.microsoft.com/office/drawing/2014/main" id="{0FC47957-D026-4703-B124-91A80B8D8579}"/>
              </a:ext>
            </a:extLst>
          </p:cNvPr>
          <p:cNvSpPr>
            <a:spLocks noGrp="1" noChangeArrowheads="1"/>
          </p:cNvSpPr>
          <p:nvPr>
            <p:ph type="body" idx="1"/>
          </p:nvPr>
        </p:nvSpPr>
        <p:spPr>
          <a:xfrm>
            <a:off x="447675" y="1776413"/>
            <a:ext cx="8407400" cy="4256087"/>
          </a:xfrm>
          <a:noFill/>
        </p:spPr>
        <p:txBody>
          <a:bodyPr/>
          <a:lstStyle/>
          <a:p>
            <a:pPr eaLnBrk="1" hangingPunct="1">
              <a:lnSpc>
                <a:spcPct val="130000"/>
              </a:lnSpc>
            </a:pPr>
            <a:r>
              <a:rPr lang="en-US" altLang="ko-KR" sz="2800">
                <a:ea typeface="굴림" panose="020B0503020000020004" pitchFamily="34" charset="-127"/>
              </a:rPr>
              <a:t>python files usually end with the suffix </a:t>
            </a:r>
            <a:r>
              <a:rPr lang="en-US" altLang="ko-KR" sz="2800" b="1">
                <a:solidFill>
                  <a:schemeClr val="folHlink"/>
                </a:solidFill>
                <a:latin typeface="Courier New" panose="02070309020205020404" pitchFamily="49" charset="0"/>
                <a:ea typeface="굴림" panose="020B0503020000020004" pitchFamily="34" charset="-127"/>
              </a:rPr>
              <a:t>.py</a:t>
            </a:r>
          </a:p>
          <a:p>
            <a:pPr eaLnBrk="1" hangingPunct="1">
              <a:lnSpc>
                <a:spcPct val="130000"/>
              </a:lnSpc>
            </a:pPr>
            <a:r>
              <a:rPr lang="en-US" altLang="ko-KR" sz="2800">
                <a:ea typeface="굴림" panose="020B0503020000020004" pitchFamily="34" charset="-127"/>
              </a:rPr>
              <a:t>but executable files usually don’t have the </a:t>
            </a:r>
            <a:r>
              <a:rPr lang="en-US" altLang="ko-KR" sz="2800" b="1">
                <a:solidFill>
                  <a:schemeClr val="folHlink"/>
                </a:solidFill>
                <a:latin typeface="Courier New" panose="02070309020205020404" pitchFamily="49" charset="0"/>
                <a:ea typeface="굴림" panose="020B0503020000020004" pitchFamily="34" charset="-127"/>
              </a:rPr>
              <a:t>.py</a:t>
            </a:r>
            <a:r>
              <a:rPr lang="en-US" altLang="ko-KR" sz="2800">
                <a:ea typeface="굴림" panose="020B0503020000020004" pitchFamily="34" charset="-127"/>
              </a:rPr>
              <a:t> extension</a:t>
            </a:r>
          </a:p>
          <a:p>
            <a:pPr eaLnBrk="1" hangingPunct="1">
              <a:lnSpc>
                <a:spcPct val="130000"/>
              </a:lnSpc>
            </a:pPr>
            <a:r>
              <a:rPr lang="en-US" altLang="ko-KR" sz="2800">
                <a:solidFill>
                  <a:srgbClr val="00B050"/>
                </a:solidFill>
                <a:ea typeface="굴림" panose="020B0503020000020004" pitchFamily="34" charset="-127"/>
              </a:rPr>
              <a:t>modules</a:t>
            </a:r>
            <a:r>
              <a:rPr lang="en-US" altLang="ko-KR" sz="2800">
                <a:ea typeface="굴림" panose="020B0503020000020004" pitchFamily="34" charset="-127"/>
              </a:rPr>
              <a:t> (later) should </a:t>
            </a:r>
            <a:r>
              <a:rPr lang="en-US" altLang="ko-KR" sz="2800" u="sng">
                <a:ea typeface="굴림" panose="020B0503020000020004" pitchFamily="34" charset="-127"/>
              </a:rPr>
              <a:t>always</a:t>
            </a:r>
            <a:r>
              <a:rPr lang="en-US" altLang="ko-KR" sz="2800">
                <a:ea typeface="굴림" panose="020B0503020000020004" pitchFamily="34" charset="-127"/>
              </a:rPr>
              <a:t> have the </a:t>
            </a:r>
            <a:r>
              <a:rPr lang="en-US" altLang="ko-KR" sz="2800" b="1">
                <a:solidFill>
                  <a:schemeClr val="folHlink"/>
                </a:solidFill>
                <a:latin typeface="Courier New" panose="02070309020205020404" pitchFamily="49" charset="0"/>
                <a:ea typeface="굴림" panose="020B0503020000020004" pitchFamily="34" charset="-127"/>
              </a:rPr>
              <a:t>.py</a:t>
            </a:r>
            <a:r>
              <a:rPr lang="en-US" altLang="ko-KR" sz="2800">
                <a:ea typeface="굴림" panose="020B0503020000020004" pitchFamily="34" charset="-127"/>
              </a:rPr>
              <a:t> extension</a:t>
            </a: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B7D0199-FE65-4D08-97BC-882E2A039DCE}"/>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Comments</a:t>
            </a:r>
          </a:p>
        </p:txBody>
      </p:sp>
      <p:sp>
        <p:nvSpPr>
          <p:cNvPr id="46083" name="Rectangle 3">
            <a:extLst>
              <a:ext uri="{FF2B5EF4-FFF2-40B4-BE49-F238E27FC236}">
                <a16:creationId xmlns:a16="http://schemas.microsoft.com/office/drawing/2014/main" id="{A89BE3DA-094F-4BC2-A4E8-9FC04FDBE3E1}"/>
              </a:ext>
            </a:extLst>
          </p:cNvPr>
          <p:cNvSpPr>
            <a:spLocks noGrp="1" noChangeArrowheads="1"/>
          </p:cNvSpPr>
          <p:nvPr>
            <p:ph type="body" idx="1"/>
          </p:nvPr>
        </p:nvSpPr>
        <p:spPr>
          <a:xfrm>
            <a:off x="495300" y="2144713"/>
            <a:ext cx="8116888" cy="4114800"/>
          </a:xfrm>
          <a:noFill/>
        </p:spPr>
        <p:txBody>
          <a:bodyPr/>
          <a:lstStyle/>
          <a:p>
            <a:pPr eaLnBrk="1" hangingPunct="1">
              <a:lnSpc>
                <a:spcPct val="160000"/>
              </a:lnSpc>
            </a:pPr>
            <a:r>
              <a:rPr lang="en-US" altLang="ko-KR" sz="3600">
                <a:ea typeface="굴림" panose="020B0503020000020004" pitchFamily="34" charset="-127"/>
              </a:rPr>
              <a:t>Start with </a:t>
            </a:r>
            <a:r>
              <a:rPr lang="en-US" altLang="ko-KR" sz="3600" b="1">
                <a:solidFill>
                  <a:schemeClr val="folHlink"/>
                </a:solidFill>
                <a:latin typeface="Courier New" panose="02070309020205020404" pitchFamily="49" charset="0"/>
                <a:ea typeface="굴림" panose="020B0503020000020004" pitchFamily="34" charset="-127"/>
              </a:rPr>
              <a:t>#</a:t>
            </a:r>
            <a:r>
              <a:rPr lang="en-US" altLang="ko-KR" sz="3600">
                <a:ea typeface="굴림" panose="020B0503020000020004" pitchFamily="34" charset="-127"/>
              </a:rPr>
              <a:t> and go to end of line</a:t>
            </a:r>
          </a:p>
          <a:p>
            <a:pPr eaLnBrk="1" hangingPunct="1">
              <a:lnSpc>
                <a:spcPct val="160000"/>
              </a:lnSpc>
            </a:pPr>
            <a:r>
              <a:rPr lang="en-US" altLang="ko-KR" sz="3600">
                <a:ea typeface="굴림" panose="020B0503020000020004" pitchFamily="34" charset="-127"/>
              </a:rPr>
              <a:t>What about C, C++ style comments?</a:t>
            </a:r>
          </a:p>
          <a:p>
            <a:pPr lvl="1" eaLnBrk="1" hangingPunct="1">
              <a:lnSpc>
                <a:spcPct val="160000"/>
              </a:lnSpc>
            </a:pPr>
            <a:r>
              <a:rPr lang="en-US" altLang="ko-KR" sz="3200">
                <a:ea typeface="굴림" panose="020B0503020000020004" pitchFamily="34" charset="-127"/>
              </a:rPr>
              <a:t>NOT supported!</a:t>
            </a:r>
          </a:p>
          <a:p>
            <a:pPr eaLnBrk="1" hangingPunct="1">
              <a:buFont typeface="Wingdings" panose="05000000000000000000" pitchFamily="2" charset="2"/>
              <a:buNone/>
            </a:pPr>
            <a:endParaRPr lang="ko-KR" altLang="en-US" sz="3600" b="1">
              <a:latin typeface="Courier New" panose="02070309020205020404" pitchFamily="49" charset="0"/>
              <a:ea typeface="굴림" panose="020B0503020000020004" pitchFamily="34" charset="-127"/>
            </a:endParaRPr>
          </a:p>
        </p:txBody>
      </p:sp>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F8AA272A-96B0-4ACF-B53D-0DBDE0AB38AD}"/>
              </a:ext>
            </a:extLst>
          </p:cNvPr>
          <p:cNvSpPr>
            <a:spLocks noGrp="1"/>
          </p:cNvSpPr>
          <p:nvPr>
            <p:ph type="title"/>
          </p:nvPr>
        </p:nvSpPr>
        <p:spPr/>
        <p:txBody>
          <a:bodyPr/>
          <a:lstStyle/>
          <a:p>
            <a:r>
              <a:rPr lang="en-US" altLang="en-US"/>
              <a:t>Agenda</a:t>
            </a:r>
          </a:p>
        </p:txBody>
      </p:sp>
      <p:sp>
        <p:nvSpPr>
          <p:cNvPr id="47107" name="Content Placeholder 2">
            <a:extLst>
              <a:ext uri="{FF2B5EF4-FFF2-40B4-BE49-F238E27FC236}">
                <a16:creationId xmlns:a16="http://schemas.microsoft.com/office/drawing/2014/main" id="{9FA39E35-B417-4031-912B-A548F869035C}"/>
              </a:ext>
            </a:extLst>
          </p:cNvPr>
          <p:cNvSpPr>
            <a:spLocks noGrp="1"/>
          </p:cNvSpPr>
          <p:nvPr>
            <p:ph idx="1"/>
          </p:nvPr>
        </p:nvSpPr>
        <p:spPr/>
        <p:txBody>
          <a:bodyPr/>
          <a:lstStyle/>
          <a:p>
            <a:r>
              <a:rPr lang="en-US" altLang="en-US">
                <a:solidFill>
                  <a:schemeClr val="tx1"/>
                </a:solidFill>
              </a:rPr>
              <a:t>Introduction</a:t>
            </a:r>
          </a:p>
          <a:p>
            <a:r>
              <a:rPr lang="en-US" altLang="en-US">
                <a:solidFill>
                  <a:schemeClr val="tx1"/>
                </a:solidFill>
              </a:rPr>
              <a:t>Running Python</a:t>
            </a:r>
          </a:p>
          <a:p>
            <a:r>
              <a:rPr lang="en-US" altLang="en-US">
                <a:solidFill>
                  <a:srgbClr val="FF0000"/>
                </a:solidFill>
              </a:rPr>
              <a:t>Python Programming</a:t>
            </a:r>
          </a:p>
          <a:p>
            <a:pPr lvl="1"/>
            <a:r>
              <a:rPr lang="en-US" altLang="en-US"/>
              <a:t>Data types</a:t>
            </a:r>
          </a:p>
          <a:p>
            <a:pPr lvl="1"/>
            <a:r>
              <a:rPr lang="en-US" altLang="en-US"/>
              <a:t>Control flows</a:t>
            </a:r>
          </a:p>
          <a:p>
            <a:pPr lvl="1"/>
            <a:r>
              <a:rPr lang="en-US" altLang="en-US"/>
              <a:t>Classes, functions, modules</a:t>
            </a:r>
          </a:p>
          <a:p>
            <a:r>
              <a:rPr lang="en-US" altLang="en-US">
                <a:solidFill>
                  <a:schemeClr val="tx1"/>
                </a:solidFill>
              </a:rPr>
              <a:t>Hands-on Exercises</a:t>
            </a:r>
          </a:p>
          <a:p>
            <a:pPr lvl="1"/>
            <a:endParaRPr lang="en-US" altLang="en-US"/>
          </a:p>
        </p:txBody>
      </p:sp>
      <p:sp>
        <p:nvSpPr>
          <p:cNvPr id="47108" name="Text Box 6">
            <a:extLst>
              <a:ext uri="{FF2B5EF4-FFF2-40B4-BE49-F238E27FC236}">
                <a16:creationId xmlns:a16="http://schemas.microsoft.com/office/drawing/2014/main" id="{5B72C307-0ADD-4A20-832E-7D0CA70A06C0}"/>
              </a:ext>
            </a:extLst>
          </p:cNvPr>
          <p:cNvSpPr txBox="1">
            <a:spLocks noChangeArrowheads="1"/>
          </p:cNvSpPr>
          <p:nvPr/>
        </p:nvSpPr>
        <p:spPr bwMode="auto">
          <a:xfrm>
            <a:off x="1450975" y="5614988"/>
            <a:ext cx="76930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The PPT/WORD format of this presentation is available here:</a:t>
            </a:r>
          </a:p>
          <a:p>
            <a:pPr eaLnBrk="1" hangingPunct="1"/>
            <a:r>
              <a:rPr lang="en-US" altLang="en-US"/>
              <a:t>		http://its2.unc.edu/divisions/rc/training/scientific/</a:t>
            </a:r>
          </a:p>
          <a:p>
            <a:pPr eaLnBrk="1" hangingPunct="1"/>
            <a:r>
              <a:rPr lang="en-US" altLang="en-US"/>
              <a:t>/afs/isis/depts/its/public_html/divisions/rc/training/scientific/short_courses/</a:t>
            </a:r>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DFD98333-C72A-4DF6-BC8E-341F1658006B}"/>
              </a:ext>
            </a:extLst>
          </p:cNvPr>
          <p:cNvSpPr>
            <a:spLocks noGrp="1" noChangeArrowheads="1"/>
          </p:cNvSpPr>
          <p:nvPr>
            <p:ph type="title"/>
          </p:nvPr>
        </p:nvSpPr>
        <p:spPr/>
        <p:txBody>
          <a:bodyPr/>
          <a:lstStyle/>
          <a:p>
            <a:pPr eaLnBrk="1" hangingPunct="1"/>
            <a:r>
              <a:rPr lang="en-US" altLang="ko-KR">
                <a:ea typeface="굴림" panose="020B0503020000020004" pitchFamily="34" charset="-127"/>
              </a:rPr>
              <a:t>Python Syntax</a:t>
            </a:r>
          </a:p>
        </p:txBody>
      </p:sp>
      <p:sp>
        <p:nvSpPr>
          <p:cNvPr id="48131" name="Rectangle 3">
            <a:extLst>
              <a:ext uri="{FF2B5EF4-FFF2-40B4-BE49-F238E27FC236}">
                <a16:creationId xmlns:a16="http://schemas.microsoft.com/office/drawing/2014/main" id="{DA79C14C-E0B7-4C3E-9357-11DD86D9B779}"/>
              </a:ext>
            </a:extLst>
          </p:cNvPr>
          <p:cNvSpPr>
            <a:spLocks noGrp="1" noChangeArrowheads="1"/>
          </p:cNvSpPr>
          <p:nvPr>
            <p:ph type="body" idx="1"/>
          </p:nvPr>
        </p:nvSpPr>
        <p:spPr>
          <a:xfrm>
            <a:off x="863600" y="1708150"/>
            <a:ext cx="6858000" cy="4114800"/>
          </a:xfrm>
        </p:spPr>
        <p:txBody>
          <a:bodyPr/>
          <a:lstStyle/>
          <a:p>
            <a:pPr eaLnBrk="1" hangingPunct="1"/>
            <a:r>
              <a:rPr lang="en-US" altLang="ko-KR">
                <a:ea typeface="굴림" panose="020B0503020000020004" pitchFamily="34" charset="-127"/>
              </a:rPr>
              <a:t>Much of it is similar to C syntax</a:t>
            </a:r>
          </a:p>
          <a:p>
            <a:pPr eaLnBrk="1" hangingPunct="1"/>
            <a:r>
              <a:rPr lang="en-US" altLang="ko-KR">
                <a:ea typeface="굴림" panose="020B0503020000020004" pitchFamily="34" charset="-127"/>
              </a:rPr>
              <a:t>Exceptions:</a:t>
            </a:r>
          </a:p>
          <a:p>
            <a:pPr lvl="1" eaLnBrk="1" hangingPunct="1"/>
            <a:r>
              <a:rPr lang="en-US" altLang="ko-KR">
                <a:ea typeface="굴림" panose="020B0503020000020004" pitchFamily="34" charset="-127"/>
              </a:rPr>
              <a:t>missing operators: </a:t>
            </a:r>
            <a:r>
              <a:rPr lang="en-US" altLang="ko-KR" b="1">
                <a:solidFill>
                  <a:schemeClr val="folHlink"/>
                </a:solidFill>
                <a:latin typeface="Courier New" panose="02070309020205020404" pitchFamily="49" charset="0"/>
                <a:ea typeface="굴림" panose="020B0503020000020004" pitchFamily="34" charset="-127"/>
              </a:rPr>
              <a:t>++</a:t>
            </a:r>
            <a:r>
              <a:rPr lang="en-US" altLang="ko-KR">
                <a:ea typeface="굴림" panose="020B0503020000020004" pitchFamily="34" charset="-127"/>
              </a:rPr>
              <a:t>, </a:t>
            </a:r>
            <a:r>
              <a:rPr lang="en-US" altLang="ko-KR" b="1">
                <a:solidFill>
                  <a:schemeClr val="folHlink"/>
                </a:solidFill>
                <a:latin typeface="Courier New" panose="02070309020205020404" pitchFamily="49" charset="0"/>
                <a:ea typeface="굴림" panose="020B0503020000020004" pitchFamily="34" charset="-127"/>
              </a:rPr>
              <a:t>--</a:t>
            </a:r>
          </a:p>
          <a:p>
            <a:pPr lvl="1" eaLnBrk="1" hangingPunct="1"/>
            <a:r>
              <a:rPr lang="en-US" altLang="ko-KR">
                <a:ea typeface="굴림" panose="020B0503020000020004" pitchFamily="34" charset="-127"/>
              </a:rPr>
              <a:t>no curly brackets,</a:t>
            </a:r>
            <a:r>
              <a:rPr lang="en-US" altLang="ko-KR" b="1">
                <a:solidFill>
                  <a:schemeClr val="folHlink"/>
                </a:solidFill>
                <a:latin typeface="Courier New" panose="02070309020205020404" pitchFamily="49" charset="0"/>
                <a:ea typeface="굴림" panose="020B0503020000020004" pitchFamily="34" charset="-127"/>
              </a:rPr>
              <a:t>{},</a:t>
            </a:r>
            <a:r>
              <a:rPr lang="en-US" altLang="ko-KR">
                <a:ea typeface="굴림" panose="020B0503020000020004" pitchFamily="34" charset="-127"/>
              </a:rPr>
              <a:t> for blocks; uses </a:t>
            </a:r>
            <a:r>
              <a:rPr lang="en-US" altLang="ko-KR">
                <a:solidFill>
                  <a:srgbClr val="FF0000"/>
                </a:solidFill>
                <a:ea typeface="굴림" panose="020B0503020000020004" pitchFamily="34" charset="-127"/>
              </a:rPr>
              <a:t>whitespace</a:t>
            </a:r>
          </a:p>
          <a:p>
            <a:pPr lvl="1" eaLnBrk="1" hangingPunct="1"/>
            <a:r>
              <a:rPr lang="en-US" altLang="ko-KR">
                <a:ea typeface="굴림" panose="020B0503020000020004" pitchFamily="34" charset="-127"/>
              </a:rPr>
              <a:t>different keywords</a:t>
            </a:r>
          </a:p>
          <a:p>
            <a:pPr lvl="1" eaLnBrk="1" hangingPunct="1"/>
            <a:r>
              <a:rPr lang="en-US" altLang="ko-KR">
                <a:ea typeface="굴림" panose="020B0503020000020004" pitchFamily="34" charset="-127"/>
              </a:rPr>
              <a:t>lots of extra features</a:t>
            </a:r>
          </a:p>
          <a:p>
            <a:pPr lvl="1" eaLnBrk="1" hangingPunct="1"/>
            <a:r>
              <a:rPr lang="en-US" altLang="ko-KR">
                <a:solidFill>
                  <a:srgbClr val="00B050"/>
                </a:solidFill>
                <a:ea typeface="굴림" panose="020B0503020000020004" pitchFamily="34" charset="-127"/>
              </a:rPr>
              <a:t>no type declarations</a:t>
            </a:r>
            <a:r>
              <a:rPr lang="en-US" altLang="ko-KR">
                <a:ea typeface="굴림" panose="020B0503020000020004" pitchFamily="34" charset="-127"/>
              </a:rPr>
              <a:t>!</a:t>
            </a:r>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7F4080D-8EE8-4223-9336-E5608FC7CC82}"/>
              </a:ext>
            </a:extLst>
          </p:cNvPr>
          <p:cNvSpPr>
            <a:spLocks noGrp="1" noChangeArrowheads="1"/>
          </p:cNvSpPr>
          <p:nvPr>
            <p:ph type="title"/>
          </p:nvPr>
        </p:nvSpPr>
        <p:spPr/>
        <p:txBody>
          <a:bodyPr/>
          <a:lstStyle/>
          <a:p>
            <a:pPr eaLnBrk="1" hangingPunct="1"/>
            <a:r>
              <a:rPr lang="en-US" altLang="ko-KR">
                <a:ea typeface="굴림" panose="020B0503020000020004" pitchFamily="34" charset="-127"/>
              </a:rPr>
              <a:t>Simple data types</a:t>
            </a:r>
          </a:p>
        </p:txBody>
      </p:sp>
      <p:sp>
        <p:nvSpPr>
          <p:cNvPr id="49155" name="Rectangle 3">
            <a:extLst>
              <a:ext uri="{FF2B5EF4-FFF2-40B4-BE49-F238E27FC236}">
                <a16:creationId xmlns:a16="http://schemas.microsoft.com/office/drawing/2014/main" id="{E408E44D-ECEA-4EBA-9CA5-EF1101D75829}"/>
              </a:ext>
            </a:extLst>
          </p:cNvPr>
          <p:cNvSpPr>
            <a:spLocks noGrp="1" noChangeArrowheads="1"/>
          </p:cNvSpPr>
          <p:nvPr>
            <p:ph type="body" idx="1"/>
          </p:nvPr>
        </p:nvSpPr>
        <p:spPr>
          <a:xfrm>
            <a:off x="949325" y="1827213"/>
            <a:ext cx="7134225" cy="4114800"/>
          </a:xfrm>
        </p:spPr>
        <p:txBody>
          <a:bodyPr/>
          <a:lstStyle/>
          <a:p>
            <a:pPr eaLnBrk="1" hangingPunct="1"/>
            <a:r>
              <a:rPr lang="en-US" altLang="ko-KR">
                <a:ea typeface="굴림" panose="020B0503020000020004" pitchFamily="34" charset="-127"/>
              </a:rPr>
              <a:t>Numbers</a:t>
            </a:r>
          </a:p>
          <a:p>
            <a:pPr lvl="1" eaLnBrk="1" hangingPunct="1"/>
            <a:r>
              <a:rPr lang="en-US" altLang="ko-KR">
                <a:ea typeface="굴림" panose="020B0503020000020004" pitchFamily="34" charset="-127"/>
              </a:rPr>
              <a:t>Integer, floating-point, complex!</a:t>
            </a:r>
          </a:p>
          <a:p>
            <a:pPr lvl="1" eaLnBrk="1" hangingPunct="1"/>
            <a:endParaRPr lang="en-US" altLang="ko-KR">
              <a:ea typeface="굴림" panose="020B0503020000020004" pitchFamily="34" charset="-127"/>
            </a:endParaRPr>
          </a:p>
          <a:p>
            <a:pPr eaLnBrk="1" hangingPunct="1"/>
            <a:r>
              <a:rPr lang="en-US" altLang="ko-KR">
                <a:ea typeface="굴림" panose="020B0503020000020004" pitchFamily="34" charset="-127"/>
              </a:rPr>
              <a:t>Strings</a:t>
            </a:r>
          </a:p>
          <a:p>
            <a:pPr lvl="1" eaLnBrk="1" hangingPunct="1"/>
            <a:r>
              <a:rPr lang="en-US" altLang="ko-KR">
                <a:ea typeface="굴림" panose="020B0503020000020004" pitchFamily="34" charset="-127"/>
              </a:rPr>
              <a:t>characters are strings of length 1</a:t>
            </a:r>
          </a:p>
          <a:p>
            <a:pPr lvl="1" eaLnBrk="1" hangingPunct="1"/>
            <a:endParaRPr lang="en-US" altLang="ko-KR">
              <a:ea typeface="굴림" panose="020B0503020000020004" pitchFamily="34" charset="-127"/>
            </a:endParaRPr>
          </a:p>
          <a:p>
            <a:pPr eaLnBrk="1" hangingPunct="1"/>
            <a:r>
              <a:rPr lang="en-US" altLang="ko-KR">
                <a:ea typeface="굴림" panose="020B0503020000020004" pitchFamily="34" charset="-127"/>
              </a:rPr>
              <a:t>Booleans are </a:t>
            </a:r>
            <a:r>
              <a:rPr lang="en-US" altLang="ko-KR" b="1">
                <a:solidFill>
                  <a:schemeClr val="folHlink"/>
                </a:solidFill>
                <a:latin typeface="Courier New" panose="02070309020205020404" pitchFamily="49" charset="0"/>
                <a:ea typeface="굴림" panose="020B0503020000020004" pitchFamily="34" charset="-127"/>
              </a:rPr>
              <a:t>False </a:t>
            </a:r>
            <a:r>
              <a:rPr lang="en-US" altLang="ko-KR">
                <a:ea typeface="굴림" panose="020B0503020000020004" pitchFamily="34" charset="-127"/>
              </a:rPr>
              <a:t>or </a:t>
            </a:r>
            <a:r>
              <a:rPr lang="en-US" altLang="ko-KR" b="1">
                <a:solidFill>
                  <a:schemeClr val="folHlink"/>
                </a:solidFill>
                <a:latin typeface="Courier New" panose="02070309020205020404" pitchFamily="49" charset="0"/>
                <a:ea typeface="굴림" panose="020B0503020000020004" pitchFamily="34" charset="-127"/>
              </a:rPr>
              <a:t>True</a:t>
            </a:r>
            <a:endParaRPr lang="en-US" altLang="ko-KR">
              <a:ea typeface="굴림" panose="020B0503020000020004" pitchFamily="34" charset="-127"/>
            </a:endParaRP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5851A7F4-2801-4511-AB0A-2C76C7C514E6}"/>
              </a:ext>
            </a:extLst>
          </p:cNvPr>
          <p:cNvSpPr>
            <a:spLocks noGrp="1" noChangeArrowheads="1"/>
          </p:cNvSpPr>
          <p:nvPr>
            <p:ph type="title"/>
          </p:nvPr>
        </p:nvSpPr>
        <p:spPr/>
        <p:txBody>
          <a:bodyPr/>
          <a:lstStyle/>
          <a:p>
            <a:r>
              <a:rPr lang="en-US" altLang="en-US"/>
              <a:t>Numbers</a:t>
            </a:r>
          </a:p>
        </p:txBody>
      </p:sp>
      <p:sp>
        <p:nvSpPr>
          <p:cNvPr id="50179" name="Rectangle 7">
            <a:extLst>
              <a:ext uri="{FF2B5EF4-FFF2-40B4-BE49-F238E27FC236}">
                <a16:creationId xmlns:a16="http://schemas.microsoft.com/office/drawing/2014/main" id="{5140C55F-8103-4A38-B2CB-C5C5977A351E}"/>
              </a:ext>
            </a:extLst>
          </p:cNvPr>
          <p:cNvSpPr>
            <a:spLocks noGrp="1" noChangeArrowheads="1"/>
          </p:cNvSpPr>
          <p:nvPr>
            <p:ph type="body" idx="1"/>
          </p:nvPr>
        </p:nvSpPr>
        <p:spPr>
          <a:xfrm>
            <a:off x="841375" y="1619250"/>
            <a:ext cx="7575550" cy="4525963"/>
          </a:xfrm>
        </p:spPr>
        <p:txBody>
          <a:bodyPr/>
          <a:lstStyle/>
          <a:p>
            <a:r>
              <a:rPr lang="en-US" altLang="en-US" sz="2800"/>
              <a:t>The usual notations and operators</a:t>
            </a:r>
          </a:p>
          <a:p>
            <a:pPr lvl="2"/>
            <a:r>
              <a:rPr lang="en-US" altLang="en-US" sz="1800"/>
              <a:t>12, 3.14, 0xFF, 0377, (-1+2)*3/4**5, abs(x), 0&lt;x&lt;=5</a:t>
            </a:r>
          </a:p>
          <a:p>
            <a:r>
              <a:rPr lang="en-US" altLang="en-US" sz="2800"/>
              <a:t>C-style shifting &amp; masking</a:t>
            </a:r>
          </a:p>
          <a:p>
            <a:pPr lvl="2"/>
            <a:r>
              <a:rPr lang="en-US" altLang="en-US" sz="2000"/>
              <a:t>1&lt;&lt;16, x&amp;0xff, x|1, ~x, x^y</a:t>
            </a:r>
          </a:p>
          <a:p>
            <a:r>
              <a:rPr lang="en-US" altLang="en-US" sz="2800"/>
              <a:t>Integer division truncates :-(</a:t>
            </a:r>
          </a:p>
          <a:p>
            <a:pPr lvl="2"/>
            <a:r>
              <a:rPr lang="en-US" altLang="en-US" sz="2000"/>
              <a:t>1/2 -&gt; 0	# float(1)/2 -&gt; 0.5</a:t>
            </a:r>
          </a:p>
          <a:p>
            <a:r>
              <a:rPr lang="en-US" altLang="en-US" sz="2800"/>
              <a:t>Long (arbitrary precision), complex</a:t>
            </a:r>
          </a:p>
          <a:p>
            <a:pPr lvl="2"/>
            <a:r>
              <a:rPr lang="en-US" altLang="en-US" sz="1800"/>
              <a:t>2L**100 -&gt; 1267650600228229401496703205376L</a:t>
            </a:r>
          </a:p>
          <a:p>
            <a:pPr lvl="2"/>
            <a:r>
              <a:rPr lang="en-US" altLang="en-US" sz="1800"/>
              <a:t>1j**2 -&gt; (-1+0j)</a:t>
            </a: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88DF389-9560-4445-81A7-7F02087BDB9C}"/>
              </a:ext>
            </a:extLst>
          </p:cNvPr>
          <p:cNvSpPr>
            <a:spLocks noGrp="1" noChangeArrowheads="1"/>
          </p:cNvSpPr>
          <p:nvPr>
            <p:ph type="title"/>
          </p:nvPr>
        </p:nvSpPr>
        <p:spPr/>
        <p:txBody>
          <a:bodyPr/>
          <a:lstStyle/>
          <a:p>
            <a:pPr eaLnBrk="1" hangingPunct="1"/>
            <a:r>
              <a:rPr lang="en-US" altLang="ko-KR">
                <a:ea typeface="굴림" panose="020B0503020000020004" pitchFamily="34" charset="-127"/>
              </a:rPr>
              <a:t>Strings and formatting</a:t>
            </a:r>
          </a:p>
        </p:txBody>
      </p:sp>
      <p:sp>
        <p:nvSpPr>
          <p:cNvPr id="51203" name="Rectangle 3">
            <a:extLst>
              <a:ext uri="{FF2B5EF4-FFF2-40B4-BE49-F238E27FC236}">
                <a16:creationId xmlns:a16="http://schemas.microsoft.com/office/drawing/2014/main" id="{B6EDD503-E972-4885-9B9C-5EE762642E45}"/>
              </a:ext>
            </a:extLst>
          </p:cNvPr>
          <p:cNvSpPr>
            <a:spLocks noGrp="1" noChangeArrowheads="1"/>
          </p:cNvSpPr>
          <p:nvPr>
            <p:ph type="body" idx="1"/>
          </p:nvPr>
        </p:nvSpPr>
        <p:spPr>
          <a:xfrm>
            <a:off x="820738" y="1531938"/>
            <a:ext cx="7985125" cy="4700587"/>
          </a:xfrm>
          <a:noFill/>
        </p:spPr>
        <p:txBody>
          <a:bodyPr/>
          <a:lstStyle/>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i = 10</a:t>
            </a:r>
          </a:p>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d = 3.1415926</a:t>
            </a:r>
          </a:p>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s = "I am a string!"</a:t>
            </a:r>
          </a:p>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a:t>
            </a:r>
            <a:r>
              <a:rPr lang="en-US" altLang="ko-KR" b="1">
                <a:solidFill>
                  <a:srgbClr val="FF0000"/>
                </a:solidFill>
                <a:latin typeface="Courier New" panose="02070309020205020404" pitchFamily="49" charset="0"/>
                <a:ea typeface="굴림" panose="020B0503020000020004" pitchFamily="34" charset="-127"/>
              </a:rPr>
              <a:t>d</a:t>
            </a:r>
            <a:r>
              <a:rPr lang="en-US" altLang="ko-KR" b="1">
                <a:solidFill>
                  <a:schemeClr val="folHlink"/>
                </a:solidFill>
                <a:latin typeface="Courier New" panose="02070309020205020404" pitchFamily="49" charset="0"/>
                <a:ea typeface="굴림" panose="020B0503020000020004" pitchFamily="34" charset="-127"/>
              </a:rPr>
              <a:t>\t%</a:t>
            </a:r>
            <a:r>
              <a:rPr lang="en-US" altLang="ko-KR" b="1">
                <a:solidFill>
                  <a:srgbClr val="FF0000"/>
                </a:solidFill>
                <a:latin typeface="Courier New" panose="02070309020205020404" pitchFamily="49" charset="0"/>
                <a:ea typeface="굴림" panose="020B0503020000020004" pitchFamily="34" charset="-127"/>
              </a:rPr>
              <a:t>f</a:t>
            </a:r>
            <a:r>
              <a:rPr lang="en-US" altLang="ko-KR" b="1">
                <a:solidFill>
                  <a:schemeClr val="folHlink"/>
                </a:solidFill>
                <a:latin typeface="Courier New" panose="02070309020205020404" pitchFamily="49" charset="0"/>
                <a:ea typeface="굴림" panose="020B0503020000020004" pitchFamily="34" charset="-127"/>
              </a:rPr>
              <a:t>\t%</a:t>
            </a:r>
            <a:r>
              <a:rPr lang="en-US" altLang="ko-KR" b="1">
                <a:solidFill>
                  <a:srgbClr val="FF0000"/>
                </a:solidFill>
                <a:latin typeface="Courier New" panose="02070309020205020404" pitchFamily="49" charset="0"/>
                <a:ea typeface="굴림" panose="020B0503020000020004" pitchFamily="34" charset="-127"/>
              </a:rPr>
              <a:t>s</a:t>
            </a:r>
            <a:r>
              <a:rPr lang="en-US" altLang="ko-KR" b="1">
                <a:solidFill>
                  <a:schemeClr val="folHlink"/>
                </a:solidFill>
                <a:latin typeface="Courier New" panose="02070309020205020404" pitchFamily="49" charset="0"/>
                <a:ea typeface="굴림" panose="020B0503020000020004" pitchFamily="34" charset="-127"/>
              </a:rPr>
              <a:t>" % (i, d, s)</a:t>
            </a:r>
          </a:p>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“newline\n"</a:t>
            </a:r>
          </a:p>
          <a:p>
            <a:pPr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"no newline"</a:t>
            </a:r>
          </a:p>
        </p:txBody>
      </p:sp>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26EF60C-3A26-41D9-A9E0-FD9B98A11A26}"/>
              </a:ext>
            </a:extLst>
          </p:cNvPr>
          <p:cNvSpPr>
            <a:spLocks noGrp="1" noChangeArrowheads="1"/>
          </p:cNvSpPr>
          <p:nvPr>
            <p:ph type="title"/>
          </p:nvPr>
        </p:nvSpPr>
        <p:spPr/>
        <p:txBody>
          <a:bodyPr/>
          <a:lstStyle/>
          <a:p>
            <a:r>
              <a:rPr lang="en-US" altLang="en-US"/>
              <a:t>Variables</a:t>
            </a:r>
          </a:p>
        </p:txBody>
      </p:sp>
      <p:sp>
        <p:nvSpPr>
          <p:cNvPr id="52227" name="Rectangle 3">
            <a:extLst>
              <a:ext uri="{FF2B5EF4-FFF2-40B4-BE49-F238E27FC236}">
                <a16:creationId xmlns:a16="http://schemas.microsoft.com/office/drawing/2014/main" id="{1A1807C5-9DB7-4844-8619-6CFC6AB2B690}"/>
              </a:ext>
            </a:extLst>
          </p:cNvPr>
          <p:cNvSpPr>
            <a:spLocks noGrp="1" noChangeArrowheads="1"/>
          </p:cNvSpPr>
          <p:nvPr>
            <p:ph type="body" idx="1"/>
          </p:nvPr>
        </p:nvSpPr>
        <p:spPr/>
        <p:txBody>
          <a:bodyPr/>
          <a:lstStyle/>
          <a:p>
            <a:r>
              <a:rPr lang="en-US" altLang="en-US" sz="2800"/>
              <a:t>No need to declare</a:t>
            </a:r>
          </a:p>
          <a:p>
            <a:r>
              <a:rPr lang="en-US" altLang="en-US" sz="2800"/>
              <a:t>Need to assign (initialize)</a:t>
            </a:r>
          </a:p>
          <a:p>
            <a:pPr lvl="2"/>
            <a:r>
              <a:rPr lang="en-US" altLang="en-US" sz="2000"/>
              <a:t>use of uninitialized variable raises exception</a:t>
            </a:r>
          </a:p>
          <a:p>
            <a:r>
              <a:rPr lang="en-US" altLang="en-US" sz="2800"/>
              <a:t>Not typed</a:t>
            </a:r>
          </a:p>
          <a:p>
            <a:pPr lvl="2">
              <a:buFontTx/>
              <a:buNone/>
            </a:pPr>
            <a:r>
              <a:rPr lang="en-US" altLang="en-US" sz="2000"/>
              <a:t>if friendly: greeting = "hello world"</a:t>
            </a:r>
          </a:p>
          <a:p>
            <a:pPr lvl="2">
              <a:buFontTx/>
              <a:buNone/>
            </a:pPr>
            <a:r>
              <a:rPr lang="en-US" altLang="en-US" sz="2000"/>
              <a:t>else: greeting = 12**2</a:t>
            </a:r>
          </a:p>
          <a:p>
            <a:pPr lvl="2">
              <a:buFontTx/>
              <a:buNone/>
            </a:pPr>
            <a:r>
              <a:rPr lang="en-US" altLang="en-US" sz="2000"/>
              <a:t>print greeting</a:t>
            </a:r>
          </a:p>
          <a:p>
            <a:r>
              <a:rPr lang="en-US" altLang="en-US" sz="2800" b="1" i="1"/>
              <a:t>Everything</a:t>
            </a:r>
            <a:r>
              <a:rPr lang="en-US" altLang="en-US" sz="2800"/>
              <a:t> is a variable:</a:t>
            </a:r>
          </a:p>
          <a:p>
            <a:pPr lvl="2"/>
            <a:r>
              <a:rPr lang="en-US" altLang="en-US" sz="2000"/>
              <a:t>functions, modules, classes</a:t>
            </a:r>
          </a:p>
        </p:txBody>
      </p:sp>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5157F3A-1C55-4C17-AD1D-08EF151F7055}"/>
              </a:ext>
            </a:extLst>
          </p:cNvPr>
          <p:cNvSpPr>
            <a:spLocks noGrp="1" noChangeArrowheads="1"/>
          </p:cNvSpPr>
          <p:nvPr>
            <p:ph type="title"/>
          </p:nvPr>
        </p:nvSpPr>
        <p:spPr/>
        <p:txBody>
          <a:bodyPr/>
          <a:lstStyle/>
          <a:p>
            <a:r>
              <a:rPr lang="en-US" altLang="en-US"/>
              <a:t>Reference semantics</a:t>
            </a:r>
          </a:p>
        </p:txBody>
      </p:sp>
      <p:sp>
        <p:nvSpPr>
          <p:cNvPr id="53251" name="Rectangle 3">
            <a:extLst>
              <a:ext uri="{FF2B5EF4-FFF2-40B4-BE49-F238E27FC236}">
                <a16:creationId xmlns:a16="http://schemas.microsoft.com/office/drawing/2014/main" id="{EEC1D917-4DDA-4DDC-934B-F397EA2BBAA5}"/>
              </a:ext>
            </a:extLst>
          </p:cNvPr>
          <p:cNvSpPr>
            <a:spLocks noGrp="1" noChangeArrowheads="1"/>
          </p:cNvSpPr>
          <p:nvPr>
            <p:ph type="body" idx="1"/>
          </p:nvPr>
        </p:nvSpPr>
        <p:spPr/>
        <p:txBody>
          <a:bodyPr/>
          <a:lstStyle/>
          <a:p>
            <a:r>
              <a:rPr lang="en-US" altLang="en-US" sz="2800"/>
              <a:t>Assignment manipulates references</a:t>
            </a:r>
          </a:p>
          <a:p>
            <a:pPr lvl="2"/>
            <a:r>
              <a:rPr lang="en-US" altLang="en-US" sz="2000">
                <a:solidFill>
                  <a:srgbClr val="00B050"/>
                </a:solidFill>
              </a:rPr>
              <a:t>x = y </a:t>
            </a:r>
            <a:r>
              <a:rPr lang="en-US" altLang="en-US" sz="2000" b="1">
                <a:solidFill>
                  <a:srgbClr val="00B050"/>
                </a:solidFill>
              </a:rPr>
              <a:t>does not make a copy</a:t>
            </a:r>
            <a:r>
              <a:rPr lang="en-US" altLang="en-US" sz="2000">
                <a:solidFill>
                  <a:srgbClr val="00B050"/>
                </a:solidFill>
              </a:rPr>
              <a:t> of y</a:t>
            </a:r>
          </a:p>
          <a:p>
            <a:pPr lvl="2"/>
            <a:r>
              <a:rPr lang="en-US" altLang="en-US" sz="2000">
                <a:solidFill>
                  <a:srgbClr val="FF0000"/>
                </a:solidFill>
              </a:rPr>
              <a:t>x = y makes x </a:t>
            </a:r>
            <a:r>
              <a:rPr lang="en-US" altLang="en-US" sz="2000" b="1">
                <a:solidFill>
                  <a:srgbClr val="FF0000"/>
                </a:solidFill>
              </a:rPr>
              <a:t>reference</a:t>
            </a:r>
            <a:r>
              <a:rPr lang="en-US" altLang="en-US" sz="2000">
                <a:solidFill>
                  <a:srgbClr val="FF0000"/>
                </a:solidFill>
              </a:rPr>
              <a:t> the object y references</a:t>
            </a:r>
          </a:p>
          <a:p>
            <a:r>
              <a:rPr lang="en-US" altLang="en-US" sz="2800"/>
              <a:t>Very useful; but beware!</a:t>
            </a:r>
          </a:p>
          <a:p>
            <a:r>
              <a:rPr lang="en-US" altLang="en-US" sz="2800"/>
              <a:t>Example:</a:t>
            </a:r>
          </a:p>
          <a:p>
            <a:pPr lvl="2">
              <a:buFontTx/>
              <a:buNone/>
            </a:pPr>
            <a:r>
              <a:rPr lang="en-US" altLang="en-US" sz="2000"/>
              <a:t>&gt;&gt;&gt; a = [1, 2, 3]; b = a</a:t>
            </a:r>
          </a:p>
          <a:p>
            <a:pPr lvl="2">
              <a:buFontTx/>
              <a:buNone/>
            </a:pPr>
            <a:r>
              <a:rPr lang="en-US" altLang="en-US" sz="2000"/>
              <a:t>&gt;&gt;&gt; a.append(4); print b</a:t>
            </a:r>
          </a:p>
          <a:p>
            <a:pPr lvl="2">
              <a:buFontTx/>
              <a:buNone/>
            </a:pPr>
            <a:r>
              <a:rPr lang="en-US" altLang="en-US" sz="2000"/>
              <a:t>[1, 2, 3, 4]</a:t>
            </a:r>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D1E6807-8C0A-4D81-BA1D-10AFDABEC884}"/>
              </a:ext>
            </a:extLst>
          </p:cNvPr>
          <p:cNvSpPr>
            <a:spLocks noGrp="1" noChangeArrowheads="1"/>
          </p:cNvSpPr>
          <p:nvPr>
            <p:ph type="title"/>
          </p:nvPr>
        </p:nvSpPr>
        <p:spPr/>
        <p:txBody>
          <a:bodyPr/>
          <a:lstStyle/>
          <a:p>
            <a:pPr eaLnBrk="1" hangingPunct="1"/>
            <a:r>
              <a:rPr lang="en-US" altLang="ko-KR">
                <a:ea typeface="굴림" panose="020B0503020000020004" pitchFamily="34" charset="-127"/>
              </a:rPr>
              <a:t>Simple data types: operators</a:t>
            </a:r>
          </a:p>
        </p:txBody>
      </p:sp>
      <p:sp>
        <p:nvSpPr>
          <p:cNvPr id="54275" name="Rectangle 3">
            <a:extLst>
              <a:ext uri="{FF2B5EF4-FFF2-40B4-BE49-F238E27FC236}">
                <a16:creationId xmlns:a16="http://schemas.microsoft.com/office/drawing/2014/main" id="{1DF1E055-4E5E-44D4-B5CA-80598E67B49D}"/>
              </a:ext>
            </a:extLst>
          </p:cNvPr>
          <p:cNvSpPr>
            <a:spLocks noGrp="1" noChangeArrowheads="1"/>
          </p:cNvSpPr>
          <p:nvPr>
            <p:ph type="body" idx="1"/>
          </p:nvPr>
        </p:nvSpPr>
        <p:spPr>
          <a:xfrm>
            <a:off x="874713" y="1863725"/>
            <a:ext cx="7526337" cy="4114800"/>
          </a:xfrm>
        </p:spPr>
        <p:txBody>
          <a:bodyPr/>
          <a:lstStyle/>
          <a:p>
            <a:pPr eaLnBrk="1" hangingPunct="1"/>
            <a:r>
              <a:rPr lang="en-US" altLang="ko-KR" b="1">
                <a:solidFill>
                  <a:schemeClr val="folHlink"/>
                </a:solidFill>
                <a:latin typeface="Courier New" panose="02070309020205020404" pitchFamily="49" charset="0"/>
                <a:ea typeface="굴림" panose="020B0503020000020004" pitchFamily="34" charset="-127"/>
              </a:rPr>
              <a:t>+ - * / %</a:t>
            </a:r>
            <a:r>
              <a:rPr lang="en-US" altLang="ko-KR">
                <a:ea typeface="굴림" panose="020B0503020000020004" pitchFamily="34" charset="-127"/>
              </a:rPr>
              <a:t>  (like C)</a:t>
            </a:r>
          </a:p>
          <a:p>
            <a:pPr eaLnBrk="1" hangingPunct="1"/>
            <a:r>
              <a:rPr lang="en-US" altLang="ko-KR" b="1">
                <a:solidFill>
                  <a:schemeClr val="folHlink"/>
                </a:solidFill>
                <a:latin typeface="Courier New" panose="02070309020205020404" pitchFamily="49" charset="0"/>
                <a:ea typeface="굴림" panose="020B0503020000020004" pitchFamily="34" charset="-127"/>
              </a:rPr>
              <a:t>+= -=</a:t>
            </a:r>
            <a:r>
              <a:rPr lang="en-US" altLang="ko-KR">
                <a:ea typeface="굴림" panose="020B0503020000020004" pitchFamily="34" charset="-127"/>
              </a:rPr>
              <a:t>  etc. (no </a:t>
            </a:r>
            <a:r>
              <a:rPr lang="en-US" altLang="ko-KR" b="1">
                <a:solidFill>
                  <a:schemeClr val="folHlink"/>
                </a:solidFill>
                <a:latin typeface="Courier New" panose="02070309020205020404" pitchFamily="49" charset="0"/>
                <a:ea typeface="굴림" panose="020B0503020000020004" pitchFamily="34" charset="-127"/>
              </a:rPr>
              <a:t>++</a:t>
            </a:r>
            <a:r>
              <a:rPr lang="en-US" altLang="ko-KR">
                <a:ea typeface="굴림" panose="020B0503020000020004" pitchFamily="34" charset="-127"/>
              </a:rPr>
              <a:t> or </a:t>
            </a:r>
            <a:r>
              <a:rPr lang="en-US" altLang="ko-KR" b="1">
                <a:solidFill>
                  <a:schemeClr val="folHlink"/>
                </a:solidFill>
                <a:latin typeface="Courier New" panose="02070309020205020404" pitchFamily="49" charset="0"/>
                <a:ea typeface="굴림" panose="020B0503020000020004" pitchFamily="34" charset="-127"/>
              </a:rPr>
              <a:t>--</a:t>
            </a:r>
            <a:r>
              <a:rPr lang="en-US" altLang="ko-KR">
                <a:ea typeface="굴림" panose="020B0503020000020004" pitchFamily="34" charset="-127"/>
              </a:rPr>
              <a:t>)</a:t>
            </a:r>
          </a:p>
          <a:p>
            <a:pPr eaLnBrk="1" hangingPunct="1"/>
            <a:r>
              <a:rPr lang="en-US" altLang="ko-KR">
                <a:ea typeface="굴림" panose="020B0503020000020004" pitchFamily="34" charset="-127"/>
              </a:rPr>
              <a:t>Assignment using </a:t>
            </a:r>
            <a:r>
              <a:rPr lang="en-US" altLang="ko-KR" b="1">
                <a:solidFill>
                  <a:schemeClr val="folHlink"/>
                </a:solidFill>
                <a:latin typeface="Courier New" panose="02070309020205020404" pitchFamily="49" charset="0"/>
                <a:ea typeface="굴림" panose="020B0503020000020004" pitchFamily="34" charset="-127"/>
              </a:rPr>
              <a:t>=</a:t>
            </a:r>
          </a:p>
          <a:p>
            <a:pPr lvl="1" eaLnBrk="1" hangingPunct="1"/>
            <a:r>
              <a:rPr lang="en-US" altLang="ko-KR">
                <a:ea typeface="굴림" panose="020B0503020000020004" pitchFamily="34" charset="-127"/>
              </a:rPr>
              <a:t>but semantics are different!</a:t>
            </a:r>
          </a:p>
          <a:p>
            <a:pPr lvl="1"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a = 1</a:t>
            </a:r>
          </a:p>
          <a:p>
            <a:pPr lvl="1"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a = "foo"  # OK</a:t>
            </a:r>
          </a:p>
          <a:p>
            <a:pPr eaLnBrk="1" hangingPunct="1"/>
            <a:r>
              <a:rPr lang="en-US" altLang="ko-KR">
                <a:ea typeface="굴림" panose="020B0503020000020004" pitchFamily="34" charset="-127"/>
              </a:rPr>
              <a:t>Can also use </a:t>
            </a:r>
            <a:r>
              <a:rPr lang="en-US" altLang="ko-KR" b="1">
                <a:solidFill>
                  <a:schemeClr val="folHlink"/>
                </a:solidFill>
                <a:latin typeface="Courier New" panose="02070309020205020404" pitchFamily="49" charset="0"/>
                <a:ea typeface="굴림" panose="020B0503020000020004" pitchFamily="34" charset="-127"/>
              </a:rPr>
              <a:t>+</a:t>
            </a:r>
            <a:r>
              <a:rPr lang="en-US" altLang="ko-KR">
                <a:ea typeface="굴림" panose="020B0503020000020004" pitchFamily="34" charset="-127"/>
              </a:rPr>
              <a:t> to concatenate strings</a:t>
            </a:r>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E3BC27C-69EA-45CC-9756-6814D54BCEFD}"/>
              </a:ext>
            </a:extLst>
          </p:cNvPr>
          <p:cNvSpPr>
            <a:spLocks noGrp="1" noChangeArrowheads="1"/>
          </p:cNvSpPr>
          <p:nvPr>
            <p:ph type="title"/>
          </p:nvPr>
        </p:nvSpPr>
        <p:spPr/>
        <p:txBody>
          <a:bodyPr/>
          <a:lstStyle/>
          <a:p>
            <a:r>
              <a:rPr lang="en-US" altLang="en-US"/>
              <a:t>Strings</a:t>
            </a:r>
          </a:p>
        </p:txBody>
      </p:sp>
      <p:sp>
        <p:nvSpPr>
          <p:cNvPr id="55299" name="Rectangle 3">
            <a:extLst>
              <a:ext uri="{FF2B5EF4-FFF2-40B4-BE49-F238E27FC236}">
                <a16:creationId xmlns:a16="http://schemas.microsoft.com/office/drawing/2014/main" id="{E7794A8C-59EF-49EF-A82E-91C994EF0579}"/>
              </a:ext>
            </a:extLst>
          </p:cNvPr>
          <p:cNvSpPr>
            <a:spLocks noGrp="1" noChangeArrowheads="1"/>
          </p:cNvSpPr>
          <p:nvPr>
            <p:ph type="body" idx="1"/>
          </p:nvPr>
        </p:nvSpPr>
        <p:spPr>
          <a:xfrm>
            <a:off x="196850" y="1738313"/>
            <a:ext cx="7969250" cy="4525962"/>
          </a:xfrm>
        </p:spPr>
        <p:txBody>
          <a:bodyPr/>
          <a:lstStyle/>
          <a:p>
            <a:pPr lvl="2"/>
            <a:r>
              <a:rPr lang="en-US" altLang="en-US" sz="2200"/>
              <a:t>"hello"+"world"	"helloworld"	# concatenation</a:t>
            </a:r>
          </a:p>
          <a:p>
            <a:pPr lvl="2"/>
            <a:r>
              <a:rPr lang="en-US" altLang="en-US" sz="2200"/>
              <a:t>"hello"*3		"hellohellohello" # repetition</a:t>
            </a:r>
          </a:p>
          <a:p>
            <a:pPr lvl="2"/>
            <a:r>
              <a:rPr lang="en-US" altLang="en-US" sz="2200"/>
              <a:t>"hello"[0]		"h"		# indexing</a:t>
            </a:r>
          </a:p>
          <a:p>
            <a:pPr lvl="2"/>
            <a:r>
              <a:rPr lang="en-US" altLang="en-US" sz="2200"/>
              <a:t>"hello"[-1]		"o"		# (from end)</a:t>
            </a:r>
          </a:p>
          <a:p>
            <a:pPr lvl="2"/>
            <a:r>
              <a:rPr lang="en-US" altLang="en-US" sz="2200"/>
              <a:t>"hello"[1:4]		"ell"		# slicing</a:t>
            </a:r>
          </a:p>
          <a:p>
            <a:pPr lvl="2"/>
            <a:r>
              <a:rPr lang="en-US" altLang="en-US" sz="2200"/>
              <a:t>len("hello")		5		# size</a:t>
            </a:r>
          </a:p>
          <a:p>
            <a:pPr lvl="2"/>
            <a:r>
              <a:rPr lang="en-US" altLang="en-US" sz="2200"/>
              <a:t>"hello" &lt; "jello"	1		# comparison</a:t>
            </a:r>
          </a:p>
          <a:p>
            <a:pPr lvl="2"/>
            <a:r>
              <a:rPr lang="en-US" altLang="en-US" sz="2200"/>
              <a:t>"e" in "hello"		1		# search</a:t>
            </a:r>
          </a:p>
          <a:p>
            <a:pPr lvl="2"/>
            <a:r>
              <a:rPr lang="en-US" altLang="en-US" sz="2200"/>
              <a:t>New line: 		"escapes: \n "</a:t>
            </a:r>
          </a:p>
          <a:p>
            <a:pPr lvl="2"/>
            <a:r>
              <a:rPr lang="en-US" altLang="en-US" sz="2200"/>
              <a:t>Line continuation: 	triple quotes ’’’</a:t>
            </a:r>
          </a:p>
          <a:p>
            <a:pPr lvl="2"/>
            <a:r>
              <a:rPr lang="en-US" altLang="en-US" sz="2200"/>
              <a:t>Quotes: 		‘single quotes’, "raw strings"</a:t>
            </a:r>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A078DA7-FDDD-44BB-84BE-52193D802C87}"/>
              </a:ext>
            </a:extLst>
          </p:cNvPr>
          <p:cNvSpPr>
            <a:spLocks noGrp="1" noChangeArrowheads="1"/>
          </p:cNvSpPr>
          <p:nvPr>
            <p:ph type="title"/>
          </p:nvPr>
        </p:nvSpPr>
        <p:spPr/>
        <p:txBody>
          <a:bodyPr/>
          <a:lstStyle/>
          <a:p>
            <a:r>
              <a:rPr lang="en-AU" altLang="en-US"/>
              <a:t>Simple Data Types</a:t>
            </a:r>
          </a:p>
        </p:txBody>
      </p:sp>
      <p:sp>
        <p:nvSpPr>
          <p:cNvPr id="56323" name="Rectangle 3">
            <a:extLst>
              <a:ext uri="{FF2B5EF4-FFF2-40B4-BE49-F238E27FC236}">
                <a16:creationId xmlns:a16="http://schemas.microsoft.com/office/drawing/2014/main" id="{5141821B-2560-4425-B48B-336A15EB6DBC}"/>
              </a:ext>
            </a:extLst>
          </p:cNvPr>
          <p:cNvSpPr>
            <a:spLocks noGrp="1" noChangeArrowheads="1"/>
          </p:cNvSpPr>
          <p:nvPr>
            <p:ph type="body" idx="1"/>
          </p:nvPr>
        </p:nvSpPr>
        <p:spPr/>
        <p:txBody>
          <a:bodyPr/>
          <a:lstStyle/>
          <a:p>
            <a:pPr lvl="1"/>
            <a:r>
              <a:rPr lang="en-AU" altLang="en-US"/>
              <a:t>Triple quotes useful for multi-line strings</a:t>
            </a:r>
          </a:p>
          <a:p>
            <a:pPr lvl="1">
              <a:buFontTx/>
              <a:buNone/>
            </a:pPr>
            <a:r>
              <a:rPr lang="en-AU" altLang="en-US" b="1">
                <a:solidFill>
                  <a:srgbClr val="3399FF"/>
                </a:solidFill>
                <a:latin typeface="Courier New" panose="02070309020205020404" pitchFamily="49" charset="0"/>
              </a:rPr>
              <a:t> &gt;&gt;&gt; s = """ a long</a:t>
            </a:r>
            <a:br>
              <a:rPr lang="en-AU" altLang="en-US" b="1">
                <a:solidFill>
                  <a:srgbClr val="3399FF"/>
                </a:solidFill>
                <a:latin typeface="Courier New" panose="02070309020205020404" pitchFamily="49" charset="0"/>
              </a:rPr>
            </a:br>
            <a:r>
              <a:rPr lang="en-AU" altLang="en-US" b="1">
                <a:solidFill>
                  <a:srgbClr val="3399FF"/>
                </a:solidFill>
                <a:latin typeface="Courier New" panose="02070309020205020404" pitchFamily="49" charset="0"/>
              </a:rPr>
              <a:t>... string with "quotes" or anything else"""</a:t>
            </a:r>
            <a:br>
              <a:rPr lang="en-AU" altLang="en-US" b="1">
                <a:solidFill>
                  <a:srgbClr val="3399FF"/>
                </a:solidFill>
                <a:latin typeface="Courier New" panose="02070309020205020404" pitchFamily="49" charset="0"/>
              </a:rPr>
            </a:br>
            <a:r>
              <a:rPr lang="en-AU" altLang="en-US" b="1">
                <a:solidFill>
                  <a:srgbClr val="3399FF"/>
                </a:solidFill>
                <a:latin typeface="Courier New" panose="02070309020205020404" pitchFamily="49" charset="0"/>
              </a:rPr>
              <a:t>&gt;&gt;&gt; s</a:t>
            </a:r>
            <a:br>
              <a:rPr lang="en-AU" altLang="en-US" b="1">
                <a:solidFill>
                  <a:srgbClr val="3399FF"/>
                </a:solidFill>
                <a:latin typeface="Courier New" panose="02070309020205020404" pitchFamily="49" charset="0"/>
              </a:rPr>
            </a:br>
            <a:r>
              <a:rPr lang="en-AU" altLang="en-US" b="1">
                <a:solidFill>
                  <a:srgbClr val="3399FF"/>
                </a:solidFill>
                <a:latin typeface="Courier New" panose="02070309020205020404" pitchFamily="49" charset="0"/>
              </a:rPr>
              <a:t>' a long\012string with "quotes" or anything else' </a:t>
            </a:r>
            <a:br>
              <a:rPr lang="en-AU" altLang="en-US" b="1">
                <a:solidFill>
                  <a:srgbClr val="3399FF"/>
                </a:solidFill>
                <a:latin typeface="Courier New" panose="02070309020205020404" pitchFamily="49" charset="0"/>
              </a:rPr>
            </a:br>
            <a:r>
              <a:rPr lang="en-AU" altLang="en-US" b="1">
                <a:solidFill>
                  <a:srgbClr val="3399FF"/>
                </a:solidFill>
                <a:latin typeface="Courier New" panose="02070309020205020404" pitchFamily="49" charset="0"/>
              </a:rPr>
              <a:t>&gt;&gt;&gt; len(s)</a:t>
            </a:r>
            <a:br>
              <a:rPr lang="en-AU" altLang="en-US" b="1">
                <a:solidFill>
                  <a:srgbClr val="3399FF"/>
                </a:solidFill>
                <a:latin typeface="Courier New" panose="02070309020205020404" pitchFamily="49" charset="0"/>
              </a:rPr>
            </a:br>
            <a:r>
              <a:rPr lang="en-AU" altLang="en-US" b="1">
                <a:solidFill>
                  <a:srgbClr val="3399FF"/>
                </a:solidFill>
                <a:latin typeface="Courier New" panose="02070309020205020404" pitchFamily="49" charset="0"/>
              </a:rPr>
              <a:t>45</a:t>
            </a:r>
            <a:endParaRPr lang="en-AU" altLang="en-US">
              <a:solidFill>
                <a:srgbClr val="3399FF"/>
              </a:solidFill>
              <a:latin typeface="Courier New" panose="02070309020205020404" pitchFamily="49" charset="0"/>
            </a:endParaRP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8FE0533-3790-4FF6-B8B8-287A85D11D02}"/>
              </a:ext>
            </a:extLst>
          </p:cNvPr>
          <p:cNvSpPr>
            <a:spLocks noGrp="1" noChangeArrowheads="1"/>
          </p:cNvSpPr>
          <p:nvPr>
            <p:ph type="title"/>
          </p:nvPr>
        </p:nvSpPr>
        <p:spPr/>
        <p:txBody>
          <a:bodyPr/>
          <a:lstStyle/>
          <a:p>
            <a:pPr eaLnBrk="1" hangingPunct="1"/>
            <a:r>
              <a:rPr lang="en-US" altLang="ko-KR">
                <a:ea typeface="굴림" panose="020B0503020000020004" pitchFamily="34" charset="-127"/>
              </a:rPr>
              <a:t>Methods in string</a:t>
            </a:r>
          </a:p>
        </p:txBody>
      </p:sp>
      <p:sp>
        <p:nvSpPr>
          <p:cNvPr id="57347" name="Rectangle 3">
            <a:extLst>
              <a:ext uri="{FF2B5EF4-FFF2-40B4-BE49-F238E27FC236}">
                <a16:creationId xmlns:a16="http://schemas.microsoft.com/office/drawing/2014/main" id="{E43FB11F-CA77-46A9-9168-4045EF68D947}"/>
              </a:ext>
            </a:extLst>
          </p:cNvPr>
          <p:cNvSpPr>
            <a:spLocks noGrp="1" noChangeArrowheads="1"/>
          </p:cNvSpPr>
          <p:nvPr>
            <p:ph type="body" idx="1"/>
          </p:nvPr>
        </p:nvSpPr>
        <p:spPr>
          <a:xfrm>
            <a:off x="866775" y="1897063"/>
            <a:ext cx="2820988" cy="4114800"/>
          </a:xfrm>
        </p:spPr>
        <p:txBody>
          <a:bodyPr/>
          <a:lstStyle/>
          <a:p>
            <a:pPr eaLnBrk="1" hangingPunct="1"/>
            <a:r>
              <a:rPr lang="en-US" altLang="ko-KR" sz="2400">
                <a:ea typeface="굴림" panose="020B0503020000020004" pitchFamily="34" charset="-127"/>
              </a:rPr>
              <a:t>upper()</a:t>
            </a:r>
          </a:p>
          <a:p>
            <a:pPr eaLnBrk="1" hangingPunct="1"/>
            <a:r>
              <a:rPr lang="en-US" altLang="ko-KR" sz="2400">
                <a:ea typeface="굴림" panose="020B0503020000020004" pitchFamily="34" charset="-127"/>
              </a:rPr>
              <a:t>lower()</a:t>
            </a:r>
          </a:p>
          <a:p>
            <a:pPr eaLnBrk="1" hangingPunct="1"/>
            <a:r>
              <a:rPr lang="en-US" altLang="ko-KR" sz="2400">
                <a:ea typeface="굴림" panose="020B0503020000020004" pitchFamily="34" charset="-127"/>
              </a:rPr>
              <a:t>capitalize()</a:t>
            </a:r>
          </a:p>
          <a:p>
            <a:pPr eaLnBrk="1" hangingPunct="1"/>
            <a:r>
              <a:rPr lang="en-US" altLang="ko-KR" sz="2400">
                <a:ea typeface="굴림" panose="020B0503020000020004" pitchFamily="34" charset="-127"/>
              </a:rPr>
              <a:t>count(s)</a:t>
            </a:r>
          </a:p>
          <a:p>
            <a:pPr eaLnBrk="1" hangingPunct="1"/>
            <a:r>
              <a:rPr lang="en-US" altLang="ko-KR" sz="2400">
                <a:ea typeface="굴림" panose="020B0503020000020004" pitchFamily="34" charset="-127"/>
              </a:rPr>
              <a:t>find(s)</a:t>
            </a:r>
          </a:p>
          <a:p>
            <a:pPr eaLnBrk="1" hangingPunct="1"/>
            <a:r>
              <a:rPr lang="en-US" altLang="ko-KR" sz="2400">
                <a:ea typeface="굴림" panose="020B0503020000020004" pitchFamily="34" charset="-127"/>
              </a:rPr>
              <a:t>rfind(s)</a:t>
            </a:r>
          </a:p>
          <a:p>
            <a:pPr eaLnBrk="1" hangingPunct="1"/>
            <a:r>
              <a:rPr lang="en-US" altLang="ko-KR" sz="2400">
                <a:ea typeface="굴림" panose="020B0503020000020004" pitchFamily="34" charset="-127"/>
              </a:rPr>
              <a:t>index(s)</a:t>
            </a:r>
          </a:p>
        </p:txBody>
      </p:sp>
      <p:sp>
        <p:nvSpPr>
          <p:cNvPr id="4" name="Rectangle 3">
            <a:extLst>
              <a:ext uri="{FF2B5EF4-FFF2-40B4-BE49-F238E27FC236}">
                <a16:creationId xmlns:a16="http://schemas.microsoft.com/office/drawing/2014/main" id="{C609D2AA-D5CF-427F-90B7-1AABA5AFFE0F}"/>
              </a:ext>
            </a:extLst>
          </p:cNvPr>
          <p:cNvSpPr txBox="1">
            <a:spLocks noChangeArrowheads="1"/>
          </p:cNvSpPr>
          <p:nvPr/>
        </p:nvSpPr>
        <p:spPr bwMode="auto">
          <a:xfrm>
            <a:off x="4111625" y="1885950"/>
            <a:ext cx="4157663" cy="4170363"/>
          </a:xfrm>
          <a:prstGeom prst="rect">
            <a:avLst/>
          </a:prstGeom>
          <a:noFill/>
          <a:ln w="9525">
            <a:noFill/>
            <a:miter lim="800000"/>
            <a:headEnd/>
            <a:tailEnd/>
          </a:ln>
        </p:spPr>
        <p:txBody>
          <a:bodyPr/>
          <a:lstStyle/>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strip(), </a:t>
            </a:r>
            <a:r>
              <a:rPr lang="en-US" altLang="ko-KR" sz="2400" kern="0" dirty="0" err="1">
                <a:solidFill>
                  <a:srgbClr val="003366"/>
                </a:solidFill>
                <a:latin typeface="+mn-lt"/>
                <a:ea typeface="굴림" pitchFamily="34" charset="-127"/>
                <a:cs typeface="+mn-cs"/>
              </a:rPr>
              <a:t>lstrip</a:t>
            </a:r>
            <a:r>
              <a:rPr lang="en-US" altLang="ko-KR" sz="2400" kern="0" dirty="0">
                <a:solidFill>
                  <a:srgbClr val="003366"/>
                </a:solidFill>
                <a:latin typeface="+mn-lt"/>
                <a:ea typeface="굴림" pitchFamily="34" charset="-127"/>
                <a:cs typeface="+mn-cs"/>
              </a:rPr>
              <a:t>(), </a:t>
            </a:r>
            <a:r>
              <a:rPr lang="en-US" altLang="ko-KR" sz="2400" kern="0" dirty="0" err="1">
                <a:solidFill>
                  <a:srgbClr val="003366"/>
                </a:solidFill>
                <a:latin typeface="+mn-lt"/>
                <a:ea typeface="굴림" pitchFamily="34" charset="-127"/>
                <a:cs typeface="+mn-cs"/>
              </a:rPr>
              <a:t>rstrip</a:t>
            </a:r>
            <a:r>
              <a:rPr lang="en-US" altLang="ko-KR" sz="2400" kern="0" dirty="0">
                <a:solidFill>
                  <a:srgbClr val="003366"/>
                </a:solidFill>
                <a:latin typeface="+mn-lt"/>
                <a:ea typeface="굴림" pitchFamily="34" charset="-127"/>
                <a:cs typeface="+mn-cs"/>
              </a:rPr>
              <a:t>()</a:t>
            </a:r>
          </a:p>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replace(a, b)</a:t>
            </a:r>
          </a:p>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err="1">
                <a:solidFill>
                  <a:srgbClr val="003366"/>
                </a:solidFill>
                <a:latin typeface="+mn-lt"/>
                <a:ea typeface="굴림" pitchFamily="34" charset="-127"/>
                <a:cs typeface="+mn-cs"/>
              </a:rPr>
              <a:t>expandtabs</a:t>
            </a:r>
            <a:r>
              <a:rPr lang="en-US" altLang="ko-KR" sz="2400" kern="0" dirty="0">
                <a:solidFill>
                  <a:srgbClr val="003366"/>
                </a:solidFill>
                <a:latin typeface="+mn-lt"/>
                <a:ea typeface="굴림" pitchFamily="34" charset="-127"/>
                <a:cs typeface="+mn-cs"/>
              </a:rPr>
              <a:t>()</a:t>
            </a:r>
          </a:p>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split()</a:t>
            </a:r>
          </a:p>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join()</a:t>
            </a:r>
          </a:p>
          <a:p>
            <a:pPr marL="342900" indent="-342900">
              <a:lnSpc>
                <a:spcPct val="9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center(), </a:t>
            </a:r>
            <a:r>
              <a:rPr lang="en-US" altLang="ko-KR" sz="2400" kern="0" dirty="0" err="1">
                <a:solidFill>
                  <a:srgbClr val="003366"/>
                </a:solidFill>
                <a:latin typeface="+mn-lt"/>
                <a:ea typeface="굴림" pitchFamily="34" charset="-127"/>
                <a:cs typeface="+mn-cs"/>
              </a:rPr>
              <a:t>ljust</a:t>
            </a:r>
            <a:r>
              <a:rPr lang="en-US" altLang="ko-KR" sz="2400" kern="0" dirty="0">
                <a:solidFill>
                  <a:srgbClr val="003366"/>
                </a:solidFill>
                <a:latin typeface="+mn-lt"/>
                <a:ea typeface="굴림" pitchFamily="34" charset="-127"/>
                <a:cs typeface="+mn-cs"/>
              </a:rPr>
              <a:t>(), </a:t>
            </a:r>
            <a:r>
              <a:rPr lang="en-US" altLang="ko-KR" sz="2400" kern="0" dirty="0" err="1">
                <a:solidFill>
                  <a:srgbClr val="003366"/>
                </a:solidFill>
                <a:latin typeface="+mn-lt"/>
                <a:ea typeface="굴림" pitchFamily="34" charset="-127"/>
                <a:cs typeface="+mn-cs"/>
              </a:rPr>
              <a:t>rjust</a:t>
            </a:r>
            <a:r>
              <a:rPr lang="en-US" altLang="ko-KR" sz="2400" kern="0" dirty="0">
                <a:solidFill>
                  <a:srgbClr val="003366"/>
                </a:solidFill>
                <a:latin typeface="+mn-lt"/>
                <a:ea typeface="굴림" pitchFamily="34" charset="-127"/>
                <a:cs typeface="+mn-cs"/>
              </a:rPr>
              <a:t>()</a:t>
            </a: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1CFC6F7-1247-4613-8079-89CCF1D16582}"/>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Compound Data Type: List</a:t>
            </a:r>
          </a:p>
        </p:txBody>
      </p:sp>
      <p:sp>
        <p:nvSpPr>
          <p:cNvPr id="58371" name="Rectangle 3">
            <a:extLst>
              <a:ext uri="{FF2B5EF4-FFF2-40B4-BE49-F238E27FC236}">
                <a16:creationId xmlns:a16="http://schemas.microsoft.com/office/drawing/2014/main" id="{23D64940-8833-47E8-AAF0-9BD1DA6C4D02}"/>
              </a:ext>
            </a:extLst>
          </p:cNvPr>
          <p:cNvSpPr>
            <a:spLocks noGrp="1" noChangeArrowheads="1"/>
          </p:cNvSpPr>
          <p:nvPr>
            <p:ph type="body" idx="1"/>
          </p:nvPr>
        </p:nvSpPr>
        <p:spPr>
          <a:xfrm>
            <a:off x="612775" y="1420813"/>
            <a:ext cx="7964488" cy="5080000"/>
          </a:xfrm>
        </p:spPr>
        <p:txBody>
          <a:bodyPr/>
          <a:lstStyle/>
          <a:p>
            <a:pPr eaLnBrk="1" hangingPunct="1"/>
            <a:r>
              <a:rPr lang="en-US" altLang="ko-KR">
                <a:ea typeface="굴림" panose="020B0503020000020004" pitchFamily="34" charset="-127"/>
              </a:rPr>
              <a:t>List: </a:t>
            </a:r>
          </a:p>
          <a:p>
            <a:pPr lvl="1" eaLnBrk="1" hangingPunct="1"/>
            <a:r>
              <a:rPr lang="en-US" altLang="en-US" sz="2400"/>
              <a:t>A container that holds a number of other objects, in a </a:t>
            </a:r>
            <a:r>
              <a:rPr lang="en-US" altLang="en-US" sz="2400">
                <a:solidFill>
                  <a:srgbClr val="FF0000"/>
                </a:solidFill>
              </a:rPr>
              <a:t>given</a:t>
            </a:r>
            <a:r>
              <a:rPr lang="en-US" altLang="en-US" sz="2400"/>
              <a:t> order</a:t>
            </a:r>
            <a:endParaRPr lang="en-US" altLang="ko-KR" sz="2400">
              <a:ea typeface="굴림" panose="020B0503020000020004" pitchFamily="34" charset="-127"/>
            </a:endParaRPr>
          </a:p>
          <a:p>
            <a:pPr lvl="1" eaLnBrk="1" hangingPunct="1"/>
            <a:r>
              <a:rPr lang="en-US" altLang="ko-KR" sz="2400">
                <a:ea typeface="굴림" panose="020B0503020000020004" pitchFamily="34" charset="-127"/>
              </a:rPr>
              <a:t>Defined in </a:t>
            </a:r>
            <a:r>
              <a:rPr lang="en-US" altLang="ko-KR" sz="2400">
                <a:solidFill>
                  <a:srgbClr val="00B050"/>
                </a:solidFill>
                <a:ea typeface="굴림" panose="020B0503020000020004" pitchFamily="34" charset="-127"/>
              </a:rPr>
              <a:t>square brackets</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a = [1, 2, 3, 4, 5]</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print a[1]  # number 2</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some_list = []</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some_list.append("foo")</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some_list.append(12)</a:t>
            </a:r>
          </a:p>
          <a:p>
            <a:pPr lvl="1"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print len(some_list)  # 2</a:t>
            </a:r>
            <a:endParaRPr lang="en-US" altLang="ko-KR" sz="2400">
              <a:solidFill>
                <a:schemeClr val="folHlink"/>
              </a:solidFill>
              <a:ea typeface="굴림" panose="020B0503020000020004" pitchFamily="34" charset="-127"/>
            </a:endParaRP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E1E65C5-BDE8-4AE5-A89E-E4F5C42702B9}"/>
              </a:ext>
            </a:extLst>
          </p:cNvPr>
          <p:cNvSpPr>
            <a:spLocks noGrp="1" noChangeArrowheads="1"/>
          </p:cNvSpPr>
          <p:nvPr>
            <p:ph type="title"/>
          </p:nvPr>
        </p:nvSpPr>
        <p:spPr/>
        <p:txBody>
          <a:bodyPr/>
          <a:lstStyle/>
          <a:p>
            <a:r>
              <a:rPr lang="en-US" altLang="en-US"/>
              <a:t>List</a:t>
            </a:r>
          </a:p>
        </p:txBody>
      </p:sp>
      <p:sp>
        <p:nvSpPr>
          <p:cNvPr id="59395" name="Rectangle 3">
            <a:extLst>
              <a:ext uri="{FF2B5EF4-FFF2-40B4-BE49-F238E27FC236}">
                <a16:creationId xmlns:a16="http://schemas.microsoft.com/office/drawing/2014/main" id="{1E4F8A7A-17CC-4F9F-A25F-A595C9C53752}"/>
              </a:ext>
            </a:extLst>
          </p:cNvPr>
          <p:cNvSpPr>
            <a:spLocks noGrp="1" noChangeArrowheads="1"/>
          </p:cNvSpPr>
          <p:nvPr>
            <p:ph type="body" idx="1"/>
          </p:nvPr>
        </p:nvSpPr>
        <p:spPr/>
        <p:txBody>
          <a:bodyPr/>
          <a:lstStyle/>
          <a:p>
            <a:pPr lvl="2"/>
            <a:r>
              <a:rPr lang="en-US" altLang="en-US" sz="2000"/>
              <a:t>a = [99, "bottles of beer", ["on", "the", "wall"]]</a:t>
            </a:r>
          </a:p>
          <a:p>
            <a:r>
              <a:rPr lang="en-US" altLang="en-US" sz="2800">
                <a:solidFill>
                  <a:srgbClr val="FF0000"/>
                </a:solidFill>
              </a:rPr>
              <a:t>Flexible</a:t>
            </a:r>
            <a:r>
              <a:rPr lang="en-US" altLang="en-US" sz="2800"/>
              <a:t> arrays, </a:t>
            </a:r>
            <a:r>
              <a:rPr lang="en-US" altLang="en-US" sz="2800" i="1"/>
              <a:t>not</a:t>
            </a:r>
            <a:r>
              <a:rPr lang="en-US" altLang="en-US" sz="2800"/>
              <a:t> Lisp-like linked lists</a:t>
            </a:r>
          </a:p>
          <a:p>
            <a:r>
              <a:rPr lang="en-US" altLang="en-US" sz="2800">
                <a:solidFill>
                  <a:srgbClr val="00B050"/>
                </a:solidFill>
              </a:rPr>
              <a:t>Same operators </a:t>
            </a:r>
            <a:r>
              <a:rPr lang="en-US" altLang="en-US" sz="2800"/>
              <a:t>as for strings</a:t>
            </a:r>
          </a:p>
          <a:p>
            <a:pPr lvl="2"/>
            <a:r>
              <a:rPr lang="en-US" altLang="en-US" sz="2000"/>
              <a:t>a+b, a*3, a[0], a[-1], a[1:], len(a)</a:t>
            </a:r>
          </a:p>
          <a:p>
            <a:r>
              <a:rPr lang="en-US" altLang="en-US" sz="2800"/>
              <a:t>Item and slice assignment</a:t>
            </a:r>
          </a:p>
          <a:p>
            <a:pPr lvl="2"/>
            <a:r>
              <a:rPr lang="en-US" altLang="en-US" sz="2000"/>
              <a:t>a[0] = 98</a:t>
            </a:r>
          </a:p>
          <a:p>
            <a:pPr lvl="2"/>
            <a:r>
              <a:rPr lang="en-US" altLang="en-US" sz="2000"/>
              <a:t>a[1:2] = ["bottles", "of", "beer"]</a:t>
            </a:r>
          </a:p>
          <a:p>
            <a:pPr lvl="3">
              <a:buFontTx/>
              <a:buNone/>
            </a:pPr>
            <a:r>
              <a:rPr lang="en-US" altLang="en-US" sz="1800"/>
              <a:t>-&gt; [98, "bottles", "of", "beer", ["on", "the", "wall"]]</a:t>
            </a:r>
          </a:p>
          <a:p>
            <a:pPr lvl="2"/>
            <a:r>
              <a:rPr lang="en-US" altLang="en-US" sz="2000"/>
              <a:t>del a[-1]	# -&gt; [98, "bottles", "of", "beer"]</a:t>
            </a: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24D81F5-7C7B-4D37-80FC-7D2D924CCA47}"/>
              </a:ext>
            </a:extLst>
          </p:cNvPr>
          <p:cNvSpPr>
            <a:spLocks noGrp="1" noChangeArrowheads="1"/>
          </p:cNvSpPr>
          <p:nvPr>
            <p:ph type="title"/>
          </p:nvPr>
        </p:nvSpPr>
        <p:spPr/>
        <p:txBody>
          <a:bodyPr/>
          <a:lstStyle/>
          <a:p>
            <a:r>
              <a:rPr lang="en-US" altLang="en-US"/>
              <a:t>More list operations</a:t>
            </a:r>
          </a:p>
        </p:txBody>
      </p:sp>
      <p:sp>
        <p:nvSpPr>
          <p:cNvPr id="60419" name="Rectangle 3">
            <a:extLst>
              <a:ext uri="{FF2B5EF4-FFF2-40B4-BE49-F238E27FC236}">
                <a16:creationId xmlns:a16="http://schemas.microsoft.com/office/drawing/2014/main" id="{868DEEB1-A3CC-45AE-9AAF-C2AE04ACCF47}"/>
              </a:ext>
            </a:extLst>
          </p:cNvPr>
          <p:cNvSpPr>
            <a:spLocks noGrp="1" noChangeArrowheads="1"/>
          </p:cNvSpPr>
          <p:nvPr>
            <p:ph type="body" idx="1"/>
          </p:nvPr>
        </p:nvSpPr>
        <p:spPr/>
        <p:txBody>
          <a:bodyPr/>
          <a:lstStyle/>
          <a:p>
            <a:pPr>
              <a:buFontTx/>
              <a:buNone/>
            </a:pPr>
            <a:r>
              <a:rPr lang="en-US" altLang="en-US" sz="2400"/>
              <a:t>&gt;&gt;&gt; a = range(5)		# [0,1,2,3,4]</a:t>
            </a:r>
          </a:p>
          <a:p>
            <a:pPr>
              <a:buFontTx/>
              <a:buNone/>
            </a:pPr>
            <a:r>
              <a:rPr lang="en-US" altLang="en-US" sz="2400"/>
              <a:t>&gt;&gt;&gt; a.append(5)		# [0,1,2,3,4,5]</a:t>
            </a:r>
          </a:p>
          <a:p>
            <a:pPr>
              <a:buFontTx/>
              <a:buNone/>
            </a:pPr>
            <a:r>
              <a:rPr lang="en-US" altLang="en-US" sz="2400"/>
              <a:t>&gt;&gt;&gt; a.pop()			# [0,1,2,3,4]</a:t>
            </a:r>
          </a:p>
          <a:p>
            <a:pPr>
              <a:buFontTx/>
              <a:buNone/>
            </a:pPr>
            <a:r>
              <a:rPr lang="en-US" altLang="en-US" sz="2400"/>
              <a:t>5</a:t>
            </a:r>
          </a:p>
          <a:p>
            <a:pPr>
              <a:buFontTx/>
              <a:buNone/>
            </a:pPr>
            <a:r>
              <a:rPr lang="en-US" altLang="en-US" sz="2400"/>
              <a:t>&gt;&gt;&gt; a.insert(0, 5.5)		# [5.5,0,1,2,3,4]</a:t>
            </a:r>
          </a:p>
          <a:p>
            <a:pPr>
              <a:buFontTx/>
              <a:buNone/>
            </a:pPr>
            <a:r>
              <a:rPr lang="en-US" altLang="en-US" sz="2400"/>
              <a:t>&gt;&gt;&gt; a.pop(0)			# [0,1,2,3,4]</a:t>
            </a:r>
          </a:p>
          <a:p>
            <a:pPr>
              <a:buFontTx/>
              <a:buNone/>
            </a:pPr>
            <a:r>
              <a:rPr lang="en-US" altLang="en-US" sz="2400"/>
              <a:t>5.5</a:t>
            </a:r>
          </a:p>
          <a:p>
            <a:pPr>
              <a:buFontTx/>
              <a:buNone/>
            </a:pPr>
            <a:r>
              <a:rPr lang="en-US" altLang="en-US" sz="2400"/>
              <a:t>&gt;&gt;&gt; a.reverse()			# [4,3,2,1,0]</a:t>
            </a:r>
          </a:p>
          <a:p>
            <a:pPr>
              <a:buFontTx/>
              <a:buNone/>
            </a:pPr>
            <a:r>
              <a:rPr lang="en-US" altLang="en-US" sz="2400"/>
              <a:t>&gt;&gt;&gt; a.sort()			# [0,1,2,3,4]</a:t>
            </a:r>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285B3D8-3917-45DD-9287-842485D48CB7}"/>
              </a:ext>
            </a:extLst>
          </p:cNvPr>
          <p:cNvSpPr>
            <a:spLocks noGrp="1" noChangeArrowheads="1"/>
          </p:cNvSpPr>
          <p:nvPr>
            <p:ph type="title"/>
          </p:nvPr>
        </p:nvSpPr>
        <p:spPr/>
        <p:txBody>
          <a:bodyPr/>
          <a:lstStyle/>
          <a:p>
            <a:pPr eaLnBrk="1" hangingPunct="1"/>
            <a:r>
              <a:rPr lang="en-US" altLang="ko-KR">
                <a:ea typeface="굴림" panose="020B0503020000020004" pitchFamily="34" charset="-127"/>
              </a:rPr>
              <a:t>Operations in List</a:t>
            </a:r>
          </a:p>
        </p:txBody>
      </p:sp>
      <p:sp>
        <p:nvSpPr>
          <p:cNvPr id="61443" name="Rectangle 3">
            <a:extLst>
              <a:ext uri="{FF2B5EF4-FFF2-40B4-BE49-F238E27FC236}">
                <a16:creationId xmlns:a16="http://schemas.microsoft.com/office/drawing/2014/main" id="{FE15A11E-4DAD-473D-AA78-62F8B4430B81}"/>
              </a:ext>
            </a:extLst>
          </p:cNvPr>
          <p:cNvSpPr>
            <a:spLocks noGrp="1" noChangeArrowheads="1"/>
          </p:cNvSpPr>
          <p:nvPr>
            <p:ph type="body" idx="1"/>
          </p:nvPr>
        </p:nvSpPr>
        <p:spPr>
          <a:xfrm>
            <a:off x="3556000" y="1684338"/>
            <a:ext cx="5076825" cy="4214812"/>
          </a:xfrm>
        </p:spPr>
        <p:txBody>
          <a:bodyPr/>
          <a:lstStyle/>
          <a:p>
            <a:pPr eaLnBrk="1" hangingPunct="1"/>
            <a:r>
              <a:rPr lang="en-US" altLang="ko-KR" sz="2400">
                <a:ea typeface="굴림" panose="020B0503020000020004" pitchFamily="34" charset="-127"/>
              </a:rPr>
              <a:t>Indexing		e.g., </a:t>
            </a:r>
            <a:r>
              <a:rPr lang="en-US" altLang="ko-KR" sz="2400">
                <a:solidFill>
                  <a:schemeClr val="folHlink"/>
                </a:solidFill>
                <a:ea typeface="굴림" panose="020B0503020000020004" pitchFamily="34" charset="-127"/>
              </a:rPr>
              <a:t>L[i]</a:t>
            </a:r>
          </a:p>
          <a:p>
            <a:pPr eaLnBrk="1" hangingPunct="1"/>
            <a:r>
              <a:rPr lang="en-US" altLang="ko-KR" sz="2400">
                <a:ea typeface="굴림" panose="020B0503020000020004" pitchFamily="34" charset="-127"/>
              </a:rPr>
              <a:t>Slicing		e.g., </a:t>
            </a:r>
            <a:r>
              <a:rPr lang="en-US" altLang="ko-KR" sz="2400">
                <a:solidFill>
                  <a:schemeClr val="folHlink"/>
                </a:solidFill>
                <a:ea typeface="굴림" panose="020B0503020000020004" pitchFamily="34" charset="-127"/>
              </a:rPr>
              <a:t>L[1:5]</a:t>
            </a:r>
          </a:p>
          <a:p>
            <a:pPr eaLnBrk="1" hangingPunct="1"/>
            <a:r>
              <a:rPr lang="en-US" altLang="ko-KR" sz="2400">
                <a:ea typeface="굴림" panose="020B0503020000020004" pitchFamily="34" charset="-127"/>
              </a:rPr>
              <a:t>Concatenation	e.g., </a:t>
            </a:r>
            <a:r>
              <a:rPr lang="en-US" altLang="ko-KR" sz="2400">
                <a:solidFill>
                  <a:schemeClr val="folHlink"/>
                </a:solidFill>
                <a:ea typeface="굴림" panose="020B0503020000020004" pitchFamily="34" charset="-127"/>
              </a:rPr>
              <a:t>L + L</a:t>
            </a:r>
          </a:p>
          <a:p>
            <a:pPr eaLnBrk="1" hangingPunct="1"/>
            <a:r>
              <a:rPr lang="en-US" altLang="ko-KR" sz="2400">
                <a:ea typeface="굴림" panose="020B0503020000020004" pitchFamily="34" charset="-127"/>
              </a:rPr>
              <a:t>Repetition		e.g., </a:t>
            </a:r>
            <a:r>
              <a:rPr lang="en-US" altLang="ko-KR" sz="2400">
                <a:solidFill>
                  <a:schemeClr val="folHlink"/>
                </a:solidFill>
                <a:ea typeface="굴림" panose="020B0503020000020004" pitchFamily="34" charset="-127"/>
              </a:rPr>
              <a:t>L * 5</a:t>
            </a:r>
          </a:p>
          <a:p>
            <a:pPr eaLnBrk="1" hangingPunct="1"/>
            <a:r>
              <a:rPr lang="en-US" altLang="ko-KR" sz="2400">
                <a:ea typeface="굴림" panose="020B0503020000020004" pitchFamily="34" charset="-127"/>
              </a:rPr>
              <a:t>Membership test	e.g., </a:t>
            </a:r>
            <a:r>
              <a:rPr lang="en-US" altLang="ko-KR" sz="2400">
                <a:solidFill>
                  <a:schemeClr val="folHlink"/>
                </a:solidFill>
                <a:ea typeface="굴림" panose="020B0503020000020004" pitchFamily="34" charset="-127"/>
              </a:rPr>
              <a:t>‘a’ in L</a:t>
            </a:r>
          </a:p>
          <a:p>
            <a:pPr eaLnBrk="1" hangingPunct="1"/>
            <a:r>
              <a:rPr lang="en-US" altLang="ko-KR" sz="2400">
                <a:ea typeface="굴림" panose="020B0503020000020004" pitchFamily="34" charset="-127"/>
              </a:rPr>
              <a:t>Length		e.g., </a:t>
            </a:r>
            <a:r>
              <a:rPr lang="en-US" altLang="ko-KR" sz="2400">
                <a:solidFill>
                  <a:schemeClr val="folHlink"/>
                </a:solidFill>
                <a:ea typeface="굴림" panose="020B0503020000020004" pitchFamily="34" charset="-127"/>
              </a:rPr>
              <a:t>len(L)</a:t>
            </a:r>
          </a:p>
          <a:p>
            <a:pPr eaLnBrk="1" hangingPunct="1">
              <a:buFont typeface="Wingdings" panose="05000000000000000000" pitchFamily="2" charset="2"/>
              <a:buNone/>
            </a:pPr>
            <a:endParaRPr lang="en-US" altLang="ko-KR" sz="2400">
              <a:ea typeface="굴림" panose="020B0503020000020004" pitchFamily="34" charset="-127"/>
            </a:endParaRPr>
          </a:p>
        </p:txBody>
      </p:sp>
      <p:sp>
        <p:nvSpPr>
          <p:cNvPr id="4" name="Rectangle 3">
            <a:extLst>
              <a:ext uri="{FF2B5EF4-FFF2-40B4-BE49-F238E27FC236}">
                <a16:creationId xmlns:a16="http://schemas.microsoft.com/office/drawing/2014/main" id="{432FE27F-B7AF-4A6E-8DAC-CFD8E1D8DE4D}"/>
              </a:ext>
            </a:extLst>
          </p:cNvPr>
          <p:cNvSpPr txBox="1">
            <a:spLocks noChangeArrowheads="1"/>
          </p:cNvSpPr>
          <p:nvPr/>
        </p:nvSpPr>
        <p:spPr bwMode="auto">
          <a:xfrm>
            <a:off x="660400" y="1709738"/>
            <a:ext cx="4235450" cy="4114800"/>
          </a:xfrm>
          <a:prstGeom prst="rect">
            <a:avLst/>
          </a:prstGeom>
          <a:noFill/>
          <a:ln w="9525">
            <a:noFill/>
            <a:miter lim="800000"/>
            <a:headEnd/>
            <a:tailEnd/>
          </a:ln>
        </p:spPr>
        <p:txBody>
          <a:bodyPr/>
          <a:lstStyle/>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append</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insert</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index</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count</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sort</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reverse</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remove</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pop</a:t>
            </a:r>
          </a:p>
          <a:p>
            <a:pPr marL="342900" indent="-342900">
              <a:lnSpc>
                <a:spcPct val="80000"/>
              </a:lnSpc>
              <a:spcBef>
                <a:spcPct val="20000"/>
              </a:spcBef>
              <a:spcAft>
                <a:spcPct val="20000"/>
              </a:spcAft>
              <a:buClr>
                <a:srgbClr val="336699"/>
              </a:buClr>
              <a:buSzPct val="115000"/>
              <a:buFont typeface="Wingdings" pitchFamily="2" charset="2"/>
              <a:buChar char="§"/>
              <a:defRPr/>
            </a:pPr>
            <a:r>
              <a:rPr lang="en-US" altLang="ko-KR" sz="2400" kern="0" dirty="0">
                <a:solidFill>
                  <a:srgbClr val="003366"/>
                </a:solidFill>
                <a:latin typeface="+mn-lt"/>
                <a:ea typeface="굴림" pitchFamily="34" charset="-127"/>
                <a:cs typeface="+mn-cs"/>
              </a:rPr>
              <a:t>extend</a:t>
            </a:r>
          </a:p>
        </p:txBody>
      </p:sp>
    </p:spTree>
  </p:cSld>
  <p:clrMapOvr>
    <a:masterClrMapping/>
  </p:clrMapOvr>
  <p:transition advClick="0"/>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6EE9192-0613-4945-BF4C-D9819A0A53A9}"/>
              </a:ext>
            </a:extLst>
          </p:cNvPr>
          <p:cNvSpPr>
            <a:spLocks noGrp="1" noChangeArrowheads="1"/>
          </p:cNvSpPr>
          <p:nvPr>
            <p:ph type="title"/>
          </p:nvPr>
        </p:nvSpPr>
        <p:spPr/>
        <p:txBody>
          <a:bodyPr/>
          <a:lstStyle/>
          <a:p>
            <a:pPr eaLnBrk="1" hangingPunct="1"/>
            <a:r>
              <a:rPr lang="en-US" altLang="ko-KR">
                <a:ea typeface="굴림" panose="020B0503020000020004" pitchFamily="34" charset="-127"/>
              </a:rPr>
              <a:t>Nested List</a:t>
            </a:r>
          </a:p>
        </p:txBody>
      </p:sp>
      <p:sp>
        <p:nvSpPr>
          <p:cNvPr id="62467" name="Rectangle 3">
            <a:extLst>
              <a:ext uri="{FF2B5EF4-FFF2-40B4-BE49-F238E27FC236}">
                <a16:creationId xmlns:a16="http://schemas.microsoft.com/office/drawing/2014/main" id="{04E8808F-82F4-427B-84A9-63A77DB6056D}"/>
              </a:ext>
            </a:extLst>
          </p:cNvPr>
          <p:cNvSpPr>
            <a:spLocks noGrp="1" noChangeArrowheads="1"/>
          </p:cNvSpPr>
          <p:nvPr>
            <p:ph type="body" idx="1"/>
          </p:nvPr>
        </p:nvSpPr>
        <p:spPr>
          <a:xfrm>
            <a:off x="1220788" y="1674813"/>
            <a:ext cx="6858000" cy="4114800"/>
          </a:xfrm>
        </p:spPr>
        <p:txBody>
          <a:bodyPr/>
          <a:lstStyle/>
          <a:p>
            <a:pPr eaLnBrk="1" hangingPunct="1"/>
            <a:r>
              <a:rPr lang="en-US" altLang="ko-KR">
                <a:ea typeface="굴림" panose="020B0503020000020004" pitchFamily="34" charset="-127"/>
              </a:rPr>
              <a:t>List in a list</a:t>
            </a:r>
          </a:p>
          <a:p>
            <a:pPr eaLnBrk="1" hangingPunct="1"/>
            <a:r>
              <a:rPr lang="en-US" altLang="ko-KR">
                <a:ea typeface="굴림" panose="020B0503020000020004" pitchFamily="34" charset="-127"/>
              </a:rPr>
              <a:t>E.g.,</a:t>
            </a:r>
          </a:p>
          <a:p>
            <a:pPr lvl="1" eaLnBrk="1" hangingPunct="1"/>
            <a:r>
              <a:rPr lang="en-US" altLang="ko-KR">
                <a:ea typeface="굴림" panose="020B0503020000020004" pitchFamily="34" charset="-127"/>
              </a:rPr>
              <a:t>&gt;&gt;&gt; s = [1,2,3]</a:t>
            </a:r>
          </a:p>
          <a:p>
            <a:pPr lvl="1" eaLnBrk="1" hangingPunct="1"/>
            <a:r>
              <a:rPr lang="en-US" altLang="ko-KR">
                <a:ea typeface="굴림" panose="020B0503020000020004" pitchFamily="34" charset="-127"/>
              </a:rPr>
              <a:t>&gt;&gt;&gt; t = [‘begin’, s, ‘end’]</a:t>
            </a:r>
          </a:p>
          <a:p>
            <a:pPr lvl="1" eaLnBrk="1" hangingPunct="1"/>
            <a:r>
              <a:rPr lang="en-US" altLang="ko-KR">
                <a:ea typeface="굴림" panose="020B0503020000020004" pitchFamily="34" charset="-127"/>
              </a:rPr>
              <a:t>&gt;&gt;&gt; t</a:t>
            </a:r>
          </a:p>
          <a:p>
            <a:pPr lvl="1" eaLnBrk="1" hangingPunct="1"/>
            <a:r>
              <a:rPr lang="en-US" altLang="ko-KR">
                <a:ea typeface="굴림" panose="020B0503020000020004" pitchFamily="34" charset="-127"/>
              </a:rPr>
              <a:t>[‘begin’, [1, 2, 3], ‘end’]</a:t>
            </a:r>
          </a:p>
          <a:p>
            <a:pPr lvl="1" eaLnBrk="1" hangingPunct="1"/>
            <a:r>
              <a:rPr lang="en-US" altLang="ko-KR">
                <a:ea typeface="굴림" panose="020B0503020000020004" pitchFamily="34" charset="-127"/>
              </a:rPr>
              <a:t>&gt;&gt;&gt; t[1][1]</a:t>
            </a:r>
          </a:p>
          <a:p>
            <a:pPr lvl="1" eaLnBrk="1" hangingPunct="1"/>
            <a:r>
              <a:rPr lang="en-US" altLang="ko-KR">
                <a:ea typeface="굴림" panose="020B0503020000020004" pitchFamily="34" charset="-127"/>
              </a:rPr>
              <a:t>2</a:t>
            </a:r>
          </a:p>
        </p:txBody>
      </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C4788EA-7578-4C13-8AAB-6EB7A67F4128}"/>
              </a:ext>
            </a:extLst>
          </p:cNvPr>
          <p:cNvSpPr>
            <a:spLocks noGrp="1" noChangeArrowheads="1"/>
          </p:cNvSpPr>
          <p:nvPr>
            <p:ph type="title"/>
          </p:nvPr>
        </p:nvSpPr>
        <p:spPr/>
        <p:txBody>
          <a:bodyPr/>
          <a:lstStyle/>
          <a:p>
            <a:pPr eaLnBrk="1" hangingPunct="1"/>
            <a:r>
              <a:rPr lang="en-US" altLang="ko-KR">
                <a:ea typeface="굴림" panose="020B0503020000020004" pitchFamily="34" charset="-127"/>
              </a:rPr>
              <a:t>Dictionaries</a:t>
            </a:r>
          </a:p>
        </p:txBody>
      </p:sp>
      <p:sp>
        <p:nvSpPr>
          <p:cNvPr id="63491" name="Rectangle 3">
            <a:extLst>
              <a:ext uri="{FF2B5EF4-FFF2-40B4-BE49-F238E27FC236}">
                <a16:creationId xmlns:a16="http://schemas.microsoft.com/office/drawing/2014/main" id="{47EC73E6-BAFF-4366-82A4-D977FDC2AC6A}"/>
              </a:ext>
            </a:extLst>
          </p:cNvPr>
          <p:cNvSpPr>
            <a:spLocks noGrp="1" noChangeArrowheads="1"/>
          </p:cNvSpPr>
          <p:nvPr>
            <p:ph type="body" idx="1"/>
          </p:nvPr>
        </p:nvSpPr>
        <p:spPr>
          <a:xfrm>
            <a:off x="714375" y="1371600"/>
            <a:ext cx="8180388" cy="5167313"/>
          </a:xfrm>
        </p:spPr>
        <p:txBody>
          <a:bodyPr/>
          <a:lstStyle/>
          <a:p>
            <a:pPr eaLnBrk="1" hangingPunct="1"/>
            <a:r>
              <a:rPr lang="en-US" altLang="ko-KR" sz="2400">
                <a:ea typeface="굴림" panose="020B0503020000020004" pitchFamily="34" charset="-127"/>
              </a:rPr>
              <a:t>Dictionaries: </a:t>
            </a:r>
            <a:r>
              <a:rPr lang="en-US" altLang="ko-KR" sz="2400">
                <a:solidFill>
                  <a:srgbClr val="00B050"/>
                </a:solidFill>
                <a:ea typeface="굴림" panose="020B0503020000020004" pitchFamily="34" charset="-127"/>
              </a:rPr>
              <a:t>curly brackets</a:t>
            </a:r>
          </a:p>
          <a:p>
            <a:pPr lvl="1" eaLnBrk="1" hangingPunct="1"/>
            <a:r>
              <a:rPr lang="en-US" altLang="ko-KR" sz="2000">
                <a:ea typeface="굴림" panose="020B0503020000020004" pitchFamily="34" charset="-127"/>
              </a:rPr>
              <a:t>What is dictionary? </a:t>
            </a:r>
          </a:p>
          <a:p>
            <a:pPr lvl="2" eaLnBrk="1" hangingPunct="1"/>
            <a:r>
              <a:rPr lang="en-US" altLang="ko-KR" sz="2000">
                <a:solidFill>
                  <a:srgbClr val="C00000"/>
                </a:solidFill>
                <a:ea typeface="굴림" panose="020B0503020000020004" pitchFamily="34" charset="-127"/>
              </a:rPr>
              <a:t>Refer value through key</a:t>
            </a:r>
            <a:r>
              <a:rPr lang="en-US" altLang="ko-KR" sz="2000">
                <a:ea typeface="굴림" panose="020B0503020000020004" pitchFamily="34" charset="-127"/>
              </a:rPr>
              <a:t>; </a:t>
            </a:r>
            <a:r>
              <a:rPr lang="en-US" altLang="en-US" sz="2000"/>
              <a:t>“associative arrays”</a:t>
            </a:r>
            <a:endParaRPr lang="en-US" altLang="ko-KR" sz="2000">
              <a:ea typeface="굴림" panose="020B0503020000020004" pitchFamily="34" charset="-127"/>
            </a:endParaRPr>
          </a:p>
          <a:p>
            <a:pPr lvl="1" eaLnBrk="1" hangingPunct="1"/>
            <a:r>
              <a:rPr lang="en-US" altLang="ko-KR" sz="2000">
                <a:ea typeface="굴림" panose="020B0503020000020004" pitchFamily="34" charset="-127"/>
              </a:rPr>
              <a:t>Like an array indexed by a string</a:t>
            </a:r>
          </a:p>
          <a:p>
            <a:pPr lvl="1" eaLnBrk="1" hangingPunct="1"/>
            <a:r>
              <a:rPr lang="en-US" altLang="en-US" sz="2000"/>
              <a:t>An </a:t>
            </a:r>
            <a:r>
              <a:rPr lang="en-US" altLang="en-US" sz="2000">
                <a:solidFill>
                  <a:srgbClr val="FF0000"/>
                </a:solidFill>
              </a:rPr>
              <a:t>unordered</a:t>
            </a:r>
            <a:r>
              <a:rPr lang="en-US" altLang="en-US" sz="2000"/>
              <a:t> set of </a:t>
            </a:r>
            <a:r>
              <a:rPr lang="en-US" altLang="en-US" sz="2000" i="1"/>
              <a:t>key: value</a:t>
            </a:r>
            <a:r>
              <a:rPr lang="en-US" altLang="en-US" sz="2000"/>
              <a:t> pairs</a:t>
            </a:r>
            <a:endParaRPr lang="en-US" altLang="ko-KR" sz="2000">
              <a:ea typeface="굴림" panose="020B0503020000020004" pitchFamily="34" charset="-127"/>
            </a:endParaRPr>
          </a:p>
          <a:p>
            <a:pPr lvl="1"/>
            <a:r>
              <a:rPr lang="en-US" altLang="en-US" sz="2000" i="1"/>
              <a:t>Values</a:t>
            </a:r>
            <a:r>
              <a:rPr lang="en-US" altLang="en-US" sz="2000"/>
              <a:t> of any type; keys of almost any type</a:t>
            </a:r>
          </a:p>
          <a:p>
            <a:pPr lvl="2"/>
            <a:r>
              <a:rPr lang="en-US" altLang="en-US" sz="2000"/>
              <a:t>{"name":"Guido", "age":43, ("hello","world"):1,</a:t>
            </a:r>
            <a:br>
              <a:rPr lang="en-US" altLang="en-US" sz="2000"/>
            </a:br>
            <a:r>
              <a:rPr lang="en-US" altLang="en-US" sz="2000"/>
              <a:t>  42:"yes", "flag": ["red","white","blue"]}</a:t>
            </a:r>
            <a:endParaRPr lang="en-US" altLang="ko-KR" sz="2000">
              <a:ea typeface="굴림" panose="020B0503020000020004" pitchFamily="34" charset="-127"/>
            </a:endParaRPr>
          </a:p>
          <a:p>
            <a:pPr lvl="1"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d = { "foo" : 1, "bar" : 2 }</a:t>
            </a:r>
          </a:p>
          <a:p>
            <a:pPr lvl="1"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print d["bar"]   # 2</a:t>
            </a:r>
          </a:p>
          <a:p>
            <a:pPr lvl="1"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some_dict = {}</a:t>
            </a:r>
          </a:p>
          <a:p>
            <a:pPr lvl="1"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some_dict["foo"] = "yow!"</a:t>
            </a:r>
          </a:p>
          <a:p>
            <a:pPr lvl="1"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print some_dict.keys() # ["foo"]</a:t>
            </a:r>
            <a:endParaRPr lang="en-US" altLang="ko-KR" sz="2000">
              <a:solidFill>
                <a:schemeClr val="folHlink"/>
              </a:solidFill>
              <a:ea typeface="굴림" panose="020B0503020000020004" pitchFamily="34" charset="-127"/>
            </a:endParaRPr>
          </a:p>
        </p:txBody>
      </p:sp>
    </p:spTree>
  </p:cSld>
  <p:clrMapOvr>
    <a:masterClrMapping/>
  </p:clrMapOvr>
  <p:transition advClick="0"/>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62B1116-C42D-4F81-9E9A-6D1B0706C268}"/>
              </a:ext>
            </a:extLst>
          </p:cNvPr>
          <p:cNvSpPr>
            <a:spLocks noGrp="1" noChangeArrowheads="1"/>
          </p:cNvSpPr>
          <p:nvPr>
            <p:ph type="title"/>
          </p:nvPr>
        </p:nvSpPr>
        <p:spPr/>
        <p:txBody>
          <a:bodyPr/>
          <a:lstStyle/>
          <a:p>
            <a:pPr eaLnBrk="1" hangingPunct="1"/>
            <a:r>
              <a:rPr lang="en-US" altLang="ko-KR">
                <a:ea typeface="굴림" panose="020B0503020000020004" pitchFamily="34" charset="-127"/>
              </a:rPr>
              <a:t>Methods in Dictionary</a:t>
            </a:r>
          </a:p>
        </p:txBody>
      </p:sp>
      <p:sp>
        <p:nvSpPr>
          <p:cNvPr id="64515" name="Rectangle 3">
            <a:extLst>
              <a:ext uri="{FF2B5EF4-FFF2-40B4-BE49-F238E27FC236}">
                <a16:creationId xmlns:a16="http://schemas.microsoft.com/office/drawing/2014/main" id="{D66AB0BD-37B0-4512-91D5-2CDAAA1AB808}"/>
              </a:ext>
            </a:extLst>
          </p:cNvPr>
          <p:cNvSpPr>
            <a:spLocks noGrp="1" noChangeArrowheads="1"/>
          </p:cNvSpPr>
          <p:nvPr>
            <p:ph type="body" idx="1"/>
          </p:nvPr>
        </p:nvSpPr>
        <p:spPr>
          <a:xfrm>
            <a:off x="1319213" y="1620838"/>
            <a:ext cx="6858000" cy="4114800"/>
          </a:xfrm>
        </p:spPr>
        <p:txBody>
          <a:bodyPr/>
          <a:lstStyle/>
          <a:p>
            <a:pPr eaLnBrk="1" hangingPunct="1"/>
            <a:r>
              <a:rPr lang="en-US" altLang="ko-KR" sz="2400">
                <a:ea typeface="굴림" panose="020B0503020000020004" pitchFamily="34" charset="-127"/>
              </a:rPr>
              <a:t>keys()</a:t>
            </a:r>
          </a:p>
          <a:p>
            <a:pPr eaLnBrk="1" hangingPunct="1"/>
            <a:r>
              <a:rPr lang="en-US" altLang="ko-KR" sz="2400">
                <a:ea typeface="굴림" panose="020B0503020000020004" pitchFamily="34" charset="-127"/>
              </a:rPr>
              <a:t>values()</a:t>
            </a:r>
          </a:p>
          <a:p>
            <a:pPr eaLnBrk="1" hangingPunct="1"/>
            <a:r>
              <a:rPr lang="en-US" altLang="ko-KR" sz="2400">
                <a:ea typeface="굴림" panose="020B0503020000020004" pitchFamily="34" charset="-127"/>
              </a:rPr>
              <a:t>items()</a:t>
            </a:r>
          </a:p>
          <a:p>
            <a:pPr eaLnBrk="1" hangingPunct="1"/>
            <a:r>
              <a:rPr lang="en-US" altLang="ko-KR" sz="2400">
                <a:ea typeface="굴림" panose="020B0503020000020004" pitchFamily="34" charset="-127"/>
              </a:rPr>
              <a:t>has_key(key)</a:t>
            </a:r>
          </a:p>
          <a:p>
            <a:pPr eaLnBrk="1" hangingPunct="1"/>
            <a:r>
              <a:rPr lang="en-US" altLang="ko-KR" sz="2400">
                <a:ea typeface="굴림" panose="020B0503020000020004" pitchFamily="34" charset="-127"/>
              </a:rPr>
              <a:t>clear()</a:t>
            </a:r>
          </a:p>
          <a:p>
            <a:pPr eaLnBrk="1" hangingPunct="1"/>
            <a:r>
              <a:rPr lang="en-US" altLang="ko-KR" sz="2400">
                <a:ea typeface="굴림" panose="020B0503020000020004" pitchFamily="34" charset="-127"/>
              </a:rPr>
              <a:t>copy()</a:t>
            </a:r>
          </a:p>
          <a:p>
            <a:pPr eaLnBrk="1" hangingPunct="1"/>
            <a:r>
              <a:rPr lang="en-US" altLang="ko-KR" sz="2400">
                <a:ea typeface="굴림" panose="020B0503020000020004" pitchFamily="34" charset="-127"/>
              </a:rPr>
              <a:t>get(key[,x])</a:t>
            </a:r>
          </a:p>
          <a:p>
            <a:pPr eaLnBrk="1" hangingPunct="1"/>
            <a:r>
              <a:rPr lang="en-US" altLang="ko-KR" sz="2400">
                <a:ea typeface="굴림" panose="020B0503020000020004" pitchFamily="34" charset="-127"/>
              </a:rPr>
              <a:t>setdefault(key[,x])</a:t>
            </a:r>
          </a:p>
          <a:p>
            <a:pPr eaLnBrk="1" hangingPunct="1"/>
            <a:r>
              <a:rPr lang="en-US" altLang="ko-KR" sz="2400">
                <a:ea typeface="굴림" panose="020B0503020000020004" pitchFamily="34" charset="-127"/>
              </a:rPr>
              <a:t>update(D)</a:t>
            </a:r>
          </a:p>
          <a:p>
            <a:pPr eaLnBrk="1" hangingPunct="1"/>
            <a:r>
              <a:rPr lang="en-US" altLang="ko-KR" sz="2400">
                <a:ea typeface="굴림" panose="020B0503020000020004" pitchFamily="34" charset="-127"/>
              </a:rPr>
              <a:t>popitem()</a:t>
            </a:r>
          </a:p>
        </p:txBody>
      </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EA6F13F-4950-437F-994C-82EBAC7CFB3D}"/>
              </a:ext>
            </a:extLst>
          </p:cNvPr>
          <p:cNvSpPr>
            <a:spLocks noGrp="1" noChangeArrowheads="1"/>
          </p:cNvSpPr>
          <p:nvPr>
            <p:ph type="title"/>
          </p:nvPr>
        </p:nvSpPr>
        <p:spPr/>
        <p:txBody>
          <a:bodyPr/>
          <a:lstStyle/>
          <a:p>
            <a:r>
              <a:rPr lang="en-US" altLang="en-US"/>
              <a:t>Dictionary details</a:t>
            </a:r>
          </a:p>
        </p:txBody>
      </p:sp>
      <p:sp>
        <p:nvSpPr>
          <p:cNvPr id="65539" name="Rectangle 3">
            <a:extLst>
              <a:ext uri="{FF2B5EF4-FFF2-40B4-BE49-F238E27FC236}">
                <a16:creationId xmlns:a16="http://schemas.microsoft.com/office/drawing/2014/main" id="{A23BE88F-B8A7-4315-B2ED-D0F5540509DE}"/>
              </a:ext>
            </a:extLst>
          </p:cNvPr>
          <p:cNvSpPr>
            <a:spLocks noGrp="1" noChangeArrowheads="1"/>
          </p:cNvSpPr>
          <p:nvPr>
            <p:ph type="body" idx="1"/>
          </p:nvPr>
        </p:nvSpPr>
        <p:spPr/>
        <p:txBody>
          <a:bodyPr/>
          <a:lstStyle/>
          <a:p>
            <a:r>
              <a:rPr lang="en-US" altLang="en-US" sz="2800">
                <a:solidFill>
                  <a:srgbClr val="00B050"/>
                </a:solidFill>
              </a:rPr>
              <a:t>Keys must be </a:t>
            </a:r>
            <a:r>
              <a:rPr lang="en-US" altLang="en-US" sz="2800" b="1">
                <a:solidFill>
                  <a:srgbClr val="00B050"/>
                </a:solidFill>
              </a:rPr>
              <a:t>immutable</a:t>
            </a:r>
            <a:r>
              <a:rPr lang="en-US" altLang="en-US" sz="2800"/>
              <a:t>:</a:t>
            </a:r>
          </a:p>
          <a:p>
            <a:pPr lvl="1"/>
            <a:r>
              <a:rPr lang="en-US" altLang="en-US" sz="2400"/>
              <a:t>numbers, strings, tuples of immutables</a:t>
            </a:r>
          </a:p>
          <a:p>
            <a:pPr lvl="2"/>
            <a:r>
              <a:rPr lang="en-US" altLang="en-US" sz="2000"/>
              <a:t>these cannot be changed after creation</a:t>
            </a:r>
          </a:p>
          <a:p>
            <a:pPr lvl="1"/>
            <a:r>
              <a:rPr lang="en-US" altLang="en-US" sz="2400"/>
              <a:t>reason is </a:t>
            </a:r>
            <a:r>
              <a:rPr lang="en-US" altLang="en-US" sz="2400" i="1"/>
              <a:t>hashing</a:t>
            </a:r>
            <a:r>
              <a:rPr lang="en-US" altLang="en-US" sz="2400"/>
              <a:t> (fast lookup technique)</a:t>
            </a:r>
          </a:p>
          <a:p>
            <a:pPr lvl="1"/>
            <a:r>
              <a:rPr lang="en-US" altLang="en-US" sz="2400" b="1"/>
              <a:t>not</a:t>
            </a:r>
            <a:r>
              <a:rPr lang="en-US" altLang="en-US" sz="2400"/>
              <a:t> lists or other dictionaries</a:t>
            </a:r>
          </a:p>
          <a:p>
            <a:pPr lvl="2"/>
            <a:r>
              <a:rPr lang="en-US" altLang="en-US" sz="2000"/>
              <a:t>these types of objects can be changed "in place"</a:t>
            </a:r>
          </a:p>
          <a:p>
            <a:pPr lvl="1"/>
            <a:r>
              <a:rPr lang="en-US" altLang="en-US" sz="2400"/>
              <a:t>no restrictions on values</a:t>
            </a:r>
          </a:p>
          <a:p>
            <a:r>
              <a:rPr lang="en-US" altLang="en-US" sz="2800">
                <a:solidFill>
                  <a:srgbClr val="FF0000"/>
                </a:solidFill>
              </a:rPr>
              <a:t>Keys will be listed in </a:t>
            </a:r>
            <a:r>
              <a:rPr lang="en-US" altLang="en-US" sz="2800" b="1">
                <a:solidFill>
                  <a:srgbClr val="FF0000"/>
                </a:solidFill>
              </a:rPr>
              <a:t>arbitrary order</a:t>
            </a:r>
            <a:endParaRPr lang="en-US" altLang="en-US" sz="2800">
              <a:solidFill>
                <a:srgbClr val="FF0000"/>
              </a:solidFill>
            </a:endParaRPr>
          </a:p>
          <a:p>
            <a:pPr lvl="1"/>
            <a:r>
              <a:rPr lang="en-US" altLang="en-US" sz="2400"/>
              <a:t>again, because of hashing</a:t>
            </a:r>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46DF6D4-8BCE-449B-A289-01310925BB4A}"/>
              </a:ext>
            </a:extLst>
          </p:cNvPr>
          <p:cNvSpPr>
            <a:spLocks noGrp="1" noChangeArrowheads="1"/>
          </p:cNvSpPr>
          <p:nvPr>
            <p:ph type="title"/>
          </p:nvPr>
        </p:nvSpPr>
        <p:spPr/>
        <p:txBody>
          <a:bodyPr/>
          <a:lstStyle/>
          <a:p>
            <a:pPr eaLnBrk="1" hangingPunct="1"/>
            <a:r>
              <a:rPr lang="en-US" altLang="ko-KR">
                <a:ea typeface="굴림" panose="020B0503020000020004" pitchFamily="34" charset="-127"/>
              </a:rPr>
              <a:t>Tuples</a:t>
            </a:r>
          </a:p>
        </p:txBody>
      </p:sp>
      <p:sp>
        <p:nvSpPr>
          <p:cNvPr id="66563" name="Rectangle 3">
            <a:extLst>
              <a:ext uri="{FF2B5EF4-FFF2-40B4-BE49-F238E27FC236}">
                <a16:creationId xmlns:a16="http://schemas.microsoft.com/office/drawing/2014/main" id="{57999A36-A5B5-4AFE-B7E5-018DEA5E39D1}"/>
              </a:ext>
            </a:extLst>
          </p:cNvPr>
          <p:cNvSpPr>
            <a:spLocks noGrp="1" noChangeArrowheads="1"/>
          </p:cNvSpPr>
          <p:nvPr>
            <p:ph type="body" idx="1"/>
          </p:nvPr>
        </p:nvSpPr>
        <p:spPr>
          <a:xfrm>
            <a:off x="676275" y="1343025"/>
            <a:ext cx="8129588" cy="5087938"/>
          </a:xfrm>
        </p:spPr>
        <p:txBody>
          <a:bodyPr/>
          <a:lstStyle/>
          <a:p>
            <a:pPr eaLnBrk="1" hangingPunct="1"/>
            <a:r>
              <a:rPr lang="en-US" altLang="ko-KR" sz="2400">
                <a:ea typeface="굴림" panose="020B0503020000020004" pitchFamily="34" charset="-127"/>
              </a:rPr>
              <a:t>What is a tuple?</a:t>
            </a:r>
          </a:p>
          <a:p>
            <a:pPr lvl="1" eaLnBrk="1" hangingPunct="1"/>
            <a:r>
              <a:rPr lang="en-US" altLang="en-US" sz="2000"/>
              <a:t>A tuple is an ordered collection which cannot be modified once it has been created. </a:t>
            </a:r>
          </a:p>
          <a:p>
            <a:pPr lvl="1" eaLnBrk="1" hangingPunct="1"/>
            <a:r>
              <a:rPr lang="en-US" altLang="en-US" sz="2000"/>
              <a:t>In other words, it's a special array, </a:t>
            </a:r>
            <a:r>
              <a:rPr lang="en-US" altLang="en-US" sz="2000">
                <a:solidFill>
                  <a:srgbClr val="FF0000"/>
                </a:solidFill>
              </a:rPr>
              <a:t>a read-only array</a:t>
            </a:r>
            <a:r>
              <a:rPr lang="en-US" altLang="en-US" sz="2000"/>
              <a:t>.</a:t>
            </a:r>
            <a:endParaRPr lang="en-US" altLang="ko-KR" sz="2000">
              <a:ea typeface="굴림" panose="020B0503020000020004" pitchFamily="34" charset="-127"/>
            </a:endParaRPr>
          </a:p>
          <a:p>
            <a:pPr eaLnBrk="1" hangingPunct="1"/>
            <a:r>
              <a:rPr lang="en-US" altLang="ko-KR" sz="2400">
                <a:ea typeface="굴림" panose="020B0503020000020004" pitchFamily="34" charset="-127"/>
              </a:rPr>
              <a:t>How to make a tuple?  </a:t>
            </a:r>
            <a:r>
              <a:rPr lang="en-US" altLang="ko-KR" sz="2400">
                <a:solidFill>
                  <a:srgbClr val="00B050"/>
                </a:solidFill>
                <a:ea typeface="굴림" panose="020B0503020000020004" pitchFamily="34" charset="-127"/>
              </a:rPr>
              <a:t>In round brackets</a:t>
            </a:r>
          </a:p>
          <a:p>
            <a:pPr lvl="1" eaLnBrk="1" hangingPunct="1"/>
            <a:r>
              <a:rPr lang="en-US" altLang="ko-KR" sz="2000">
                <a:solidFill>
                  <a:schemeClr val="bg2"/>
                </a:solidFill>
                <a:ea typeface="굴림" panose="020B0503020000020004" pitchFamily="34" charset="-127"/>
              </a:rPr>
              <a:t>E.g.,</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t = ()</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t = (1, 2, 3)</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t = (1, )</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t = 1,</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a = (1, 2, 3, 4, 5)</a:t>
            </a:r>
          </a:p>
          <a:p>
            <a:pPr lvl="1" eaLnBrk="1" hangingPunct="1">
              <a:buFont typeface="Wingdings" panose="05000000000000000000" pitchFamily="2" charset="2"/>
              <a:buNone/>
            </a:pPr>
            <a:r>
              <a:rPr lang="en-US" altLang="ko-KR" sz="2000">
                <a:solidFill>
                  <a:schemeClr val="bg2"/>
                </a:solidFill>
                <a:ea typeface="굴림" panose="020B0503020000020004" pitchFamily="34" charset="-127"/>
              </a:rPr>
              <a:t>&gt;&gt;&gt; print a[1]  # 2</a:t>
            </a:r>
          </a:p>
          <a:p>
            <a:pPr lvl="1" eaLnBrk="1" hangingPunct="1">
              <a:buFont typeface="Wingdings" panose="05000000000000000000" pitchFamily="2" charset="2"/>
              <a:buNone/>
            </a:pPr>
            <a:endParaRPr lang="en-US" altLang="ko-KR" sz="2000">
              <a:ea typeface="굴림" panose="020B0503020000020004" pitchFamily="34" charset="-127"/>
            </a:endParaRPr>
          </a:p>
        </p:txBody>
      </p:sp>
    </p:spTree>
  </p:cSld>
  <p:clrMapOvr>
    <a:masterClrMapping/>
  </p:clrMapOvr>
  <p:transition advClick="0"/>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6E898FA-4491-4415-AF1F-CC93A9B4FFF4}"/>
              </a:ext>
            </a:extLst>
          </p:cNvPr>
          <p:cNvSpPr>
            <a:spLocks noGrp="1" noChangeArrowheads="1"/>
          </p:cNvSpPr>
          <p:nvPr>
            <p:ph type="title"/>
          </p:nvPr>
        </p:nvSpPr>
        <p:spPr/>
        <p:txBody>
          <a:bodyPr/>
          <a:lstStyle/>
          <a:p>
            <a:pPr eaLnBrk="1" hangingPunct="1"/>
            <a:r>
              <a:rPr lang="en-US" altLang="ko-KR">
                <a:ea typeface="굴림" panose="020B0503020000020004" pitchFamily="34" charset="-127"/>
              </a:rPr>
              <a:t>Operations in Tuple</a:t>
            </a:r>
          </a:p>
        </p:txBody>
      </p:sp>
      <p:sp>
        <p:nvSpPr>
          <p:cNvPr id="67587" name="Rectangle 3">
            <a:extLst>
              <a:ext uri="{FF2B5EF4-FFF2-40B4-BE49-F238E27FC236}">
                <a16:creationId xmlns:a16="http://schemas.microsoft.com/office/drawing/2014/main" id="{E342ECF6-2BDA-4810-9260-D13A83AF8006}"/>
              </a:ext>
            </a:extLst>
          </p:cNvPr>
          <p:cNvSpPr>
            <a:spLocks noGrp="1" noChangeArrowheads="1"/>
          </p:cNvSpPr>
          <p:nvPr>
            <p:ph type="body" idx="1"/>
          </p:nvPr>
        </p:nvSpPr>
        <p:spPr>
          <a:xfrm>
            <a:off x="1131888" y="1906588"/>
            <a:ext cx="6858000" cy="4114800"/>
          </a:xfrm>
        </p:spPr>
        <p:txBody>
          <a:bodyPr/>
          <a:lstStyle/>
          <a:p>
            <a:pPr eaLnBrk="1" hangingPunct="1"/>
            <a:r>
              <a:rPr lang="en-US" altLang="ko-KR">
                <a:ea typeface="굴림" panose="020B0503020000020004" pitchFamily="34" charset="-127"/>
              </a:rPr>
              <a:t>Indexing		e.g., </a:t>
            </a:r>
            <a:r>
              <a:rPr lang="en-US" altLang="ko-KR">
                <a:solidFill>
                  <a:schemeClr val="folHlink"/>
                </a:solidFill>
                <a:ea typeface="굴림" panose="020B0503020000020004" pitchFamily="34" charset="-127"/>
              </a:rPr>
              <a:t>T[i]</a:t>
            </a:r>
          </a:p>
          <a:p>
            <a:pPr eaLnBrk="1" hangingPunct="1"/>
            <a:r>
              <a:rPr lang="en-US" altLang="ko-KR">
                <a:ea typeface="굴림" panose="020B0503020000020004" pitchFamily="34" charset="-127"/>
              </a:rPr>
              <a:t>Slicing			e.g., </a:t>
            </a:r>
            <a:r>
              <a:rPr lang="en-US" altLang="ko-KR">
                <a:solidFill>
                  <a:schemeClr val="folHlink"/>
                </a:solidFill>
                <a:ea typeface="굴림" panose="020B0503020000020004" pitchFamily="34" charset="-127"/>
              </a:rPr>
              <a:t>T[1:5]</a:t>
            </a:r>
          </a:p>
          <a:p>
            <a:pPr eaLnBrk="1" hangingPunct="1"/>
            <a:r>
              <a:rPr lang="en-US" altLang="ko-KR">
                <a:ea typeface="굴림" panose="020B0503020000020004" pitchFamily="34" charset="-127"/>
              </a:rPr>
              <a:t>Concatenation	e.g., </a:t>
            </a:r>
            <a:r>
              <a:rPr lang="en-US" altLang="ko-KR">
                <a:solidFill>
                  <a:schemeClr val="folHlink"/>
                </a:solidFill>
                <a:ea typeface="굴림" panose="020B0503020000020004" pitchFamily="34" charset="-127"/>
              </a:rPr>
              <a:t>T + T</a:t>
            </a:r>
          </a:p>
          <a:p>
            <a:pPr eaLnBrk="1" hangingPunct="1"/>
            <a:r>
              <a:rPr lang="en-US" altLang="ko-KR">
                <a:ea typeface="굴림" panose="020B0503020000020004" pitchFamily="34" charset="-127"/>
              </a:rPr>
              <a:t>Repetition		e.g., </a:t>
            </a:r>
            <a:r>
              <a:rPr lang="en-US" altLang="ko-KR">
                <a:solidFill>
                  <a:schemeClr val="folHlink"/>
                </a:solidFill>
                <a:ea typeface="굴림" panose="020B0503020000020004" pitchFamily="34" charset="-127"/>
              </a:rPr>
              <a:t>T * 5</a:t>
            </a:r>
          </a:p>
          <a:p>
            <a:pPr eaLnBrk="1" hangingPunct="1"/>
            <a:r>
              <a:rPr lang="en-US" altLang="ko-KR">
                <a:ea typeface="굴림" panose="020B0503020000020004" pitchFamily="34" charset="-127"/>
              </a:rPr>
              <a:t>Membership test	e.g., </a:t>
            </a:r>
            <a:r>
              <a:rPr lang="en-US" altLang="ko-KR">
                <a:solidFill>
                  <a:schemeClr val="folHlink"/>
                </a:solidFill>
                <a:ea typeface="굴림" panose="020B0503020000020004" pitchFamily="34" charset="-127"/>
              </a:rPr>
              <a:t>‘a’ in T</a:t>
            </a:r>
          </a:p>
          <a:p>
            <a:pPr eaLnBrk="1" hangingPunct="1"/>
            <a:r>
              <a:rPr lang="en-US" altLang="ko-KR">
                <a:ea typeface="굴림" panose="020B0503020000020004" pitchFamily="34" charset="-127"/>
              </a:rPr>
              <a:t>Length			e.g., </a:t>
            </a:r>
            <a:r>
              <a:rPr lang="en-US" altLang="ko-KR">
                <a:solidFill>
                  <a:schemeClr val="folHlink"/>
                </a:solidFill>
                <a:ea typeface="굴림" panose="020B0503020000020004" pitchFamily="34" charset="-127"/>
              </a:rPr>
              <a:t>len(T)</a:t>
            </a:r>
          </a:p>
        </p:txBody>
      </p:sp>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5901CCF-4420-470C-BF4C-EDC536485DB0}"/>
              </a:ext>
            </a:extLst>
          </p:cNvPr>
          <p:cNvSpPr>
            <a:spLocks noGrp="1" noChangeArrowheads="1"/>
          </p:cNvSpPr>
          <p:nvPr>
            <p:ph type="title"/>
          </p:nvPr>
        </p:nvSpPr>
        <p:spPr/>
        <p:txBody>
          <a:bodyPr/>
          <a:lstStyle/>
          <a:p>
            <a:pPr eaLnBrk="1" hangingPunct="1"/>
            <a:r>
              <a:rPr lang="en-US" altLang="ko-KR">
                <a:ea typeface="굴림" panose="020B0503020000020004" pitchFamily="34" charset="-127"/>
              </a:rPr>
              <a:t>List vs. Tuple</a:t>
            </a:r>
          </a:p>
        </p:txBody>
      </p:sp>
      <p:sp>
        <p:nvSpPr>
          <p:cNvPr id="68611" name="Rectangle 3">
            <a:extLst>
              <a:ext uri="{FF2B5EF4-FFF2-40B4-BE49-F238E27FC236}">
                <a16:creationId xmlns:a16="http://schemas.microsoft.com/office/drawing/2014/main" id="{31B2F0F2-DCE1-41A3-AA71-E45A9CB39F7D}"/>
              </a:ext>
            </a:extLst>
          </p:cNvPr>
          <p:cNvSpPr>
            <a:spLocks noGrp="1" noChangeArrowheads="1"/>
          </p:cNvSpPr>
          <p:nvPr>
            <p:ph type="body" idx="1"/>
          </p:nvPr>
        </p:nvSpPr>
        <p:spPr>
          <a:xfrm>
            <a:off x="728663" y="1581150"/>
            <a:ext cx="7981950" cy="4878388"/>
          </a:xfrm>
        </p:spPr>
        <p:txBody>
          <a:bodyPr/>
          <a:lstStyle/>
          <a:p>
            <a:pPr eaLnBrk="1" hangingPunct="1"/>
            <a:r>
              <a:rPr lang="en-US" altLang="ko-KR" sz="2800">
                <a:ea typeface="굴림" panose="020B0503020000020004" pitchFamily="34" charset="-127"/>
              </a:rPr>
              <a:t>What are common characteristics?</a:t>
            </a:r>
          </a:p>
          <a:p>
            <a:pPr lvl="1" eaLnBrk="1" hangingPunct="1"/>
            <a:r>
              <a:rPr lang="en-US" altLang="ko-KR" sz="2400">
                <a:ea typeface="굴림" panose="020B0503020000020004" pitchFamily="34" charset="-127"/>
              </a:rPr>
              <a:t>Both store arbitrary data objects</a:t>
            </a:r>
          </a:p>
          <a:p>
            <a:pPr lvl="1" eaLnBrk="1" hangingPunct="1"/>
            <a:r>
              <a:rPr lang="en-US" altLang="ko-KR" sz="2400">
                <a:ea typeface="굴림" panose="020B0503020000020004" pitchFamily="34" charset="-127"/>
              </a:rPr>
              <a:t>Both are of sequence data type</a:t>
            </a:r>
          </a:p>
          <a:p>
            <a:pPr eaLnBrk="1" hangingPunct="1"/>
            <a:r>
              <a:rPr lang="en-US" altLang="ko-KR" sz="2800">
                <a:ea typeface="굴림" panose="020B0503020000020004" pitchFamily="34" charset="-127"/>
              </a:rPr>
              <a:t>What are differences?</a:t>
            </a:r>
          </a:p>
          <a:p>
            <a:pPr lvl="1" eaLnBrk="1" hangingPunct="1"/>
            <a:r>
              <a:rPr lang="en-US" altLang="ko-KR" sz="2400">
                <a:ea typeface="굴림" panose="020B0503020000020004" pitchFamily="34" charset="-127"/>
              </a:rPr>
              <a:t>Tuple </a:t>
            </a:r>
            <a:r>
              <a:rPr lang="en-US" altLang="ko-KR" sz="2400" b="1">
                <a:solidFill>
                  <a:srgbClr val="FF0000"/>
                </a:solidFill>
                <a:ea typeface="굴림" panose="020B0503020000020004" pitchFamily="34" charset="-127"/>
              </a:rPr>
              <a:t>doesn’t allow modification</a:t>
            </a:r>
          </a:p>
          <a:p>
            <a:pPr lvl="1" eaLnBrk="1" hangingPunct="1"/>
            <a:r>
              <a:rPr lang="en-US" altLang="ko-KR" sz="2400">
                <a:ea typeface="굴림" panose="020B0503020000020004" pitchFamily="34" charset="-127"/>
              </a:rPr>
              <a:t>Tuple doesn’t have methods</a:t>
            </a:r>
          </a:p>
          <a:p>
            <a:pPr lvl="1" eaLnBrk="1" hangingPunct="1"/>
            <a:r>
              <a:rPr lang="en-US" altLang="ko-KR" sz="2400">
                <a:ea typeface="굴림" panose="020B0503020000020004" pitchFamily="34" charset="-127"/>
              </a:rPr>
              <a:t>Tuple supports format strings</a:t>
            </a:r>
          </a:p>
          <a:p>
            <a:pPr lvl="1" eaLnBrk="1" hangingPunct="1"/>
            <a:r>
              <a:rPr lang="en-US" altLang="ko-KR" sz="2400">
                <a:ea typeface="굴림" panose="020B0503020000020004" pitchFamily="34" charset="-127"/>
              </a:rPr>
              <a:t>Tuple supports variable length parameter in function call.</a:t>
            </a:r>
          </a:p>
          <a:p>
            <a:pPr lvl="1" eaLnBrk="1" hangingPunct="1"/>
            <a:r>
              <a:rPr lang="en-US" altLang="ko-KR" sz="2400">
                <a:ea typeface="굴림" panose="020B0503020000020004" pitchFamily="34" charset="-127"/>
              </a:rPr>
              <a:t>Tuples </a:t>
            </a:r>
            <a:r>
              <a:rPr lang="en-US" altLang="ko-KR" sz="2400" b="1">
                <a:solidFill>
                  <a:srgbClr val="FF0000"/>
                </a:solidFill>
                <a:ea typeface="굴림" panose="020B0503020000020004" pitchFamily="34" charset="-127"/>
              </a:rPr>
              <a:t>slightly faster</a:t>
            </a:r>
          </a:p>
          <a:p>
            <a:pPr lvl="1" eaLnBrk="1" hangingPunct="1"/>
            <a:endParaRPr lang="en-US" altLang="ko-KR" sz="2400">
              <a:ea typeface="굴림" panose="020B0503020000020004" pitchFamily="34" charset="-127"/>
            </a:endParaRPr>
          </a:p>
        </p:txBody>
      </p:sp>
    </p:spTree>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B00B9A2-7205-46D4-9E91-FB95B05425B6}"/>
              </a:ext>
            </a:extLst>
          </p:cNvPr>
          <p:cNvSpPr>
            <a:spLocks noGrp="1" noChangeArrowheads="1"/>
          </p:cNvSpPr>
          <p:nvPr>
            <p:ph type="title"/>
          </p:nvPr>
        </p:nvSpPr>
        <p:spPr/>
        <p:txBody>
          <a:bodyPr/>
          <a:lstStyle/>
          <a:p>
            <a:pPr eaLnBrk="1" hangingPunct="1"/>
            <a:r>
              <a:rPr lang="en-US" altLang="en-US"/>
              <a:t>Data Type Wrap Up</a:t>
            </a:r>
          </a:p>
        </p:txBody>
      </p:sp>
      <p:sp>
        <p:nvSpPr>
          <p:cNvPr id="69635" name="Rectangle 3">
            <a:extLst>
              <a:ext uri="{FF2B5EF4-FFF2-40B4-BE49-F238E27FC236}">
                <a16:creationId xmlns:a16="http://schemas.microsoft.com/office/drawing/2014/main" id="{B68996FB-EF64-4578-9D73-C5EDF5FC94AD}"/>
              </a:ext>
            </a:extLst>
          </p:cNvPr>
          <p:cNvSpPr>
            <a:spLocks noGrp="1" noChangeArrowheads="1"/>
          </p:cNvSpPr>
          <p:nvPr>
            <p:ph type="body" idx="1"/>
          </p:nvPr>
        </p:nvSpPr>
        <p:spPr/>
        <p:txBody>
          <a:bodyPr/>
          <a:lstStyle/>
          <a:p>
            <a:pPr eaLnBrk="1" hangingPunct="1"/>
            <a:r>
              <a:rPr lang="en-US" altLang="en-US"/>
              <a:t>Integers: 2323, 3234L</a:t>
            </a:r>
          </a:p>
          <a:p>
            <a:pPr eaLnBrk="1" hangingPunct="1"/>
            <a:r>
              <a:rPr lang="en-US" altLang="en-US"/>
              <a:t>Floating Point: 32.3, 3.1E2</a:t>
            </a:r>
          </a:p>
          <a:p>
            <a:pPr eaLnBrk="1" hangingPunct="1"/>
            <a:r>
              <a:rPr lang="en-US" altLang="en-US"/>
              <a:t>Complex: 3 + 2j, 1j</a:t>
            </a:r>
          </a:p>
          <a:p>
            <a:pPr eaLnBrk="1" hangingPunct="1"/>
            <a:r>
              <a:rPr lang="en-US" altLang="en-US"/>
              <a:t>Lists: l =  [ 1,2,3]</a:t>
            </a:r>
          </a:p>
          <a:p>
            <a:pPr eaLnBrk="1" hangingPunct="1"/>
            <a:r>
              <a:rPr lang="en-US" altLang="en-US"/>
              <a:t>Tuples: t = (1,2,3)</a:t>
            </a:r>
          </a:p>
          <a:p>
            <a:pPr eaLnBrk="1" hangingPunct="1"/>
            <a:r>
              <a:rPr lang="en-US" altLang="en-US"/>
              <a:t>Dictionaries: d = {‘hello’ : ‘there’, 2 : 15}</a:t>
            </a:r>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C46D9E8-E961-4B06-A543-39BF11EF9FC7}"/>
              </a:ext>
            </a:extLst>
          </p:cNvPr>
          <p:cNvSpPr>
            <a:spLocks noGrp="1" noChangeArrowheads="1"/>
          </p:cNvSpPr>
          <p:nvPr>
            <p:ph type="title"/>
          </p:nvPr>
        </p:nvSpPr>
        <p:spPr/>
        <p:txBody>
          <a:bodyPr/>
          <a:lstStyle/>
          <a:p>
            <a:pPr eaLnBrk="1" hangingPunct="1"/>
            <a:r>
              <a:rPr lang="en-US" altLang="en-US"/>
              <a:t>Data Type Wrap Up</a:t>
            </a:r>
          </a:p>
        </p:txBody>
      </p:sp>
      <p:sp>
        <p:nvSpPr>
          <p:cNvPr id="70659" name="Rectangle 3">
            <a:extLst>
              <a:ext uri="{FF2B5EF4-FFF2-40B4-BE49-F238E27FC236}">
                <a16:creationId xmlns:a16="http://schemas.microsoft.com/office/drawing/2014/main" id="{D2CBE827-6DFB-47A1-BFFF-71F8FA14DA6F}"/>
              </a:ext>
            </a:extLst>
          </p:cNvPr>
          <p:cNvSpPr>
            <a:spLocks noGrp="1" noChangeArrowheads="1"/>
          </p:cNvSpPr>
          <p:nvPr>
            <p:ph type="body" idx="1"/>
          </p:nvPr>
        </p:nvSpPr>
        <p:spPr/>
        <p:txBody>
          <a:bodyPr/>
          <a:lstStyle/>
          <a:p>
            <a:pPr eaLnBrk="1" hangingPunct="1"/>
            <a:r>
              <a:rPr lang="en-US" altLang="en-US"/>
              <a:t>Lists, Tuples, and Dictionaries can store any type (including other lists, tuples, and dictionaries!)</a:t>
            </a:r>
          </a:p>
          <a:p>
            <a:pPr eaLnBrk="1" hangingPunct="1"/>
            <a:r>
              <a:rPr lang="en-US" altLang="en-US"/>
              <a:t>Only lists and dictionaries are mutable</a:t>
            </a:r>
          </a:p>
          <a:p>
            <a:pPr eaLnBrk="1" hangingPunct="1"/>
            <a:r>
              <a:rPr lang="en-US" altLang="en-US"/>
              <a:t>All variables are references</a:t>
            </a:r>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3E215F27-B601-4311-A78B-ACBCA5DD985B}"/>
              </a:ext>
            </a:extLst>
          </p:cNvPr>
          <p:cNvSpPr>
            <a:spLocks noGrp="1" noChangeArrowheads="1"/>
          </p:cNvSpPr>
          <p:nvPr>
            <p:ph type="title"/>
          </p:nvPr>
        </p:nvSpPr>
        <p:spPr/>
        <p:txBody>
          <a:bodyPr/>
          <a:lstStyle/>
          <a:p>
            <a:pPr eaLnBrk="1" hangingPunct="1"/>
            <a:r>
              <a:rPr lang="en-US" altLang="en-US"/>
              <a:t>Input</a:t>
            </a:r>
          </a:p>
        </p:txBody>
      </p:sp>
      <p:sp>
        <p:nvSpPr>
          <p:cNvPr id="71683" name="Rectangle 3">
            <a:extLst>
              <a:ext uri="{FF2B5EF4-FFF2-40B4-BE49-F238E27FC236}">
                <a16:creationId xmlns:a16="http://schemas.microsoft.com/office/drawing/2014/main" id="{5AFF232F-2B3D-437C-9E3F-6C6E5FEEB84F}"/>
              </a:ext>
            </a:extLst>
          </p:cNvPr>
          <p:cNvSpPr>
            <a:spLocks noGrp="1" noChangeArrowheads="1"/>
          </p:cNvSpPr>
          <p:nvPr>
            <p:ph type="body" idx="1"/>
          </p:nvPr>
        </p:nvSpPr>
        <p:spPr>
          <a:xfrm>
            <a:off x="685800" y="1981200"/>
            <a:ext cx="7772400" cy="3276600"/>
          </a:xfrm>
        </p:spPr>
        <p:txBody>
          <a:bodyPr/>
          <a:lstStyle/>
          <a:p>
            <a:pPr eaLnBrk="1" hangingPunct="1"/>
            <a:r>
              <a:rPr lang="en-US" altLang="en-US"/>
              <a:t>The raw_input(string) method returns a line of user input as a string</a:t>
            </a:r>
          </a:p>
          <a:p>
            <a:pPr eaLnBrk="1" hangingPunct="1"/>
            <a:r>
              <a:rPr lang="en-US" altLang="en-US"/>
              <a:t>The parameter is used as a prompt</a:t>
            </a:r>
          </a:p>
          <a:p>
            <a:pPr eaLnBrk="1" hangingPunct="1"/>
            <a:r>
              <a:rPr lang="en-US" altLang="en-US"/>
              <a:t>The string can be converted by using the conversion methods int(string), float(string), etc.</a:t>
            </a:r>
          </a:p>
        </p:txBody>
      </p:sp>
    </p:spTree>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568293A-8866-4B53-B1A6-5F82A1951ACD}"/>
              </a:ext>
            </a:extLst>
          </p:cNvPr>
          <p:cNvSpPr>
            <a:spLocks noGrp="1" noChangeArrowheads="1"/>
          </p:cNvSpPr>
          <p:nvPr>
            <p:ph type="title"/>
          </p:nvPr>
        </p:nvSpPr>
        <p:spPr/>
        <p:txBody>
          <a:bodyPr/>
          <a:lstStyle/>
          <a:p>
            <a:pPr eaLnBrk="1" hangingPunct="1"/>
            <a:r>
              <a:rPr lang="en-US" altLang="ko-KR">
                <a:ea typeface="굴림" panose="020B0503020000020004" pitchFamily="34" charset="-127"/>
              </a:rPr>
              <a:t>File I/O</a:t>
            </a:r>
          </a:p>
        </p:txBody>
      </p:sp>
      <p:sp>
        <p:nvSpPr>
          <p:cNvPr id="72707" name="Rectangle 3">
            <a:extLst>
              <a:ext uri="{FF2B5EF4-FFF2-40B4-BE49-F238E27FC236}">
                <a16:creationId xmlns:a16="http://schemas.microsoft.com/office/drawing/2014/main" id="{1AEAC1B4-0D10-4F2D-9F52-ED71B920BF9A}"/>
              </a:ext>
            </a:extLst>
          </p:cNvPr>
          <p:cNvSpPr>
            <a:spLocks noGrp="1" noChangeArrowheads="1"/>
          </p:cNvSpPr>
          <p:nvPr>
            <p:ph type="body" idx="1"/>
          </p:nvPr>
        </p:nvSpPr>
        <p:spPr>
          <a:xfrm>
            <a:off x="688975" y="1735138"/>
            <a:ext cx="7804150" cy="4114800"/>
          </a:xfrm>
          <a:noFill/>
        </p:spPr>
        <p:txBody>
          <a:bodyPr/>
          <a:lstStyle/>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f = file("foo", "r")</a:t>
            </a:r>
          </a:p>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line = f.readline()</a:t>
            </a:r>
          </a:p>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line,</a:t>
            </a:r>
          </a:p>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f.close()</a:t>
            </a:r>
          </a:p>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Can use sys.stdin as input;</a:t>
            </a:r>
          </a:p>
          <a:p>
            <a:pPr eaLnBrk="1" hangingPunct="1">
              <a:lnSpc>
                <a:spcPct val="12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Can use sys.stdout as output.</a:t>
            </a:r>
          </a:p>
        </p:txBody>
      </p:sp>
    </p:spTree>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31C4879-9E2E-46B0-AB40-CD34030339FD}"/>
              </a:ext>
            </a:extLst>
          </p:cNvPr>
          <p:cNvSpPr>
            <a:spLocks noGrp="1" noChangeArrowheads="1"/>
          </p:cNvSpPr>
          <p:nvPr>
            <p:ph type="title"/>
          </p:nvPr>
        </p:nvSpPr>
        <p:spPr/>
        <p:txBody>
          <a:bodyPr/>
          <a:lstStyle/>
          <a:p>
            <a:pPr eaLnBrk="1" hangingPunct="1"/>
            <a:r>
              <a:rPr lang="en-US" altLang="en-US"/>
              <a:t>Files: Input</a:t>
            </a:r>
          </a:p>
        </p:txBody>
      </p:sp>
      <p:graphicFrame>
        <p:nvGraphicFramePr>
          <p:cNvPr id="38937" name="Group 25">
            <a:extLst>
              <a:ext uri="{FF2B5EF4-FFF2-40B4-BE49-F238E27FC236}">
                <a16:creationId xmlns:a16="http://schemas.microsoft.com/office/drawing/2014/main" id="{564BA63F-F6F6-4DE5-A732-46A332843801}"/>
              </a:ext>
            </a:extLst>
          </p:cNvPr>
          <p:cNvGraphicFramePr>
            <a:graphicFrameLocks noGrp="1"/>
          </p:cNvGraphicFramePr>
          <p:nvPr/>
        </p:nvGraphicFramePr>
        <p:xfrm>
          <a:off x="762000" y="1752600"/>
          <a:ext cx="7239000" cy="4103688"/>
        </p:xfrm>
        <a:graphic>
          <a:graphicData uri="http://schemas.openxmlformats.org/drawingml/2006/table">
            <a:tbl>
              <a:tblPr/>
              <a:tblGrid>
                <a:gridCol w="3810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10414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input = open(‘data’, ‘r’)</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Open the file for input</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S = input.read()</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Read whole file into one String</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02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S = input.read(N)</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Reads N bytes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(N &gt;= 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L = input.readlines()</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Returns a list of line strings</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ECA0C44-EAB8-4658-83F8-D81DDA914947}"/>
              </a:ext>
            </a:extLst>
          </p:cNvPr>
          <p:cNvSpPr>
            <a:spLocks noGrp="1" noChangeArrowheads="1"/>
          </p:cNvSpPr>
          <p:nvPr>
            <p:ph type="title"/>
          </p:nvPr>
        </p:nvSpPr>
        <p:spPr/>
        <p:txBody>
          <a:bodyPr/>
          <a:lstStyle/>
          <a:p>
            <a:pPr eaLnBrk="1" hangingPunct="1"/>
            <a:r>
              <a:rPr lang="en-US" altLang="en-US"/>
              <a:t>Files: Output</a:t>
            </a:r>
          </a:p>
        </p:txBody>
      </p:sp>
      <p:graphicFrame>
        <p:nvGraphicFramePr>
          <p:cNvPr id="39961" name="Group 25">
            <a:extLst>
              <a:ext uri="{FF2B5EF4-FFF2-40B4-BE49-F238E27FC236}">
                <a16:creationId xmlns:a16="http://schemas.microsoft.com/office/drawing/2014/main" id="{A8417AB9-8292-4C3B-98DB-05C1DD6A9804}"/>
              </a:ext>
            </a:extLst>
          </p:cNvPr>
          <p:cNvGraphicFramePr>
            <a:graphicFrameLocks noGrp="1"/>
          </p:cNvGraphicFramePr>
          <p:nvPr/>
        </p:nvGraphicFramePr>
        <p:xfrm>
          <a:off x="762000" y="1828800"/>
          <a:ext cx="7620000" cy="4089400"/>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1041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output = open(‘data’, ‘w’)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Open the file for writing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output.write(S)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Writes the string S to file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output.writelines(L)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Writes each of the strings in list L to file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output.close()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cs typeface="Arial" pitchFamily="34" charset="0"/>
                        </a:rPr>
                        <a:t>Manual close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59E031D-A60B-46C6-B245-6343AA4D1438}"/>
              </a:ext>
            </a:extLst>
          </p:cNvPr>
          <p:cNvSpPr>
            <a:spLocks noGrp="1" noChangeArrowheads="1"/>
          </p:cNvSpPr>
          <p:nvPr>
            <p:ph type="title"/>
          </p:nvPr>
        </p:nvSpPr>
        <p:spPr/>
        <p:txBody>
          <a:bodyPr/>
          <a:lstStyle/>
          <a:p>
            <a:pPr eaLnBrk="1" hangingPunct="1"/>
            <a:r>
              <a:rPr lang="en-US" altLang="ko-KR">
                <a:latin typeface="Courier New" panose="02070309020205020404" pitchFamily="49" charset="0"/>
                <a:ea typeface="굴림" panose="020B0503020000020004" pitchFamily="34" charset="-127"/>
              </a:rPr>
              <a:t>open()</a:t>
            </a:r>
            <a:r>
              <a:rPr lang="en-US" altLang="ko-KR">
                <a:ea typeface="굴림" panose="020B0503020000020004" pitchFamily="34" charset="-127"/>
              </a:rPr>
              <a:t> and </a:t>
            </a:r>
            <a:r>
              <a:rPr lang="en-US" altLang="ko-KR">
                <a:latin typeface="Courier New" panose="02070309020205020404" pitchFamily="49" charset="0"/>
                <a:ea typeface="굴림" panose="020B0503020000020004" pitchFamily="34" charset="-127"/>
              </a:rPr>
              <a:t>file()</a:t>
            </a:r>
          </a:p>
        </p:txBody>
      </p:sp>
      <p:sp>
        <p:nvSpPr>
          <p:cNvPr id="75779" name="Rectangle 3">
            <a:extLst>
              <a:ext uri="{FF2B5EF4-FFF2-40B4-BE49-F238E27FC236}">
                <a16:creationId xmlns:a16="http://schemas.microsoft.com/office/drawing/2014/main" id="{25986057-D3EE-4D0B-AA27-3940E34CD487}"/>
              </a:ext>
            </a:extLst>
          </p:cNvPr>
          <p:cNvSpPr>
            <a:spLocks noGrp="1" noChangeArrowheads="1"/>
          </p:cNvSpPr>
          <p:nvPr>
            <p:ph type="body" idx="1"/>
          </p:nvPr>
        </p:nvSpPr>
        <p:spPr>
          <a:xfrm>
            <a:off x="646113" y="1797050"/>
            <a:ext cx="8058150" cy="4167188"/>
          </a:xfrm>
        </p:spPr>
        <p:txBody>
          <a:bodyPr/>
          <a:lstStyle/>
          <a:p>
            <a:pPr eaLnBrk="1" hangingPunct="1"/>
            <a:r>
              <a:rPr lang="en-US" altLang="ko-KR">
                <a:ea typeface="굴림" panose="020B0503020000020004" pitchFamily="34" charset="-127"/>
              </a:rPr>
              <a:t>These are identical:</a:t>
            </a:r>
          </a:p>
          <a:p>
            <a:pPr eaLnBrk="1" hangingPunct="1">
              <a:buFont typeface="Wingdings" panose="05000000000000000000" pitchFamily="2" charset="2"/>
              <a:buNone/>
            </a:pPr>
            <a:r>
              <a:rPr lang="en-US" altLang="ko-KR" b="1">
                <a:latin typeface="Courier New" panose="02070309020205020404" pitchFamily="49" charset="0"/>
                <a:ea typeface="굴림" panose="020B0503020000020004" pitchFamily="34" charset="-127"/>
              </a:rPr>
              <a:t>  </a:t>
            </a:r>
            <a:r>
              <a:rPr lang="en-US" altLang="ko-KR" b="1">
                <a:solidFill>
                  <a:schemeClr val="folHlink"/>
                </a:solidFill>
                <a:latin typeface="Courier New" panose="02070309020205020404" pitchFamily="49" charset="0"/>
                <a:ea typeface="굴림" panose="020B0503020000020004" pitchFamily="34" charset="-127"/>
              </a:rPr>
              <a:t>f = open(filename, "r")</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f = file(filename, "r")</a:t>
            </a:r>
          </a:p>
          <a:p>
            <a:pPr eaLnBrk="1" hangingPunct="1"/>
            <a:r>
              <a:rPr lang="en-US" altLang="ko-KR">
                <a:ea typeface="굴림" panose="020B0503020000020004" pitchFamily="34" charset="-127"/>
              </a:rPr>
              <a:t>The </a:t>
            </a:r>
            <a:r>
              <a:rPr lang="en-US" altLang="ko-KR" b="1">
                <a:solidFill>
                  <a:schemeClr val="folHlink"/>
                </a:solidFill>
                <a:latin typeface="Courier New" panose="02070309020205020404" pitchFamily="49" charset="0"/>
                <a:ea typeface="굴림" panose="020B0503020000020004" pitchFamily="34" charset="-127"/>
              </a:rPr>
              <a:t>open()</a:t>
            </a:r>
            <a:r>
              <a:rPr lang="en-US" altLang="ko-KR">
                <a:ea typeface="굴림" panose="020B0503020000020004" pitchFamily="34" charset="-127"/>
              </a:rPr>
              <a:t> version is older</a:t>
            </a:r>
          </a:p>
          <a:p>
            <a:pPr eaLnBrk="1" hangingPunct="1"/>
            <a:r>
              <a:rPr lang="en-US" altLang="ko-KR">
                <a:ea typeface="굴림" panose="020B0503020000020004" pitchFamily="34" charset="-127"/>
              </a:rPr>
              <a:t>The </a:t>
            </a:r>
            <a:r>
              <a:rPr lang="en-US" altLang="ko-KR" b="1">
                <a:solidFill>
                  <a:schemeClr val="folHlink"/>
                </a:solidFill>
                <a:latin typeface="Courier New" panose="02070309020205020404" pitchFamily="49" charset="0"/>
                <a:ea typeface="굴림" panose="020B0503020000020004" pitchFamily="34" charset="-127"/>
              </a:rPr>
              <a:t>file()</a:t>
            </a:r>
            <a:r>
              <a:rPr lang="en-US" altLang="ko-KR">
                <a:ea typeface="굴림" panose="020B0503020000020004" pitchFamily="34" charset="-127"/>
              </a:rPr>
              <a:t> version is the recommended way to open a file now</a:t>
            </a:r>
          </a:p>
          <a:p>
            <a:pPr lvl="1" eaLnBrk="1" hangingPunct="1"/>
            <a:r>
              <a:rPr lang="en-US" altLang="ko-KR">
                <a:ea typeface="굴림" panose="020B0503020000020004" pitchFamily="34" charset="-127"/>
              </a:rPr>
              <a:t>uses object constructor syntax (next lecture)</a:t>
            </a:r>
          </a:p>
        </p:txBody>
      </p:sp>
    </p:spTree>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40FDB34-5803-4077-8E68-DD4B4C93FFF2}"/>
              </a:ext>
            </a:extLst>
          </p:cNvPr>
          <p:cNvSpPr>
            <a:spLocks noGrp="1" noChangeArrowheads="1"/>
          </p:cNvSpPr>
          <p:nvPr>
            <p:ph type="title"/>
          </p:nvPr>
        </p:nvSpPr>
        <p:spPr/>
        <p:txBody>
          <a:bodyPr/>
          <a:lstStyle/>
          <a:p>
            <a:r>
              <a:rPr lang="en-US" altLang="ko-KR">
                <a:ea typeface="굴림" panose="020B0503020000020004" pitchFamily="34" charset="-127"/>
              </a:rPr>
              <a:t>OOP Terminology</a:t>
            </a:r>
          </a:p>
        </p:txBody>
      </p:sp>
      <p:sp>
        <p:nvSpPr>
          <p:cNvPr id="76803" name="Rectangle 3">
            <a:extLst>
              <a:ext uri="{FF2B5EF4-FFF2-40B4-BE49-F238E27FC236}">
                <a16:creationId xmlns:a16="http://schemas.microsoft.com/office/drawing/2014/main" id="{4D723CC9-D5B0-47F1-8369-6319CCC2F068}"/>
              </a:ext>
            </a:extLst>
          </p:cNvPr>
          <p:cNvSpPr>
            <a:spLocks noGrp="1" noChangeArrowheads="1"/>
          </p:cNvSpPr>
          <p:nvPr>
            <p:ph type="body" idx="1"/>
          </p:nvPr>
        </p:nvSpPr>
        <p:spPr>
          <a:xfrm>
            <a:off x="738188" y="1758950"/>
            <a:ext cx="7812087" cy="4408488"/>
          </a:xfrm>
        </p:spPr>
        <p:txBody>
          <a:bodyPr/>
          <a:lstStyle/>
          <a:p>
            <a:pPr>
              <a:lnSpc>
                <a:spcPct val="130000"/>
              </a:lnSpc>
            </a:pPr>
            <a:r>
              <a:rPr lang="en-US" altLang="ko-KR" sz="2800">
                <a:solidFill>
                  <a:schemeClr val="hlink"/>
                </a:solidFill>
                <a:ea typeface="굴림" panose="020B0503020000020004" pitchFamily="34" charset="-127"/>
              </a:rPr>
              <a:t>class</a:t>
            </a:r>
            <a:r>
              <a:rPr lang="en-US" altLang="ko-KR" sz="2800">
                <a:ea typeface="굴림" panose="020B0503020000020004" pitchFamily="34" charset="-127"/>
              </a:rPr>
              <a:t> -- a template for building objects</a:t>
            </a:r>
          </a:p>
          <a:p>
            <a:pPr>
              <a:lnSpc>
                <a:spcPct val="130000"/>
              </a:lnSpc>
            </a:pPr>
            <a:r>
              <a:rPr lang="en-US" altLang="ko-KR" sz="2800">
                <a:solidFill>
                  <a:schemeClr val="hlink"/>
                </a:solidFill>
                <a:ea typeface="굴림" panose="020B0503020000020004" pitchFamily="34" charset="-127"/>
              </a:rPr>
              <a:t>instance</a:t>
            </a:r>
            <a:r>
              <a:rPr lang="en-US" altLang="ko-KR" sz="2800">
                <a:ea typeface="굴림" panose="020B0503020000020004" pitchFamily="34" charset="-127"/>
              </a:rPr>
              <a:t> -- an object created from the template (an instance of the class)</a:t>
            </a:r>
          </a:p>
          <a:p>
            <a:pPr>
              <a:lnSpc>
                <a:spcPct val="130000"/>
              </a:lnSpc>
            </a:pPr>
            <a:r>
              <a:rPr lang="en-US" altLang="ko-KR" sz="2800">
                <a:solidFill>
                  <a:schemeClr val="hlink"/>
                </a:solidFill>
                <a:ea typeface="굴림" panose="020B0503020000020004" pitchFamily="34" charset="-127"/>
              </a:rPr>
              <a:t>method</a:t>
            </a:r>
            <a:r>
              <a:rPr lang="en-US" altLang="ko-KR" sz="2800">
                <a:ea typeface="굴림" panose="020B0503020000020004" pitchFamily="34" charset="-127"/>
              </a:rPr>
              <a:t> -- a function that is part of the object and acts on instances directly</a:t>
            </a:r>
          </a:p>
          <a:p>
            <a:pPr>
              <a:lnSpc>
                <a:spcPct val="130000"/>
              </a:lnSpc>
            </a:pPr>
            <a:r>
              <a:rPr lang="en-US" altLang="ko-KR" sz="2800">
                <a:solidFill>
                  <a:schemeClr val="hlink"/>
                </a:solidFill>
                <a:ea typeface="굴림" panose="020B0503020000020004" pitchFamily="34" charset="-127"/>
              </a:rPr>
              <a:t>constructor</a:t>
            </a:r>
            <a:r>
              <a:rPr lang="en-US" altLang="ko-KR" sz="2800">
                <a:ea typeface="굴림" panose="020B0503020000020004" pitchFamily="34" charset="-127"/>
              </a:rPr>
              <a:t> -- special "method" that creates new instances</a:t>
            </a:r>
            <a:endParaRPr lang="en-US" altLang="ko-KR" sz="2800">
              <a:solidFill>
                <a:schemeClr val="hlink"/>
              </a:solidFill>
              <a:ea typeface="굴림" panose="020B0503020000020004" pitchFamily="34" charset="-127"/>
            </a:endParaRPr>
          </a:p>
        </p:txBody>
      </p:sp>
    </p:spTree>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225B13D-7E41-4778-81AC-7A4A15B84811}"/>
              </a:ext>
            </a:extLst>
          </p:cNvPr>
          <p:cNvSpPr>
            <a:spLocks noGrp="1" noChangeArrowheads="1"/>
          </p:cNvSpPr>
          <p:nvPr>
            <p:ph type="title"/>
          </p:nvPr>
        </p:nvSpPr>
        <p:spPr/>
        <p:txBody>
          <a:bodyPr/>
          <a:lstStyle/>
          <a:p>
            <a:pPr eaLnBrk="1" hangingPunct="1"/>
            <a:r>
              <a:rPr lang="en-US" altLang="ko-KR">
                <a:ea typeface="굴림" panose="020B0503020000020004" pitchFamily="34" charset="-127"/>
              </a:rPr>
              <a:t>Objects</a:t>
            </a:r>
          </a:p>
        </p:txBody>
      </p:sp>
      <p:sp>
        <p:nvSpPr>
          <p:cNvPr id="77827" name="Rectangle 3">
            <a:extLst>
              <a:ext uri="{FF2B5EF4-FFF2-40B4-BE49-F238E27FC236}">
                <a16:creationId xmlns:a16="http://schemas.microsoft.com/office/drawing/2014/main" id="{0915A84C-07C6-4F0A-8869-D754ABD64955}"/>
              </a:ext>
            </a:extLst>
          </p:cNvPr>
          <p:cNvSpPr>
            <a:spLocks noGrp="1" noChangeArrowheads="1"/>
          </p:cNvSpPr>
          <p:nvPr>
            <p:ph type="body" idx="1"/>
          </p:nvPr>
        </p:nvSpPr>
        <p:spPr>
          <a:xfrm>
            <a:off x="774700" y="1485900"/>
            <a:ext cx="8091488" cy="4716463"/>
          </a:xfrm>
        </p:spPr>
        <p:txBody>
          <a:bodyPr/>
          <a:lstStyle/>
          <a:p>
            <a:pPr eaLnBrk="1" hangingPunct="1"/>
            <a:r>
              <a:rPr lang="en-US" altLang="ko-KR" sz="2000">
                <a:ea typeface="굴림" panose="020B0503020000020004" pitchFamily="34" charset="-127"/>
              </a:rPr>
              <a:t>Objects:</a:t>
            </a:r>
          </a:p>
          <a:p>
            <a:pPr lvl="1">
              <a:lnSpc>
                <a:spcPct val="130000"/>
              </a:lnSpc>
            </a:pPr>
            <a:r>
              <a:rPr lang="en-US" altLang="ko-KR" sz="2000">
                <a:ea typeface="굴림" panose="020B0503020000020004" pitchFamily="34" charset="-127"/>
              </a:rPr>
              <a:t>What is an object?</a:t>
            </a:r>
          </a:p>
          <a:p>
            <a:pPr lvl="2">
              <a:lnSpc>
                <a:spcPct val="130000"/>
              </a:lnSpc>
            </a:pPr>
            <a:r>
              <a:rPr lang="en-US" altLang="ko-KR" sz="2000">
                <a:ea typeface="굴림" panose="020B0503020000020004" pitchFamily="34" charset="-127"/>
              </a:rPr>
              <a:t>data structure, and</a:t>
            </a:r>
          </a:p>
          <a:p>
            <a:pPr lvl="2">
              <a:lnSpc>
                <a:spcPct val="130000"/>
              </a:lnSpc>
            </a:pPr>
            <a:r>
              <a:rPr lang="en-US" altLang="ko-KR" sz="2000">
                <a:ea typeface="굴림" panose="020B0503020000020004" pitchFamily="34" charset="-127"/>
              </a:rPr>
              <a:t>functions (methods) that operate on it</a:t>
            </a:r>
          </a:p>
          <a:p>
            <a:pPr eaLnBrk="1" hangingPunct="1">
              <a:buFont typeface="Wingdings" panose="05000000000000000000" pitchFamily="2" charset="2"/>
              <a:buNone/>
            </a:pPr>
            <a:r>
              <a:rPr lang="en-US" altLang="ko-KR" sz="2000" b="1">
                <a:solidFill>
                  <a:schemeClr val="hlink"/>
                </a:solidFill>
                <a:latin typeface="Courier New" panose="02070309020205020404" pitchFamily="49" charset="0"/>
                <a:ea typeface="굴림" panose="020B0503020000020004" pitchFamily="34" charset="-127"/>
              </a:rPr>
              <a:t>  class</a:t>
            </a:r>
            <a:r>
              <a:rPr lang="en-US" altLang="ko-KR" sz="2000" b="1">
                <a:latin typeface="Courier New" panose="02070309020205020404" pitchFamily="49" charset="0"/>
                <a:ea typeface="굴림" panose="020B0503020000020004" pitchFamily="34" charset="-127"/>
              </a:rPr>
              <a:t> </a:t>
            </a:r>
            <a:r>
              <a:rPr lang="en-US" altLang="ko-KR" sz="2000" b="1">
                <a:solidFill>
                  <a:schemeClr val="folHlink"/>
                </a:solidFill>
                <a:latin typeface="Courier New" panose="02070309020205020404" pitchFamily="49" charset="0"/>
                <a:ea typeface="굴림" panose="020B0503020000020004" pitchFamily="34" charset="-127"/>
              </a:rPr>
              <a:t>thingy:</a:t>
            </a:r>
          </a:p>
          <a:p>
            <a:pPr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 Definition of the class here, next slide</a:t>
            </a:r>
          </a:p>
          <a:p>
            <a:pPr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t = thingy()</a:t>
            </a:r>
          </a:p>
          <a:p>
            <a:pPr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t.method()</a:t>
            </a:r>
          </a:p>
          <a:p>
            <a:pPr eaLnBrk="1" hangingPunct="1">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print t.field</a:t>
            </a:r>
          </a:p>
          <a:p>
            <a:pPr eaLnBrk="1" hangingPunct="1"/>
            <a:r>
              <a:rPr lang="en-US" altLang="ko-KR" sz="2000">
                <a:ea typeface="굴림" panose="020B0503020000020004" pitchFamily="34" charset="-127"/>
              </a:rPr>
              <a:t>Built-in data structures (lists, dictionaries)  are also objects</a:t>
            </a:r>
          </a:p>
          <a:p>
            <a:pPr lvl="1" eaLnBrk="1" hangingPunct="1"/>
            <a:r>
              <a:rPr lang="en-US" altLang="ko-KR" sz="2000">
                <a:ea typeface="굴림" panose="020B0503020000020004" pitchFamily="34" charset="-127"/>
              </a:rPr>
              <a:t>though internal representation is different</a:t>
            </a:r>
          </a:p>
        </p:txBody>
      </p:sp>
    </p:spTree>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749DAB4-B59E-4D2D-9A29-5481E38AD680}"/>
              </a:ext>
            </a:extLst>
          </p:cNvPr>
          <p:cNvSpPr>
            <a:spLocks noGrp="1" noChangeArrowheads="1"/>
          </p:cNvSpPr>
          <p:nvPr>
            <p:ph type="title"/>
          </p:nvPr>
        </p:nvSpPr>
        <p:spPr/>
        <p:txBody>
          <a:bodyPr/>
          <a:lstStyle/>
          <a:p>
            <a:r>
              <a:rPr lang="en-US" altLang="ko-KR">
                <a:ea typeface="굴림" panose="020B0503020000020004" pitchFamily="34" charset="-127"/>
              </a:rPr>
              <a:t>Defining a class</a:t>
            </a:r>
          </a:p>
        </p:txBody>
      </p:sp>
      <p:sp>
        <p:nvSpPr>
          <p:cNvPr id="78851" name="Rectangle 3">
            <a:extLst>
              <a:ext uri="{FF2B5EF4-FFF2-40B4-BE49-F238E27FC236}">
                <a16:creationId xmlns:a16="http://schemas.microsoft.com/office/drawing/2014/main" id="{0205ADA4-75E9-4936-97AE-50F2F2C72F18}"/>
              </a:ext>
            </a:extLst>
          </p:cNvPr>
          <p:cNvSpPr>
            <a:spLocks noGrp="1" noChangeArrowheads="1"/>
          </p:cNvSpPr>
          <p:nvPr>
            <p:ph type="body" idx="1"/>
          </p:nvPr>
        </p:nvSpPr>
        <p:spPr>
          <a:xfrm>
            <a:off x="703263" y="1928813"/>
            <a:ext cx="7812087" cy="4038600"/>
          </a:xfrm>
        </p:spPr>
        <p:txBody>
          <a:bodyPr/>
          <a:lstStyle/>
          <a:p>
            <a:pPr>
              <a:lnSpc>
                <a:spcPct val="130000"/>
              </a:lnSpc>
              <a:buFont typeface="Wingdings" panose="05000000000000000000" pitchFamily="2" charset="2"/>
              <a:buNone/>
            </a:pPr>
            <a:r>
              <a:rPr lang="en-US" altLang="ko-KR" sz="2000" b="1">
                <a:solidFill>
                  <a:schemeClr val="hlink"/>
                </a:solidFill>
                <a:latin typeface="Courier New" panose="02070309020205020404" pitchFamily="49" charset="0"/>
                <a:ea typeface="굴림" panose="020B0503020000020004" pitchFamily="34" charset="-127"/>
              </a:rPr>
              <a:t>class </a:t>
            </a:r>
            <a:r>
              <a:rPr lang="en-US" altLang="ko-KR" sz="2000" b="1">
                <a:solidFill>
                  <a:schemeClr val="folHlink"/>
                </a:solidFill>
                <a:latin typeface="Courier New" panose="02070309020205020404" pitchFamily="49" charset="0"/>
                <a:ea typeface="굴림" panose="020B0503020000020004" pitchFamily="34" charset="-127"/>
              </a:rPr>
              <a:t>Thingy:</a:t>
            </a:r>
          </a:p>
          <a:p>
            <a:pPr>
              <a:lnSpc>
                <a:spcPct val="130000"/>
              </a:lnSpc>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"""This class stores an arbitrary object."""</a:t>
            </a:r>
          </a:p>
          <a:p>
            <a:pPr>
              <a:lnSpc>
                <a:spcPct val="130000"/>
              </a:lnSpc>
              <a:buFont typeface="Wingdings" panose="05000000000000000000" pitchFamily="2" charset="2"/>
              <a:buNone/>
            </a:pPr>
            <a:r>
              <a:rPr lang="en-US" altLang="ko-KR" sz="2000" b="1">
                <a:latin typeface="Courier New" panose="02070309020205020404" pitchFamily="49" charset="0"/>
                <a:ea typeface="굴림" panose="020B0503020000020004" pitchFamily="34" charset="-127"/>
              </a:rPr>
              <a:t>    </a:t>
            </a:r>
            <a:r>
              <a:rPr lang="en-US" altLang="ko-KR" sz="2000" b="1">
                <a:solidFill>
                  <a:schemeClr val="folHlink"/>
                </a:solidFill>
                <a:latin typeface="Courier New" panose="02070309020205020404" pitchFamily="49" charset="0"/>
                <a:ea typeface="굴림" panose="020B0503020000020004" pitchFamily="34" charset="-127"/>
              </a:rPr>
              <a:t>def</a:t>
            </a:r>
            <a:r>
              <a:rPr lang="en-US" altLang="ko-KR" sz="2000" b="1">
                <a:latin typeface="Courier New" panose="02070309020205020404" pitchFamily="49" charset="0"/>
                <a:ea typeface="굴림" panose="020B0503020000020004" pitchFamily="34" charset="-127"/>
              </a:rPr>
              <a:t> </a:t>
            </a:r>
            <a:r>
              <a:rPr lang="en-US" altLang="ko-KR" sz="2000" b="1">
                <a:solidFill>
                  <a:schemeClr val="hlink"/>
                </a:solidFill>
                <a:latin typeface="Courier New" panose="02070309020205020404" pitchFamily="49" charset="0"/>
                <a:ea typeface="굴림" panose="020B0503020000020004" pitchFamily="34" charset="-127"/>
              </a:rPr>
              <a:t>__init__</a:t>
            </a:r>
            <a:r>
              <a:rPr lang="en-US" altLang="ko-KR" sz="2000" b="1">
                <a:solidFill>
                  <a:schemeClr val="folHlink"/>
                </a:solidFill>
                <a:latin typeface="Courier New" panose="02070309020205020404" pitchFamily="49" charset="0"/>
                <a:ea typeface="굴림" panose="020B0503020000020004" pitchFamily="34" charset="-127"/>
              </a:rPr>
              <a:t>(self, value):</a:t>
            </a:r>
          </a:p>
          <a:p>
            <a:pPr>
              <a:lnSpc>
                <a:spcPct val="130000"/>
              </a:lnSpc>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"""Initialize a Thingy."""</a:t>
            </a:r>
          </a:p>
          <a:p>
            <a:pPr>
              <a:lnSpc>
                <a:spcPct val="130000"/>
              </a:lnSpc>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self.value = value</a:t>
            </a:r>
          </a:p>
          <a:p>
            <a:pPr>
              <a:lnSpc>
                <a:spcPct val="130000"/>
              </a:lnSpc>
              <a:buFont typeface="Wingdings" panose="05000000000000000000" pitchFamily="2" charset="2"/>
              <a:buNone/>
            </a:pPr>
            <a:r>
              <a:rPr lang="en-US" altLang="ko-KR" sz="2000" b="1">
                <a:latin typeface="Courier New" panose="02070309020205020404" pitchFamily="49" charset="0"/>
                <a:ea typeface="굴림" panose="020B0503020000020004" pitchFamily="34" charset="-127"/>
              </a:rPr>
              <a:t>    </a:t>
            </a:r>
            <a:r>
              <a:rPr lang="en-US" altLang="ko-KR" sz="2000" b="1">
                <a:solidFill>
                  <a:schemeClr val="folHlink"/>
                </a:solidFill>
                <a:latin typeface="Courier New" panose="02070309020205020404" pitchFamily="49" charset="0"/>
                <a:ea typeface="굴림" panose="020B0503020000020004" pitchFamily="34" charset="-127"/>
              </a:rPr>
              <a:t>def showme(self):</a:t>
            </a:r>
          </a:p>
          <a:p>
            <a:pPr>
              <a:lnSpc>
                <a:spcPct val="130000"/>
              </a:lnSpc>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"""Print this object to stdout."""</a:t>
            </a:r>
          </a:p>
          <a:p>
            <a:pPr>
              <a:lnSpc>
                <a:spcPct val="130000"/>
              </a:lnSpc>
              <a:buFont typeface="Wingdings" panose="05000000000000000000" pitchFamily="2" charset="2"/>
              <a:buNone/>
            </a:pPr>
            <a:r>
              <a:rPr lang="en-US" altLang="ko-KR" sz="2000" b="1">
                <a:solidFill>
                  <a:schemeClr val="folHlink"/>
                </a:solidFill>
                <a:latin typeface="Courier New" panose="02070309020205020404" pitchFamily="49" charset="0"/>
                <a:ea typeface="굴림" panose="020B0503020000020004" pitchFamily="34" charset="-127"/>
              </a:rPr>
              <a:t>        print "value = %s" % self.value</a:t>
            </a:r>
          </a:p>
        </p:txBody>
      </p:sp>
      <p:sp>
        <p:nvSpPr>
          <p:cNvPr id="78852" name="Rectangle 4">
            <a:extLst>
              <a:ext uri="{FF2B5EF4-FFF2-40B4-BE49-F238E27FC236}">
                <a16:creationId xmlns:a16="http://schemas.microsoft.com/office/drawing/2014/main" id="{AD630AE3-522B-4900-B067-4BA58B6D701C}"/>
              </a:ext>
            </a:extLst>
          </p:cNvPr>
          <p:cNvSpPr>
            <a:spLocks noChangeArrowheads="1"/>
          </p:cNvSpPr>
          <p:nvPr/>
        </p:nvSpPr>
        <p:spPr bwMode="auto">
          <a:xfrm>
            <a:off x="950913" y="3071813"/>
            <a:ext cx="6019800" cy="1455737"/>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8853" name="Rectangle 5">
            <a:extLst>
              <a:ext uri="{FF2B5EF4-FFF2-40B4-BE49-F238E27FC236}">
                <a16:creationId xmlns:a16="http://schemas.microsoft.com/office/drawing/2014/main" id="{3D9411F1-1E57-4B88-A004-807E4E6C1EAC}"/>
              </a:ext>
            </a:extLst>
          </p:cNvPr>
          <p:cNvSpPr>
            <a:spLocks noChangeArrowheads="1"/>
          </p:cNvSpPr>
          <p:nvPr/>
        </p:nvSpPr>
        <p:spPr bwMode="auto">
          <a:xfrm>
            <a:off x="941388" y="4637088"/>
            <a:ext cx="7162800" cy="1323975"/>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ko-KR" altLang="en-US">
              <a:solidFill>
                <a:schemeClr val="hlink"/>
              </a:solidFill>
              <a:ea typeface="굴림" panose="020B0503020000020004" pitchFamily="34" charset="-127"/>
            </a:endParaRPr>
          </a:p>
        </p:txBody>
      </p:sp>
      <p:sp>
        <p:nvSpPr>
          <p:cNvPr id="167942" name="Text Box 6">
            <a:extLst>
              <a:ext uri="{FF2B5EF4-FFF2-40B4-BE49-F238E27FC236}">
                <a16:creationId xmlns:a16="http://schemas.microsoft.com/office/drawing/2014/main" id="{3D930EAE-7A02-4BF3-8E6A-C6E6214D1942}"/>
              </a:ext>
            </a:extLst>
          </p:cNvPr>
          <p:cNvSpPr txBox="1">
            <a:spLocks noChangeArrowheads="1"/>
          </p:cNvSpPr>
          <p:nvPr/>
        </p:nvSpPr>
        <p:spPr bwMode="auto">
          <a:xfrm>
            <a:off x="7162800" y="3276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ko-KR">
                <a:solidFill>
                  <a:srgbClr val="008000"/>
                </a:solidFill>
                <a:ea typeface="굴림" panose="020B0503020000020004" pitchFamily="34" charset="-127"/>
              </a:rPr>
              <a:t>constructor</a:t>
            </a:r>
          </a:p>
        </p:txBody>
      </p:sp>
      <p:sp>
        <p:nvSpPr>
          <p:cNvPr id="167943" name="Text Box 7">
            <a:extLst>
              <a:ext uri="{FF2B5EF4-FFF2-40B4-BE49-F238E27FC236}">
                <a16:creationId xmlns:a16="http://schemas.microsoft.com/office/drawing/2014/main" id="{F5C652D7-D066-4EAB-8D78-056B4D3E5B26}"/>
              </a:ext>
            </a:extLst>
          </p:cNvPr>
          <p:cNvSpPr txBox="1">
            <a:spLocks noChangeArrowheads="1"/>
          </p:cNvSpPr>
          <p:nvPr/>
        </p:nvSpPr>
        <p:spPr bwMode="auto">
          <a:xfrm>
            <a:off x="7315200" y="43434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ko-KR">
                <a:solidFill>
                  <a:schemeClr val="hlink"/>
                </a:solidFill>
                <a:ea typeface="굴림" panose="020B0503020000020004" pitchFamily="34" charset="-127"/>
              </a:rPr>
              <a:t>method</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79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7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2" grpId="0"/>
      <p:bldP spid="167943"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76A439D-F0D4-4BD8-A110-CC2C938A582A}"/>
              </a:ext>
            </a:extLst>
          </p:cNvPr>
          <p:cNvSpPr>
            <a:spLocks noGrp="1" noChangeArrowheads="1"/>
          </p:cNvSpPr>
          <p:nvPr>
            <p:ph type="title"/>
          </p:nvPr>
        </p:nvSpPr>
        <p:spPr/>
        <p:txBody>
          <a:bodyPr/>
          <a:lstStyle/>
          <a:p>
            <a:r>
              <a:rPr lang="en-US" altLang="ko-KR">
                <a:ea typeface="굴림" panose="020B0503020000020004" pitchFamily="34" charset="-127"/>
              </a:rPr>
              <a:t>Using a class (1)</a:t>
            </a:r>
          </a:p>
        </p:txBody>
      </p:sp>
      <p:sp>
        <p:nvSpPr>
          <p:cNvPr id="79875" name="Rectangle 3">
            <a:extLst>
              <a:ext uri="{FF2B5EF4-FFF2-40B4-BE49-F238E27FC236}">
                <a16:creationId xmlns:a16="http://schemas.microsoft.com/office/drawing/2014/main" id="{5F3174DF-5FCA-4023-9832-2860F2D5C43E}"/>
              </a:ext>
            </a:extLst>
          </p:cNvPr>
          <p:cNvSpPr>
            <a:spLocks noGrp="1" noChangeArrowheads="1"/>
          </p:cNvSpPr>
          <p:nvPr>
            <p:ph type="body" idx="1"/>
          </p:nvPr>
        </p:nvSpPr>
        <p:spPr>
          <a:xfrm>
            <a:off x="277813" y="1673225"/>
            <a:ext cx="8686800" cy="4343400"/>
          </a:xfrm>
        </p:spPr>
        <p:txBody>
          <a:bodyPr/>
          <a:lstStyle/>
          <a:p>
            <a:pPr lvl="1">
              <a:lnSpc>
                <a:spcPct val="130000"/>
              </a:lnSpc>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t = Thingy(10)  # calls __init__ method</a:t>
            </a:r>
          </a:p>
          <a:p>
            <a:pPr lvl="1">
              <a:lnSpc>
                <a:spcPct val="130000"/>
              </a:lnSpc>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t.showme()      # prints "value = 10"</a:t>
            </a:r>
          </a:p>
          <a:p>
            <a:pPr>
              <a:lnSpc>
                <a:spcPct val="130000"/>
              </a:lnSpc>
            </a:pPr>
            <a:r>
              <a:rPr lang="en-US" altLang="ko-KR" sz="2400" b="1">
                <a:solidFill>
                  <a:schemeClr val="folHlink"/>
                </a:solidFill>
                <a:latin typeface="Courier New" panose="02070309020205020404" pitchFamily="49" charset="0"/>
                <a:ea typeface="굴림" panose="020B0503020000020004" pitchFamily="34" charset="-127"/>
              </a:rPr>
              <a:t>t</a:t>
            </a:r>
            <a:r>
              <a:rPr lang="en-US" altLang="ko-KR" sz="2400">
                <a:ea typeface="굴림" panose="020B0503020000020004" pitchFamily="34" charset="-127"/>
              </a:rPr>
              <a:t> is an </a:t>
            </a:r>
            <a:r>
              <a:rPr lang="en-US" altLang="ko-KR" sz="2400">
                <a:solidFill>
                  <a:schemeClr val="hlink"/>
                </a:solidFill>
                <a:ea typeface="굴림" panose="020B0503020000020004" pitchFamily="34" charset="-127"/>
              </a:rPr>
              <a:t>instance</a:t>
            </a:r>
            <a:r>
              <a:rPr lang="en-US" altLang="ko-KR" sz="2400">
                <a:ea typeface="굴림" panose="020B0503020000020004" pitchFamily="34" charset="-127"/>
              </a:rPr>
              <a:t> of class </a:t>
            </a:r>
            <a:r>
              <a:rPr lang="en-US" altLang="ko-KR" sz="2400" b="1">
                <a:solidFill>
                  <a:schemeClr val="folHlink"/>
                </a:solidFill>
                <a:latin typeface="Courier New" panose="02070309020205020404" pitchFamily="49" charset="0"/>
                <a:ea typeface="굴림" panose="020B0503020000020004" pitchFamily="34" charset="-127"/>
              </a:rPr>
              <a:t>Thingy</a:t>
            </a:r>
          </a:p>
          <a:p>
            <a:pPr>
              <a:lnSpc>
                <a:spcPct val="130000"/>
              </a:lnSpc>
            </a:pPr>
            <a:r>
              <a:rPr lang="en-US" altLang="ko-KR" sz="2400" b="1">
                <a:solidFill>
                  <a:schemeClr val="folHlink"/>
                </a:solidFill>
                <a:latin typeface="Courier New" panose="02070309020205020404" pitchFamily="49" charset="0"/>
                <a:ea typeface="굴림" panose="020B0503020000020004" pitchFamily="34" charset="-127"/>
              </a:rPr>
              <a:t>showme</a:t>
            </a:r>
            <a:r>
              <a:rPr lang="en-US" altLang="ko-KR" sz="2400">
                <a:ea typeface="굴림" panose="020B0503020000020004" pitchFamily="34" charset="-127"/>
              </a:rPr>
              <a:t> is a </a:t>
            </a:r>
            <a:r>
              <a:rPr lang="en-US" altLang="ko-KR" sz="2400">
                <a:solidFill>
                  <a:schemeClr val="hlink"/>
                </a:solidFill>
                <a:ea typeface="굴림" panose="020B0503020000020004" pitchFamily="34" charset="-127"/>
              </a:rPr>
              <a:t>method</a:t>
            </a:r>
            <a:r>
              <a:rPr lang="en-US" altLang="ko-KR" sz="2400">
                <a:ea typeface="굴림" panose="020B0503020000020004" pitchFamily="34" charset="-127"/>
              </a:rPr>
              <a:t> of class </a:t>
            </a:r>
            <a:r>
              <a:rPr lang="en-US" altLang="ko-KR" sz="2400" b="1">
                <a:solidFill>
                  <a:schemeClr val="folHlink"/>
                </a:solidFill>
                <a:latin typeface="Courier New" panose="02070309020205020404" pitchFamily="49" charset="0"/>
                <a:ea typeface="굴림" panose="020B0503020000020004" pitchFamily="34" charset="-127"/>
              </a:rPr>
              <a:t>Thingy</a:t>
            </a:r>
          </a:p>
          <a:p>
            <a:pPr>
              <a:lnSpc>
                <a:spcPct val="130000"/>
              </a:lnSpc>
            </a:pPr>
            <a:r>
              <a:rPr lang="en-US" altLang="ko-KR" sz="2400" b="1">
                <a:solidFill>
                  <a:schemeClr val="folHlink"/>
                </a:solidFill>
                <a:latin typeface="Courier New" panose="02070309020205020404" pitchFamily="49" charset="0"/>
                <a:ea typeface="굴림" panose="020B0503020000020004" pitchFamily="34" charset="-127"/>
              </a:rPr>
              <a:t>__init__</a:t>
            </a:r>
            <a:r>
              <a:rPr lang="en-US" altLang="ko-KR" sz="2400">
                <a:ea typeface="굴림" panose="020B0503020000020004" pitchFamily="34" charset="-127"/>
              </a:rPr>
              <a:t> is the </a:t>
            </a:r>
            <a:r>
              <a:rPr lang="en-US" altLang="ko-KR" sz="2400">
                <a:solidFill>
                  <a:schemeClr val="hlink"/>
                </a:solidFill>
                <a:ea typeface="굴림" panose="020B0503020000020004" pitchFamily="34" charset="-127"/>
              </a:rPr>
              <a:t>constructor method</a:t>
            </a:r>
            <a:r>
              <a:rPr lang="en-US" altLang="ko-KR" sz="2400">
                <a:ea typeface="굴림" panose="020B0503020000020004" pitchFamily="34" charset="-127"/>
              </a:rPr>
              <a:t> of class </a:t>
            </a:r>
            <a:r>
              <a:rPr lang="en-US" altLang="ko-KR" sz="2400" b="1">
                <a:solidFill>
                  <a:schemeClr val="folHlink"/>
                </a:solidFill>
                <a:latin typeface="Courier New" panose="02070309020205020404" pitchFamily="49" charset="0"/>
                <a:ea typeface="굴림" panose="020B0503020000020004" pitchFamily="34" charset="-127"/>
              </a:rPr>
              <a:t>Thingy</a:t>
            </a:r>
          </a:p>
          <a:p>
            <a:pPr lvl="1">
              <a:lnSpc>
                <a:spcPct val="130000"/>
              </a:lnSpc>
            </a:pPr>
            <a:r>
              <a:rPr lang="en-US" altLang="ko-KR" sz="2400">
                <a:ea typeface="굴림" panose="020B0503020000020004" pitchFamily="34" charset="-127"/>
              </a:rPr>
              <a:t>when a </a:t>
            </a:r>
            <a:r>
              <a:rPr lang="en-US" altLang="ko-KR" sz="2400" b="1">
                <a:solidFill>
                  <a:schemeClr val="folHlink"/>
                </a:solidFill>
                <a:latin typeface="Courier New" panose="02070309020205020404" pitchFamily="49" charset="0"/>
                <a:ea typeface="굴림" panose="020B0503020000020004" pitchFamily="34" charset="-127"/>
              </a:rPr>
              <a:t>Thingy</a:t>
            </a:r>
            <a:r>
              <a:rPr lang="en-US" altLang="ko-KR" sz="2400">
                <a:ea typeface="굴림" panose="020B0503020000020004" pitchFamily="34" charset="-127"/>
              </a:rPr>
              <a:t> is created, the </a:t>
            </a:r>
            <a:r>
              <a:rPr lang="en-US" altLang="ko-KR" sz="2400" b="1">
                <a:solidFill>
                  <a:schemeClr val="folHlink"/>
                </a:solidFill>
                <a:latin typeface="Courier New" panose="02070309020205020404" pitchFamily="49" charset="0"/>
                <a:ea typeface="굴림" panose="020B0503020000020004" pitchFamily="34" charset="-127"/>
              </a:rPr>
              <a:t>__init__</a:t>
            </a:r>
            <a:r>
              <a:rPr lang="en-US" altLang="ko-KR" sz="2400">
                <a:ea typeface="굴림" panose="020B0503020000020004" pitchFamily="34" charset="-127"/>
              </a:rPr>
              <a:t> method is called</a:t>
            </a:r>
          </a:p>
          <a:p>
            <a:pPr>
              <a:lnSpc>
                <a:spcPct val="130000"/>
              </a:lnSpc>
            </a:pPr>
            <a:r>
              <a:rPr lang="en-US" altLang="ko-KR" sz="2400">
                <a:ea typeface="굴림" panose="020B0503020000020004" pitchFamily="34" charset="-127"/>
              </a:rPr>
              <a:t>Methods starting and ending with </a:t>
            </a:r>
            <a:r>
              <a:rPr lang="en-US" altLang="ko-KR" sz="2400" b="1">
                <a:solidFill>
                  <a:schemeClr val="folHlink"/>
                </a:solidFill>
                <a:latin typeface="Courier New" panose="02070309020205020404" pitchFamily="49" charset="0"/>
                <a:ea typeface="굴림" panose="020B0503020000020004" pitchFamily="34" charset="-127"/>
              </a:rPr>
              <a:t>__</a:t>
            </a:r>
            <a:r>
              <a:rPr lang="en-US" altLang="ko-KR" sz="2400">
                <a:ea typeface="굴림" panose="020B0503020000020004" pitchFamily="34" charset="-127"/>
              </a:rPr>
              <a:t> are "special" methods</a:t>
            </a:r>
          </a:p>
        </p:txBody>
      </p:sp>
    </p:spTree>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2F2046C-DC96-4930-83DA-CAB1D837832F}"/>
              </a:ext>
            </a:extLst>
          </p:cNvPr>
          <p:cNvSpPr>
            <a:spLocks noGrp="1" noChangeArrowheads="1"/>
          </p:cNvSpPr>
          <p:nvPr>
            <p:ph type="title"/>
          </p:nvPr>
        </p:nvSpPr>
        <p:spPr/>
        <p:txBody>
          <a:bodyPr/>
          <a:lstStyle/>
          <a:p>
            <a:r>
              <a:rPr lang="en-US" altLang="ko-KR">
                <a:ea typeface="굴림" panose="020B0503020000020004" pitchFamily="34" charset="-127"/>
              </a:rPr>
              <a:t>Using a class (2)</a:t>
            </a:r>
          </a:p>
        </p:txBody>
      </p:sp>
      <p:sp>
        <p:nvSpPr>
          <p:cNvPr id="80899" name="Rectangle 3">
            <a:extLst>
              <a:ext uri="{FF2B5EF4-FFF2-40B4-BE49-F238E27FC236}">
                <a16:creationId xmlns:a16="http://schemas.microsoft.com/office/drawing/2014/main" id="{E7BE0970-B285-4F95-A552-B38144033549}"/>
              </a:ext>
            </a:extLst>
          </p:cNvPr>
          <p:cNvSpPr>
            <a:spLocks noGrp="1" noChangeArrowheads="1"/>
          </p:cNvSpPr>
          <p:nvPr>
            <p:ph type="body" idx="1"/>
          </p:nvPr>
        </p:nvSpPr>
        <p:spPr>
          <a:xfrm>
            <a:off x="457200" y="2514600"/>
            <a:ext cx="8153400" cy="3048000"/>
          </a:xfrm>
        </p:spPr>
        <p:txBody>
          <a:bodyPr/>
          <a:lstStyle/>
          <a:p>
            <a:pPr lvl="1">
              <a:lnSpc>
                <a:spcPct val="130000"/>
              </a:lnSpc>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print t.value  # prints "10"</a:t>
            </a:r>
          </a:p>
          <a:p>
            <a:pPr lvl="1">
              <a:lnSpc>
                <a:spcPct val="130000"/>
              </a:lnSpc>
            </a:pPr>
            <a:r>
              <a:rPr lang="en-US" altLang="ko-KR" b="1">
                <a:solidFill>
                  <a:schemeClr val="folHlink"/>
                </a:solidFill>
                <a:latin typeface="Courier New" panose="02070309020205020404" pitchFamily="49" charset="0"/>
                <a:ea typeface="굴림" panose="020B0503020000020004" pitchFamily="34" charset="-127"/>
              </a:rPr>
              <a:t>value</a:t>
            </a:r>
            <a:r>
              <a:rPr lang="en-US" altLang="ko-KR">
                <a:ea typeface="굴림" panose="020B0503020000020004" pitchFamily="34" charset="-127"/>
              </a:rPr>
              <a:t> is a </a:t>
            </a:r>
            <a:r>
              <a:rPr lang="en-US" altLang="ko-KR" i="1">
                <a:solidFill>
                  <a:schemeClr val="hlink"/>
                </a:solidFill>
                <a:ea typeface="굴림" panose="020B0503020000020004" pitchFamily="34" charset="-127"/>
              </a:rPr>
              <a:t>field</a:t>
            </a:r>
            <a:r>
              <a:rPr lang="en-US" altLang="ko-KR">
                <a:ea typeface="굴림" panose="020B0503020000020004" pitchFamily="34" charset="-127"/>
              </a:rPr>
              <a:t> of class </a:t>
            </a:r>
            <a:r>
              <a:rPr lang="en-US" altLang="ko-KR" b="1">
                <a:solidFill>
                  <a:schemeClr val="folHlink"/>
                </a:solidFill>
                <a:latin typeface="Courier New" panose="02070309020205020404" pitchFamily="49" charset="0"/>
                <a:ea typeface="굴림" panose="020B0503020000020004" pitchFamily="34" charset="-127"/>
              </a:rPr>
              <a:t>Thingy</a:t>
            </a:r>
          </a:p>
          <a:p>
            <a:pPr lvl="1">
              <a:lnSpc>
                <a:spcPct val="130000"/>
              </a:lnSpc>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t.value = 20   # change the field value</a:t>
            </a:r>
          </a:p>
          <a:p>
            <a:pPr lvl="1">
              <a:lnSpc>
                <a:spcPct val="130000"/>
              </a:lnSpc>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print t.value  # prints "20"</a:t>
            </a:r>
          </a:p>
        </p:txBody>
      </p:sp>
    </p:spTree>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B6B7773-4181-4EEC-AE3C-4004AF363470}"/>
              </a:ext>
            </a:extLst>
          </p:cNvPr>
          <p:cNvSpPr>
            <a:spLocks noGrp="1" noChangeArrowheads="1"/>
          </p:cNvSpPr>
          <p:nvPr>
            <p:ph type="title"/>
          </p:nvPr>
        </p:nvSpPr>
        <p:spPr/>
        <p:txBody>
          <a:bodyPr/>
          <a:lstStyle/>
          <a:p>
            <a:r>
              <a:rPr lang="en-US" altLang="ko-KR">
                <a:ea typeface="굴림" panose="020B0503020000020004" pitchFamily="34" charset="-127"/>
              </a:rPr>
              <a:t>"Special" methods</a:t>
            </a:r>
          </a:p>
        </p:txBody>
      </p:sp>
      <p:sp>
        <p:nvSpPr>
          <p:cNvPr id="81923" name="Rectangle 3">
            <a:extLst>
              <a:ext uri="{FF2B5EF4-FFF2-40B4-BE49-F238E27FC236}">
                <a16:creationId xmlns:a16="http://schemas.microsoft.com/office/drawing/2014/main" id="{43F6955A-D33D-4440-9A68-7D3BAD8886ED}"/>
              </a:ext>
            </a:extLst>
          </p:cNvPr>
          <p:cNvSpPr>
            <a:spLocks noGrp="1" noChangeArrowheads="1"/>
          </p:cNvSpPr>
          <p:nvPr>
            <p:ph type="body" idx="1"/>
          </p:nvPr>
        </p:nvSpPr>
        <p:spPr>
          <a:xfrm>
            <a:off x="781050" y="1851025"/>
            <a:ext cx="7812088" cy="4038600"/>
          </a:xfrm>
        </p:spPr>
        <p:txBody>
          <a:bodyPr/>
          <a:lstStyle/>
          <a:p>
            <a:pPr>
              <a:lnSpc>
                <a:spcPct val="130000"/>
              </a:lnSpc>
            </a:pPr>
            <a:r>
              <a:rPr lang="en-US" altLang="ko-KR" sz="2800">
                <a:ea typeface="굴림" panose="020B0503020000020004" pitchFamily="34" charset="-127"/>
              </a:rPr>
              <a:t>All start and end with </a:t>
            </a:r>
            <a:r>
              <a:rPr lang="en-US" altLang="ko-KR" sz="2800" b="1">
                <a:solidFill>
                  <a:schemeClr val="folHlink"/>
                </a:solidFill>
                <a:latin typeface="Courier New" panose="02070309020205020404" pitchFamily="49" charset="0"/>
                <a:ea typeface="굴림" panose="020B0503020000020004" pitchFamily="34" charset="-127"/>
              </a:rPr>
              <a:t>__</a:t>
            </a:r>
            <a:r>
              <a:rPr lang="en-US" altLang="ko-KR" sz="2800">
                <a:ea typeface="굴림" panose="020B0503020000020004" pitchFamily="34" charset="-127"/>
              </a:rPr>
              <a:t> (two underscores)</a:t>
            </a:r>
            <a:endParaRPr lang="en-US" altLang="ko-KR" sz="2800" b="1">
              <a:latin typeface="Courier New" panose="02070309020205020404" pitchFamily="49" charset="0"/>
              <a:ea typeface="굴림" panose="020B0503020000020004" pitchFamily="34" charset="-127"/>
            </a:endParaRPr>
          </a:p>
          <a:p>
            <a:pPr>
              <a:lnSpc>
                <a:spcPct val="130000"/>
              </a:lnSpc>
            </a:pPr>
            <a:r>
              <a:rPr lang="en-US" altLang="ko-KR" sz="2800">
                <a:ea typeface="굴림" panose="020B0503020000020004" pitchFamily="34" charset="-127"/>
              </a:rPr>
              <a:t>Most are used to emulate functionality of built-in types in user-defined classes</a:t>
            </a:r>
          </a:p>
          <a:p>
            <a:pPr>
              <a:lnSpc>
                <a:spcPct val="130000"/>
              </a:lnSpc>
            </a:pPr>
            <a:r>
              <a:rPr lang="en-US" altLang="ko-KR" sz="2800" i="1">
                <a:ea typeface="굴림" panose="020B0503020000020004" pitchFamily="34" charset="-127"/>
              </a:rPr>
              <a:t>e.g.</a:t>
            </a:r>
            <a:r>
              <a:rPr lang="en-US" altLang="ko-KR" sz="2800">
                <a:ea typeface="굴림" panose="020B0503020000020004" pitchFamily="34" charset="-127"/>
              </a:rPr>
              <a:t> operator overloading</a:t>
            </a:r>
          </a:p>
          <a:p>
            <a:pPr lvl="1">
              <a:lnSpc>
                <a:spcPct val="130000"/>
              </a:lnSpc>
            </a:pPr>
            <a:r>
              <a:rPr lang="en-US" altLang="ko-KR" sz="2400" b="1">
                <a:solidFill>
                  <a:schemeClr val="folHlink"/>
                </a:solidFill>
                <a:latin typeface="Courier New" panose="02070309020205020404" pitchFamily="49" charset="0"/>
                <a:ea typeface="굴림" panose="020B0503020000020004" pitchFamily="34" charset="-127"/>
              </a:rPr>
              <a:t>__add__</a:t>
            </a:r>
            <a:r>
              <a:rPr lang="en-US" altLang="ko-KR" sz="2400" b="1">
                <a:latin typeface="Courier New" panose="02070309020205020404" pitchFamily="49" charset="0"/>
                <a:ea typeface="굴림" panose="020B0503020000020004" pitchFamily="34" charset="-127"/>
              </a:rPr>
              <a:t>,</a:t>
            </a:r>
            <a:r>
              <a:rPr lang="en-US" altLang="ko-KR" sz="2400" b="1">
                <a:solidFill>
                  <a:schemeClr val="folHlink"/>
                </a:solidFill>
                <a:latin typeface="Courier New" panose="02070309020205020404" pitchFamily="49" charset="0"/>
                <a:ea typeface="굴림" panose="020B0503020000020004" pitchFamily="34" charset="-127"/>
              </a:rPr>
              <a:t> __sub__</a:t>
            </a:r>
            <a:r>
              <a:rPr lang="en-US" altLang="ko-KR" sz="2400" b="1">
                <a:latin typeface="Courier New" panose="02070309020205020404" pitchFamily="49" charset="0"/>
                <a:ea typeface="굴림" panose="020B0503020000020004" pitchFamily="34" charset="-127"/>
              </a:rPr>
              <a:t>,</a:t>
            </a:r>
            <a:r>
              <a:rPr lang="en-US" altLang="ko-KR" sz="2400" b="1">
                <a:solidFill>
                  <a:schemeClr val="folHlink"/>
                </a:solidFill>
                <a:latin typeface="Courier New" panose="02070309020205020404" pitchFamily="49" charset="0"/>
                <a:ea typeface="굴림" panose="020B0503020000020004" pitchFamily="34" charset="-127"/>
              </a:rPr>
              <a:t> __mult__</a:t>
            </a:r>
            <a:r>
              <a:rPr lang="en-US" altLang="ko-KR" sz="2400" b="1">
                <a:latin typeface="Courier New" panose="02070309020205020404" pitchFamily="49" charset="0"/>
                <a:ea typeface="굴림" panose="020B0503020000020004" pitchFamily="34" charset="-127"/>
              </a:rPr>
              <a:t>, ...</a:t>
            </a:r>
          </a:p>
          <a:p>
            <a:pPr lvl="1">
              <a:lnSpc>
                <a:spcPct val="130000"/>
              </a:lnSpc>
            </a:pPr>
            <a:r>
              <a:rPr lang="en-US" altLang="ko-KR" sz="2400">
                <a:ea typeface="굴림" panose="020B0503020000020004" pitchFamily="34" charset="-127"/>
              </a:rPr>
              <a:t>see python docs for more information</a:t>
            </a:r>
            <a:endParaRPr lang="en-US" altLang="ko-KR" sz="2400" b="1">
              <a:latin typeface="Courier New" panose="02070309020205020404" pitchFamily="49" charset="0"/>
              <a:ea typeface="굴림" panose="020B0503020000020004" pitchFamily="34" charset="-127"/>
            </a:endParaRPr>
          </a:p>
        </p:txBody>
      </p:sp>
    </p:spTree>
  </p:cSld>
  <p:clrMapOvr>
    <a:masterClrMapping/>
  </p:clrMapOvr>
  <p:transition advClick="0"/>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A8854F6B-AD9C-4FFA-A855-458FE974451C}"/>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(1)</a:t>
            </a:r>
          </a:p>
        </p:txBody>
      </p:sp>
      <p:sp>
        <p:nvSpPr>
          <p:cNvPr id="82947" name="Rectangle 3">
            <a:extLst>
              <a:ext uri="{FF2B5EF4-FFF2-40B4-BE49-F238E27FC236}">
                <a16:creationId xmlns:a16="http://schemas.microsoft.com/office/drawing/2014/main" id="{D9DCDAB5-7A69-4C95-916C-16B6EB24D7A8}"/>
              </a:ext>
            </a:extLst>
          </p:cNvPr>
          <p:cNvSpPr>
            <a:spLocks noGrp="1" noChangeArrowheads="1"/>
          </p:cNvSpPr>
          <p:nvPr>
            <p:ph type="body" idx="1"/>
          </p:nvPr>
        </p:nvSpPr>
        <p:spPr>
          <a:xfrm>
            <a:off x="958850" y="1387475"/>
            <a:ext cx="6981825" cy="3690938"/>
          </a:xfrm>
        </p:spPr>
        <p:txBody>
          <a:bodyPr/>
          <a:lstStyle/>
          <a:p>
            <a:pPr eaLnBrk="1" hangingPunct="1"/>
            <a:r>
              <a:rPr lang="en-US" altLang="ko-KR" sz="2400" b="1">
                <a:solidFill>
                  <a:schemeClr val="hlink"/>
                </a:solidFill>
                <a:latin typeface="Courier New" panose="02070309020205020404" pitchFamily="49" charset="0"/>
                <a:ea typeface="굴림" panose="020B0503020000020004" pitchFamily="34" charset="-127"/>
              </a:rPr>
              <a:t>if</a:t>
            </a:r>
            <a:r>
              <a:rPr lang="en-US" altLang="ko-KR" sz="2400" b="1">
                <a:latin typeface="Courier New" panose="02070309020205020404" pitchFamily="49" charset="0"/>
                <a:ea typeface="굴림" panose="020B0503020000020004" pitchFamily="34" charset="-127"/>
              </a:rPr>
              <a:t>, </a:t>
            </a:r>
            <a:r>
              <a:rPr lang="en-US" altLang="ko-KR" sz="2400" b="1">
                <a:solidFill>
                  <a:schemeClr val="hlink"/>
                </a:solidFill>
                <a:latin typeface="Courier New" panose="02070309020205020404" pitchFamily="49" charset="0"/>
                <a:ea typeface="굴림" panose="020B0503020000020004" pitchFamily="34" charset="-127"/>
              </a:rPr>
              <a:t>if</a:t>
            </a:r>
            <a:r>
              <a:rPr lang="en-US" altLang="ko-KR" sz="2400" b="1">
                <a:latin typeface="Courier New" panose="02070309020205020404" pitchFamily="49" charset="0"/>
                <a:ea typeface="굴림" panose="020B0503020000020004" pitchFamily="34" charset="-127"/>
              </a:rPr>
              <a:t>/</a:t>
            </a:r>
            <a:r>
              <a:rPr lang="en-US" altLang="ko-KR" sz="2400" b="1">
                <a:solidFill>
                  <a:schemeClr val="hlink"/>
                </a:solidFill>
                <a:latin typeface="Courier New" panose="02070309020205020404" pitchFamily="49" charset="0"/>
                <a:ea typeface="굴림" panose="020B0503020000020004" pitchFamily="34" charset="-127"/>
              </a:rPr>
              <a:t>else</a:t>
            </a:r>
            <a:r>
              <a:rPr lang="en-US" altLang="ko-KR" sz="2400" b="1">
                <a:latin typeface="Courier New" panose="02070309020205020404" pitchFamily="49" charset="0"/>
                <a:ea typeface="굴림" panose="020B0503020000020004" pitchFamily="34" charset="-127"/>
              </a:rPr>
              <a:t>, </a:t>
            </a:r>
            <a:r>
              <a:rPr lang="en-US" altLang="ko-KR" sz="2400" b="1">
                <a:solidFill>
                  <a:schemeClr val="hlink"/>
                </a:solidFill>
                <a:latin typeface="Courier New" panose="02070309020205020404" pitchFamily="49" charset="0"/>
                <a:ea typeface="굴림" panose="020B0503020000020004" pitchFamily="34" charset="-127"/>
              </a:rPr>
              <a:t>if</a:t>
            </a:r>
            <a:r>
              <a:rPr lang="en-US" altLang="ko-KR" sz="2400" b="1">
                <a:latin typeface="Courier New" panose="02070309020205020404" pitchFamily="49" charset="0"/>
                <a:ea typeface="굴림" panose="020B0503020000020004" pitchFamily="34" charset="-127"/>
              </a:rPr>
              <a:t>/</a:t>
            </a:r>
            <a:r>
              <a:rPr lang="en-US" altLang="ko-KR" sz="2400" b="1">
                <a:solidFill>
                  <a:schemeClr val="hlink"/>
                </a:solidFill>
                <a:latin typeface="Courier New" panose="02070309020205020404" pitchFamily="49" charset="0"/>
                <a:ea typeface="굴림" panose="020B0503020000020004" pitchFamily="34" charset="-127"/>
              </a:rPr>
              <a:t>elif</a:t>
            </a:r>
            <a:r>
              <a:rPr lang="en-US" altLang="ko-KR" sz="2400" b="1">
                <a:latin typeface="Courier New" panose="02070309020205020404" pitchFamily="49" charset="0"/>
                <a:ea typeface="굴림" panose="020B0503020000020004" pitchFamily="34" charset="-127"/>
              </a:rPr>
              <a:t>/</a:t>
            </a:r>
            <a:r>
              <a:rPr lang="en-US" altLang="ko-KR" sz="2400" b="1">
                <a:solidFill>
                  <a:schemeClr val="hlink"/>
                </a:solidFill>
                <a:latin typeface="Courier New" panose="02070309020205020404" pitchFamily="49" charset="0"/>
                <a:ea typeface="굴림" panose="020B0503020000020004" pitchFamily="34" charset="-127"/>
              </a:rPr>
              <a:t>else</a:t>
            </a:r>
          </a:p>
          <a:p>
            <a:pPr eaLnBrk="1" hangingPunct="1">
              <a:buFont typeface="Wingdings" panose="05000000000000000000" pitchFamily="2" charset="2"/>
              <a:buNone/>
            </a:pPr>
            <a:r>
              <a:rPr lang="en-US" altLang="ko-KR" sz="2400" b="1">
                <a:solidFill>
                  <a:schemeClr val="hlink"/>
                </a:solidFill>
                <a:latin typeface="Courier New" panose="02070309020205020404" pitchFamily="49" charset="0"/>
                <a:ea typeface="굴림" panose="020B0503020000020004" pitchFamily="34" charset="-127"/>
              </a:rPr>
              <a:t>  if</a:t>
            </a:r>
            <a:r>
              <a:rPr lang="en-US" altLang="ko-KR" sz="2400" b="1">
                <a:solidFill>
                  <a:schemeClr val="folHlink"/>
                </a:solidFill>
                <a:latin typeface="Courier New" panose="02070309020205020404" pitchFamily="49" charset="0"/>
                <a:ea typeface="굴림" panose="020B0503020000020004" pitchFamily="34" charset="-127"/>
              </a:rPr>
              <a:t> a == 0:</a:t>
            </a:r>
          </a:p>
          <a:p>
            <a:pPr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      print "zero!"</a:t>
            </a:r>
          </a:p>
          <a:p>
            <a:pPr eaLnBrk="1" hangingPunct="1">
              <a:buFont typeface="Wingdings" panose="05000000000000000000" pitchFamily="2" charset="2"/>
              <a:buNone/>
            </a:pPr>
            <a:r>
              <a:rPr lang="en-US" altLang="ko-KR" sz="2400" b="1">
                <a:solidFill>
                  <a:schemeClr val="hlink"/>
                </a:solidFill>
                <a:latin typeface="Courier New" panose="02070309020205020404" pitchFamily="49" charset="0"/>
                <a:ea typeface="굴림" panose="020B0503020000020004" pitchFamily="34" charset="-127"/>
              </a:rPr>
              <a:t>  elif</a:t>
            </a:r>
            <a:r>
              <a:rPr lang="en-US" altLang="ko-KR" sz="2400" b="1">
                <a:solidFill>
                  <a:schemeClr val="folHlink"/>
                </a:solidFill>
                <a:latin typeface="Courier New" panose="02070309020205020404" pitchFamily="49" charset="0"/>
                <a:ea typeface="굴림" panose="020B0503020000020004" pitchFamily="34" charset="-127"/>
              </a:rPr>
              <a:t> a &lt; 0:</a:t>
            </a:r>
          </a:p>
          <a:p>
            <a:pPr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      print "negative!"</a:t>
            </a:r>
          </a:p>
          <a:p>
            <a:pPr eaLnBrk="1" hangingPunct="1">
              <a:buFont typeface="Wingdings" panose="05000000000000000000" pitchFamily="2" charset="2"/>
              <a:buNone/>
            </a:pPr>
            <a:r>
              <a:rPr lang="en-US" altLang="ko-KR" sz="2400" b="1">
                <a:solidFill>
                  <a:schemeClr val="hlink"/>
                </a:solidFill>
                <a:latin typeface="Courier New" panose="02070309020205020404" pitchFamily="49" charset="0"/>
                <a:ea typeface="굴림" panose="020B0503020000020004" pitchFamily="34" charset="-127"/>
              </a:rPr>
              <a:t>  else</a:t>
            </a:r>
            <a:r>
              <a:rPr lang="en-US" altLang="ko-KR" sz="2400" b="1">
                <a:solidFill>
                  <a:schemeClr val="folHlink"/>
                </a:solidFill>
                <a:latin typeface="Courier New" panose="02070309020205020404" pitchFamily="49" charset="0"/>
                <a:ea typeface="굴림" panose="020B0503020000020004" pitchFamily="34" charset="-127"/>
              </a:rPr>
              <a:t>:</a:t>
            </a:r>
          </a:p>
          <a:p>
            <a:pPr eaLnBrk="1" hangingPunct="1">
              <a:buFont typeface="Wingdings" panose="05000000000000000000" pitchFamily="2" charset="2"/>
              <a:buNone/>
            </a:pPr>
            <a:r>
              <a:rPr lang="en-US" altLang="ko-KR" sz="2400" b="1">
                <a:solidFill>
                  <a:schemeClr val="folHlink"/>
                </a:solidFill>
                <a:latin typeface="Courier New" panose="02070309020205020404" pitchFamily="49" charset="0"/>
                <a:ea typeface="굴림" panose="020B0503020000020004" pitchFamily="34" charset="-127"/>
              </a:rPr>
              <a:t>      print "positive!"</a:t>
            </a:r>
          </a:p>
        </p:txBody>
      </p:sp>
      <p:sp>
        <p:nvSpPr>
          <p:cNvPr id="4" name="Rectangle 3">
            <a:extLst>
              <a:ext uri="{FF2B5EF4-FFF2-40B4-BE49-F238E27FC236}">
                <a16:creationId xmlns:a16="http://schemas.microsoft.com/office/drawing/2014/main" id="{4E9FD230-6888-4AAA-8C24-A8BDBAFE542D}"/>
              </a:ext>
            </a:extLst>
          </p:cNvPr>
          <p:cNvSpPr txBox="1">
            <a:spLocks noChangeArrowheads="1"/>
          </p:cNvSpPr>
          <p:nvPr/>
        </p:nvSpPr>
        <p:spPr bwMode="auto">
          <a:xfrm>
            <a:off x="693738" y="4824413"/>
            <a:ext cx="8102600" cy="1646237"/>
          </a:xfrm>
          <a:prstGeom prst="rect">
            <a:avLst/>
          </a:prstGeom>
          <a:noFill/>
          <a:ln w="9525">
            <a:noFill/>
            <a:miter lim="800000"/>
            <a:headEnd/>
            <a:tailEnd/>
          </a:ln>
        </p:spPr>
        <p:txBody>
          <a:bodyPr/>
          <a:lstStyle/>
          <a:p>
            <a:pPr marL="342900" indent="-342900">
              <a:lnSpc>
                <a:spcPct val="140000"/>
              </a:lnSpc>
              <a:spcBef>
                <a:spcPct val="20000"/>
              </a:spcBef>
              <a:spcAft>
                <a:spcPct val="20000"/>
              </a:spcAft>
              <a:buClr>
                <a:srgbClr val="336699"/>
              </a:buClr>
              <a:buSzPct val="115000"/>
              <a:buFont typeface="Wingdings" pitchFamily="2" charset="2"/>
              <a:buChar char="§"/>
              <a:defRPr/>
            </a:pPr>
            <a:r>
              <a:rPr lang="en-US" altLang="ko-KR" sz="2000" kern="0" dirty="0">
                <a:solidFill>
                  <a:srgbClr val="003366"/>
                </a:solidFill>
                <a:latin typeface="+mn-lt"/>
                <a:ea typeface="굴림" pitchFamily="34" charset="-127"/>
                <a:cs typeface="+mn-cs"/>
              </a:rPr>
              <a:t>Notes:</a:t>
            </a:r>
          </a:p>
          <a:p>
            <a:pPr marL="742950" lvl="1" indent="-285750">
              <a:lnSpc>
                <a:spcPct val="140000"/>
              </a:lnSpc>
              <a:spcBef>
                <a:spcPct val="20000"/>
              </a:spcBef>
              <a:spcAft>
                <a:spcPct val="20000"/>
              </a:spcAft>
              <a:buClr>
                <a:srgbClr val="6699CC"/>
              </a:buClr>
              <a:buSzPct val="125000"/>
              <a:buFontTx/>
              <a:buChar char="•"/>
              <a:defRPr/>
            </a:pPr>
            <a:r>
              <a:rPr lang="en-US" altLang="ko-KR" sz="2000" kern="0" dirty="0">
                <a:solidFill>
                  <a:srgbClr val="335F89"/>
                </a:solidFill>
                <a:latin typeface="+mn-lt"/>
                <a:ea typeface="굴림" pitchFamily="34" charset="-127"/>
                <a:cs typeface="+mn-cs"/>
              </a:rPr>
              <a:t>blocks delimited by indentation!</a:t>
            </a:r>
          </a:p>
          <a:p>
            <a:pPr marL="742950" lvl="1" indent="-285750">
              <a:lnSpc>
                <a:spcPct val="140000"/>
              </a:lnSpc>
              <a:spcBef>
                <a:spcPct val="20000"/>
              </a:spcBef>
              <a:spcAft>
                <a:spcPct val="20000"/>
              </a:spcAft>
              <a:buClr>
                <a:srgbClr val="6699CC"/>
              </a:buClr>
              <a:buSzPct val="125000"/>
              <a:buFontTx/>
              <a:buChar char="•"/>
              <a:defRPr/>
            </a:pPr>
            <a:r>
              <a:rPr lang="en-US" altLang="ko-KR" sz="2000" kern="0" dirty="0">
                <a:solidFill>
                  <a:srgbClr val="335F89"/>
                </a:solidFill>
                <a:latin typeface="+mn-lt"/>
                <a:ea typeface="굴림" pitchFamily="34" charset="-127"/>
                <a:cs typeface="+mn-cs"/>
              </a:rPr>
              <a:t>colon (</a:t>
            </a:r>
            <a:r>
              <a:rPr lang="en-US" altLang="ko-KR" sz="2000" kern="0" dirty="0">
                <a:solidFill>
                  <a:schemeClr val="folHlink"/>
                </a:solidFill>
                <a:latin typeface="+mn-lt"/>
                <a:ea typeface="굴림" pitchFamily="34" charset="-127"/>
                <a:cs typeface="+mn-cs"/>
              </a:rPr>
              <a:t>:</a:t>
            </a:r>
            <a:r>
              <a:rPr lang="en-US" altLang="ko-KR" sz="2000" kern="0" dirty="0">
                <a:solidFill>
                  <a:srgbClr val="335F89"/>
                </a:solidFill>
                <a:latin typeface="+mn-lt"/>
                <a:ea typeface="굴림" pitchFamily="34" charset="-127"/>
                <a:cs typeface="+mn-cs"/>
              </a:rPr>
              <a:t>) used at end of lines containing control flow keywords</a:t>
            </a:r>
          </a:p>
        </p:txBody>
      </p:sp>
    </p:spTree>
  </p:cSld>
  <p:clrMapOvr>
    <a:masterClrMapping/>
  </p:clrMapOvr>
  <p:transition advClick="0"/>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6A22AA0-0987-477C-8D39-D5A445034B0B}"/>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(3)</a:t>
            </a:r>
          </a:p>
        </p:txBody>
      </p:sp>
      <p:sp>
        <p:nvSpPr>
          <p:cNvPr id="83971" name="Rectangle 3">
            <a:extLst>
              <a:ext uri="{FF2B5EF4-FFF2-40B4-BE49-F238E27FC236}">
                <a16:creationId xmlns:a16="http://schemas.microsoft.com/office/drawing/2014/main" id="{51DC7D85-2CBC-4740-829C-0015F9696A8D}"/>
              </a:ext>
            </a:extLst>
          </p:cNvPr>
          <p:cNvSpPr>
            <a:spLocks noGrp="1" noChangeArrowheads="1"/>
          </p:cNvSpPr>
          <p:nvPr>
            <p:ph type="body" idx="1"/>
          </p:nvPr>
        </p:nvSpPr>
        <p:spPr>
          <a:xfrm>
            <a:off x="915988" y="1925638"/>
            <a:ext cx="7285037" cy="4114800"/>
          </a:xfrm>
        </p:spPr>
        <p:txBody>
          <a:bodyPr/>
          <a:lstStyle/>
          <a:p>
            <a:pPr eaLnBrk="1" hangingPunct="1"/>
            <a:r>
              <a:rPr lang="en-US" altLang="ko-KR" sz="3600" b="1">
                <a:solidFill>
                  <a:schemeClr val="hlink"/>
                </a:solidFill>
                <a:latin typeface="Courier New" panose="02070309020205020404" pitchFamily="49" charset="0"/>
                <a:ea typeface="굴림" panose="020B0503020000020004" pitchFamily="34" charset="-127"/>
              </a:rPr>
              <a:t>while</a:t>
            </a:r>
            <a:r>
              <a:rPr lang="en-US" altLang="ko-KR" sz="3600" b="1">
                <a:latin typeface="Courier New" panose="02070309020205020404" pitchFamily="49" charset="0"/>
                <a:ea typeface="굴림" panose="020B0503020000020004" pitchFamily="34" charset="-127"/>
              </a:rPr>
              <a:t> </a:t>
            </a:r>
            <a:r>
              <a:rPr lang="en-US" altLang="ko-KR" sz="3600">
                <a:ea typeface="굴림" panose="020B0503020000020004" pitchFamily="34" charset="-127"/>
              </a:rPr>
              <a:t>loops</a:t>
            </a:r>
          </a:p>
          <a:p>
            <a:pPr eaLnBrk="1" hangingPunct="1">
              <a:buFont typeface="Wingdings" panose="05000000000000000000" pitchFamily="2" charset="2"/>
              <a:buNone/>
            </a:pPr>
            <a:endParaRPr lang="en-US" altLang="ko-KR" sz="3600">
              <a:ea typeface="굴림" panose="020B0503020000020004" pitchFamily="34" charset="-127"/>
            </a:endParaRP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a = 10</a:t>
            </a:r>
          </a:p>
          <a:p>
            <a:pPr eaLnBrk="1" hangingPunct="1">
              <a:buFont typeface="Wingdings" panose="05000000000000000000" pitchFamily="2" charset="2"/>
              <a:buNone/>
            </a:pPr>
            <a:r>
              <a:rPr lang="en-US" altLang="ko-KR" sz="3600" b="1">
                <a:solidFill>
                  <a:schemeClr val="hlink"/>
                </a:solidFill>
                <a:latin typeface="Courier New" panose="02070309020205020404" pitchFamily="49" charset="0"/>
                <a:ea typeface="굴림" panose="020B0503020000020004" pitchFamily="34" charset="-127"/>
              </a:rPr>
              <a:t>  while</a:t>
            </a:r>
            <a:r>
              <a:rPr lang="en-US" altLang="ko-KR" sz="3600" b="1">
                <a:solidFill>
                  <a:schemeClr val="folHlink"/>
                </a:solidFill>
                <a:latin typeface="Courier New" panose="02070309020205020404" pitchFamily="49" charset="0"/>
                <a:ea typeface="굴림" panose="020B0503020000020004" pitchFamily="34" charset="-127"/>
              </a:rPr>
              <a:t> a &gt; 0:</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print a</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a -= 1</a:t>
            </a:r>
            <a:endParaRPr lang="en-US" altLang="ko-KR" sz="4000">
              <a:solidFill>
                <a:schemeClr val="folHlink"/>
              </a:solidFill>
              <a:ea typeface="굴림" panose="020B0503020000020004" pitchFamily="34" charset="-127"/>
            </a:endParaRPr>
          </a:p>
        </p:txBody>
      </p:sp>
    </p:spTree>
  </p:cSld>
  <p:clrMapOvr>
    <a:masterClrMapping/>
  </p:clrMapOvr>
  <p:transition advClick="0"/>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47E88B4-9302-49FD-B795-DC2BB8A1F202}"/>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(4)</a:t>
            </a:r>
          </a:p>
        </p:txBody>
      </p:sp>
      <p:sp>
        <p:nvSpPr>
          <p:cNvPr id="84995" name="Rectangle 3">
            <a:extLst>
              <a:ext uri="{FF2B5EF4-FFF2-40B4-BE49-F238E27FC236}">
                <a16:creationId xmlns:a16="http://schemas.microsoft.com/office/drawing/2014/main" id="{0EAF8955-4DE9-4A8F-8977-A6D2803BEACA}"/>
              </a:ext>
            </a:extLst>
          </p:cNvPr>
          <p:cNvSpPr>
            <a:spLocks noGrp="1" noChangeArrowheads="1"/>
          </p:cNvSpPr>
          <p:nvPr>
            <p:ph type="body" idx="1"/>
          </p:nvPr>
        </p:nvSpPr>
        <p:spPr>
          <a:xfrm>
            <a:off x="1171575" y="1846263"/>
            <a:ext cx="6881813" cy="4114800"/>
          </a:xfrm>
        </p:spPr>
        <p:txBody>
          <a:bodyPr/>
          <a:lstStyle/>
          <a:p>
            <a:pPr eaLnBrk="1" hangingPunct="1"/>
            <a:r>
              <a:rPr lang="en-US" altLang="ko-KR" sz="3600" b="1">
                <a:solidFill>
                  <a:schemeClr val="hlink"/>
                </a:solidFill>
                <a:latin typeface="Courier New" panose="02070309020205020404" pitchFamily="49" charset="0"/>
                <a:ea typeface="굴림" panose="020B0503020000020004" pitchFamily="34" charset="-127"/>
              </a:rPr>
              <a:t>for</a:t>
            </a:r>
            <a:r>
              <a:rPr lang="en-US" altLang="ko-KR" sz="3600" b="1">
                <a:latin typeface="Courier New" panose="02070309020205020404" pitchFamily="49" charset="0"/>
                <a:ea typeface="굴림" panose="020B0503020000020004" pitchFamily="34" charset="-127"/>
              </a:rPr>
              <a:t> </a:t>
            </a:r>
            <a:r>
              <a:rPr lang="en-US" altLang="ko-KR" sz="3600">
                <a:ea typeface="굴림" panose="020B0503020000020004" pitchFamily="34" charset="-127"/>
              </a:rPr>
              <a:t>loops</a:t>
            </a:r>
          </a:p>
          <a:p>
            <a:pPr eaLnBrk="1" hangingPunct="1">
              <a:buFont typeface="Wingdings" panose="05000000000000000000" pitchFamily="2" charset="2"/>
              <a:buNone/>
            </a:pPr>
            <a:endParaRPr lang="en-US" altLang="ko-KR" sz="3600" b="1">
              <a:latin typeface="Courier New" panose="02070309020205020404" pitchFamily="49" charset="0"/>
              <a:ea typeface="굴림" panose="020B0503020000020004" pitchFamily="34" charset="-127"/>
            </a:endParaRPr>
          </a:p>
          <a:p>
            <a:pPr eaLnBrk="1" hangingPunct="1">
              <a:buFont typeface="Wingdings" panose="05000000000000000000" pitchFamily="2" charset="2"/>
              <a:buNone/>
            </a:pPr>
            <a:r>
              <a:rPr lang="en-US" altLang="ko-KR" sz="3600" b="1">
                <a:solidFill>
                  <a:schemeClr val="hlink"/>
                </a:solidFill>
                <a:latin typeface="Courier New" panose="02070309020205020404" pitchFamily="49" charset="0"/>
                <a:ea typeface="굴림" panose="020B0503020000020004" pitchFamily="34" charset="-127"/>
              </a:rPr>
              <a:t>  for</a:t>
            </a: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a in range(10):</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print a</a:t>
            </a:r>
          </a:p>
          <a:p>
            <a:pPr eaLnBrk="1" hangingPunct="1">
              <a:buFont typeface="Wingdings" panose="05000000000000000000" pitchFamily="2" charset="2"/>
              <a:buNone/>
            </a:pPr>
            <a:endParaRPr lang="en-US" altLang="ko-KR" sz="3600" b="1">
              <a:solidFill>
                <a:schemeClr val="folHlink"/>
              </a:solidFill>
              <a:latin typeface="Courier New" panose="02070309020205020404" pitchFamily="49" charset="0"/>
              <a:ea typeface="굴림" panose="020B0503020000020004" pitchFamily="34" charset="-127"/>
            </a:endParaRPr>
          </a:p>
          <a:p>
            <a:pPr eaLnBrk="1" hangingPunct="1"/>
            <a:r>
              <a:rPr lang="en-US" altLang="ko-KR" sz="3600">
                <a:ea typeface="굴림" panose="020B0503020000020004" pitchFamily="34" charset="-127"/>
              </a:rPr>
              <a:t>really a "foreach" loop</a:t>
            </a:r>
          </a:p>
        </p:txBody>
      </p:sp>
    </p:spTree>
  </p:cSld>
  <p:clrMapOvr>
    <a:masterClrMapping/>
  </p:clrMapOvr>
  <p:transition advClick="0"/>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775B3906-A176-45CE-BBE8-1E8A85106D43}"/>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(5)</a:t>
            </a:r>
          </a:p>
        </p:txBody>
      </p:sp>
      <p:sp>
        <p:nvSpPr>
          <p:cNvPr id="86019" name="Rectangle 3">
            <a:extLst>
              <a:ext uri="{FF2B5EF4-FFF2-40B4-BE49-F238E27FC236}">
                <a16:creationId xmlns:a16="http://schemas.microsoft.com/office/drawing/2014/main" id="{11F16F01-88BE-43BE-BD4A-5228E23AE97F}"/>
              </a:ext>
            </a:extLst>
          </p:cNvPr>
          <p:cNvSpPr>
            <a:spLocks noGrp="1" noChangeArrowheads="1"/>
          </p:cNvSpPr>
          <p:nvPr>
            <p:ph type="body" idx="1"/>
          </p:nvPr>
        </p:nvSpPr>
        <p:spPr>
          <a:xfrm>
            <a:off x="766763" y="1947863"/>
            <a:ext cx="7772400" cy="4114800"/>
          </a:xfrm>
        </p:spPr>
        <p:txBody>
          <a:bodyPr/>
          <a:lstStyle/>
          <a:p>
            <a:pPr eaLnBrk="1" hangingPunct="1"/>
            <a:r>
              <a:rPr lang="en-US" altLang="ko-KR" sz="3600">
                <a:ea typeface="굴림" panose="020B0503020000020004" pitchFamily="34" charset="-127"/>
              </a:rPr>
              <a:t>Common </a:t>
            </a:r>
            <a:r>
              <a:rPr lang="en-US" altLang="ko-KR" sz="3600" b="1">
                <a:solidFill>
                  <a:schemeClr val="hlink"/>
                </a:solidFill>
                <a:latin typeface="Courier New" panose="02070309020205020404" pitchFamily="49" charset="0"/>
                <a:ea typeface="굴림" panose="020B0503020000020004" pitchFamily="34" charset="-127"/>
              </a:rPr>
              <a:t>for</a:t>
            </a:r>
            <a:r>
              <a:rPr lang="en-US" altLang="ko-KR" sz="3600" b="1">
                <a:latin typeface="Courier New" panose="02070309020205020404" pitchFamily="49" charset="0"/>
                <a:ea typeface="굴림" panose="020B0503020000020004" pitchFamily="34" charset="-127"/>
              </a:rPr>
              <a:t> </a:t>
            </a:r>
            <a:r>
              <a:rPr lang="en-US" altLang="ko-KR" sz="3600">
                <a:ea typeface="굴림" panose="020B0503020000020004" pitchFamily="34" charset="-127"/>
              </a:rPr>
              <a:t>loop idiom:</a:t>
            </a:r>
          </a:p>
          <a:p>
            <a:pPr eaLnBrk="1" hangingPunct="1">
              <a:buFont typeface="Wingdings" panose="05000000000000000000" pitchFamily="2" charset="2"/>
              <a:buNone/>
            </a:pPr>
            <a:endParaRPr lang="en-US" altLang="ko-KR" sz="3600">
              <a:ea typeface="굴림" panose="020B0503020000020004" pitchFamily="34" charset="-127"/>
            </a:endParaRP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a = [3, 1, 4, 1, 5, 9]</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for i in range(len(a)):</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print a[i]</a:t>
            </a:r>
          </a:p>
          <a:p>
            <a:pPr eaLnBrk="1" hangingPunct="1">
              <a:buFont typeface="Wingdings" panose="05000000000000000000" pitchFamily="2" charset="2"/>
              <a:buNone/>
            </a:pPr>
            <a:endParaRPr lang="ko-KR" altLang="en-US" sz="3600" b="1">
              <a:solidFill>
                <a:srgbClr val="008000"/>
              </a:solidFill>
              <a:latin typeface="Courier New" panose="02070309020205020404" pitchFamily="49" charset="0"/>
              <a:ea typeface="굴림" panose="020B0503020000020004" pitchFamily="34" charset="-127"/>
            </a:endParaRPr>
          </a:p>
        </p:txBody>
      </p:sp>
    </p:spTree>
  </p:cSld>
  <p:clrMapOvr>
    <a:masterClrMapping/>
  </p:clrMapOvr>
  <p:transition advClick="0"/>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4E2898FC-8ADD-49B3-99C5-A4419776122F}"/>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(6)</a:t>
            </a:r>
          </a:p>
        </p:txBody>
      </p:sp>
      <p:sp>
        <p:nvSpPr>
          <p:cNvPr id="87043" name="Rectangle 3">
            <a:extLst>
              <a:ext uri="{FF2B5EF4-FFF2-40B4-BE49-F238E27FC236}">
                <a16:creationId xmlns:a16="http://schemas.microsoft.com/office/drawing/2014/main" id="{B91DA22C-AC87-4AC4-8F70-E3B5DD083686}"/>
              </a:ext>
            </a:extLst>
          </p:cNvPr>
          <p:cNvSpPr>
            <a:spLocks noGrp="1" noChangeArrowheads="1"/>
          </p:cNvSpPr>
          <p:nvPr>
            <p:ph type="body" idx="1"/>
          </p:nvPr>
        </p:nvSpPr>
        <p:spPr>
          <a:xfrm>
            <a:off x="622300" y="1778000"/>
            <a:ext cx="8043863" cy="4114800"/>
          </a:xfrm>
        </p:spPr>
        <p:txBody>
          <a:bodyPr/>
          <a:lstStyle/>
          <a:p>
            <a:pPr eaLnBrk="1" hangingPunct="1"/>
            <a:r>
              <a:rPr lang="en-US" altLang="ko-KR">
                <a:ea typeface="굴림" panose="020B0503020000020004" pitchFamily="34" charset="-127"/>
              </a:rPr>
              <a:t>Common </a:t>
            </a:r>
            <a:r>
              <a:rPr lang="en-US" altLang="ko-KR" b="1">
                <a:solidFill>
                  <a:schemeClr val="hlink"/>
                </a:solidFill>
                <a:latin typeface="Courier New" panose="02070309020205020404" pitchFamily="49" charset="0"/>
                <a:ea typeface="굴림" panose="020B0503020000020004" pitchFamily="34" charset="-127"/>
              </a:rPr>
              <a:t>while</a:t>
            </a:r>
            <a:r>
              <a:rPr lang="en-US" altLang="ko-KR" b="1">
                <a:latin typeface="Courier New" panose="02070309020205020404" pitchFamily="49" charset="0"/>
                <a:ea typeface="굴림" panose="020B0503020000020004" pitchFamily="34" charset="-127"/>
              </a:rPr>
              <a:t> </a:t>
            </a:r>
            <a:r>
              <a:rPr lang="en-US" altLang="ko-KR">
                <a:ea typeface="굴림" panose="020B0503020000020004" pitchFamily="34" charset="-127"/>
              </a:rPr>
              <a:t>loop idiom:</a:t>
            </a:r>
          </a:p>
          <a:p>
            <a:pPr eaLnBrk="1" hangingPunct="1">
              <a:buFont typeface="Wingdings" panose="05000000000000000000" pitchFamily="2" charset="2"/>
              <a:buNone/>
            </a:pPr>
            <a:r>
              <a:rPr lang="en-US" altLang="ko-KR" b="1">
                <a:latin typeface="Courier New" panose="02070309020205020404" pitchFamily="49" charset="0"/>
                <a:ea typeface="굴림" panose="020B0503020000020004" pitchFamily="34" charset="-127"/>
              </a:rPr>
              <a:t>  </a:t>
            </a:r>
            <a:r>
              <a:rPr lang="en-US" altLang="ko-KR" b="1">
                <a:solidFill>
                  <a:schemeClr val="folHlink"/>
                </a:solidFill>
                <a:latin typeface="Courier New" panose="02070309020205020404" pitchFamily="49" charset="0"/>
                <a:ea typeface="굴림" panose="020B0503020000020004" pitchFamily="34" charset="-127"/>
              </a:rPr>
              <a:t>f = open(filename, "r")</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while True:</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line = f.readline()</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if not line:</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a:t>
            </a:r>
            <a:r>
              <a:rPr lang="en-US" altLang="ko-KR" b="1">
                <a:solidFill>
                  <a:schemeClr val="hlink"/>
                </a:solidFill>
                <a:latin typeface="Courier New" panose="02070309020205020404" pitchFamily="49" charset="0"/>
                <a:ea typeface="굴림" panose="020B0503020000020004" pitchFamily="34" charset="-127"/>
              </a:rPr>
              <a:t>break</a:t>
            </a:r>
          </a:p>
          <a:p>
            <a:pPr eaLnBrk="1" hangingPunct="1">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      # do something with line</a:t>
            </a:r>
          </a:p>
        </p:txBody>
      </p:sp>
    </p:spTree>
  </p:cSld>
  <p:clrMapOvr>
    <a:masterClrMapping/>
  </p:clrMapOvr>
  <p:transition advClick="0"/>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E58B16AD-2209-42F1-91E6-DBD0A5CC873F}"/>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Control flow (7): odds &amp; ends</a:t>
            </a:r>
          </a:p>
        </p:txBody>
      </p:sp>
      <p:sp>
        <p:nvSpPr>
          <p:cNvPr id="88067" name="Rectangle 3">
            <a:extLst>
              <a:ext uri="{FF2B5EF4-FFF2-40B4-BE49-F238E27FC236}">
                <a16:creationId xmlns:a16="http://schemas.microsoft.com/office/drawing/2014/main" id="{9FFFAB88-5F4D-41DD-BB37-BA797287DFC9}"/>
              </a:ext>
            </a:extLst>
          </p:cNvPr>
          <p:cNvSpPr>
            <a:spLocks noGrp="1" noChangeArrowheads="1"/>
          </p:cNvSpPr>
          <p:nvPr>
            <p:ph type="body" idx="1"/>
          </p:nvPr>
        </p:nvSpPr>
        <p:spPr>
          <a:xfrm>
            <a:off x="708025" y="1971675"/>
            <a:ext cx="7772400" cy="4114800"/>
          </a:xfrm>
        </p:spPr>
        <p:txBody>
          <a:bodyPr/>
          <a:lstStyle/>
          <a:p>
            <a:pPr eaLnBrk="1" hangingPunct="1"/>
            <a:r>
              <a:rPr lang="en-US" altLang="ko-KR" sz="3600" b="1">
                <a:solidFill>
                  <a:schemeClr val="hlink"/>
                </a:solidFill>
                <a:latin typeface="Courier New" panose="02070309020205020404" pitchFamily="49" charset="0"/>
                <a:ea typeface="굴림" panose="020B0503020000020004" pitchFamily="34" charset="-127"/>
              </a:rPr>
              <a:t>continue</a:t>
            </a:r>
            <a:r>
              <a:rPr lang="en-US" altLang="ko-KR" sz="3600" b="1">
                <a:latin typeface="Courier New" panose="02070309020205020404" pitchFamily="49" charset="0"/>
                <a:ea typeface="굴림" panose="020B0503020000020004" pitchFamily="34" charset="-127"/>
              </a:rPr>
              <a:t> </a:t>
            </a:r>
            <a:r>
              <a:rPr lang="en-US" altLang="ko-KR" sz="3600">
                <a:ea typeface="굴림" panose="020B0503020000020004" pitchFamily="34" charset="-127"/>
              </a:rPr>
              <a:t>statement like in C</a:t>
            </a:r>
          </a:p>
          <a:p>
            <a:pPr eaLnBrk="1" hangingPunct="1"/>
            <a:r>
              <a:rPr lang="en-US" altLang="ko-KR" sz="3600" b="1">
                <a:solidFill>
                  <a:schemeClr val="hlink"/>
                </a:solidFill>
                <a:latin typeface="Courier New" panose="02070309020205020404" pitchFamily="49" charset="0"/>
                <a:ea typeface="굴림" panose="020B0503020000020004" pitchFamily="34" charset="-127"/>
              </a:rPr>
              <a:t>pass</a:t>
            </a:r>
            <a:r>
              <a:rPr lang="en-US" altLang="ko-KR" sz="3600">
                <a:ea typeface="굴림" panose="020B0503020000020004" pitchFamily="34" charset="-127"/>
              </a:rPr>
              <a:t> keyword:</a:t>
            </a: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if a == 0:</a:t>
            </a: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hlink"/>
                </a:solidFill>
                <a:latin typeface="Courier New" panose="02070309020205020404" pitchFamily="49" charset="0"/>
                <a:ea typeface="굴림" panose="020B0503020000020004" pitchFamily="34" charset="-127"/>
              </a:rPr>
              <a:t>pass</a:t>
            </a:r>
            <a:r>
              <a:rPr lang="en-US" altLang="ko-KR" sz="3600" b="1">
                <a:solidFill>
                  <a:schemeClr val="folHlink"/>
                </a:solidFill>
                <a:latin typeface="Courier New" panose="02070309020205020404" pitchFamily="49" charset="0"/>
                <a:ea typeface="굴림" panose="020B0503020000020004" pitchFamily="34" charset="-127"/>
              </a:rPr>
              <a:t>  # do nothing</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else:</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 whatever</a:t>
            </a:r>
          </a:p>
        </p:txBody>
      </p:sp>
    </p:spTree>
  </p:cSld>
  <p:clrMapOvr>
    <a:masterClrMapping/>
  </p:clrMapOvr>
  <p:transition advClick="0"/>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141AB14-63C0-4FA0-970C-80A471D014CC}"/>
              </a:ext>
            </a:extLst>
          </p:cNvPr>
          <p:cNvSpPr>
            <a:spLocks noGrp="1" noChangeArrowheads="1"/>
          </p:cNvSpPr>
          <p:nvPr>
            <p:ph type="title"/>
          </p:nvPr>
        </p:nvSpPr>
        <p:spPr/>
        <p:txBody>
          <a:bodyPr/>
          <a:lstStyle/>
          <a:p>
            <a:pPr eaLnBrk="1" hangingPunct="1"/>
            <a:r>
              <a:rPr lang="en-US" altLang="ko-KR">
                <a:ea typeface="굴림" panose="020B0503020000020004" pitchFamily="34" charset="-127"/>
              </a:rPr>
              <a:t>Defining functions</a:t>
            </a:r>
          </a:p>
        </p:txBody>
      </p:sp>
      <p:sp>
        <p:nvSpPr>
          <p:cNvPr id="89091" name="Rectangle 3">
            <a:extLst>
              <a:ext uri="{FF2B5EF4-FFF2-40B4-BE49-F238E27FC236}">
                <a16:creationId xmlns:a16="http://schemas.microsoft.com/office/drawing/2014/main" id="{566C5FCC-FB45-4F4F-B6EE-E0531C16DE86}"/>
              </a:ext>
            </a:extLst>
          </p:cNvPr>
          <p:cNvSpPr>
            <a:spLocks noGrp="1" noChangeArrowheads="1"/>
          </p:cNvSpPr>
          <p:nvPr>
            <p:ph type="body" idx="1"/>
          </p:nvPr>
        </p:nvSpPr>
        <p:spPr>
          <a:xfrm>
            <a:off x="1089025" y="1789113"/>
            <a:ext cx="6807200" cy="4114800"/>
          </a:xfrm>
          <a:noFill/>
        </p:spPr>
        <p:txBody>
          <a:bodyPr/>
          <a:lstStyle/>
          <a:p>
            <a:pPr eaLnBrk="1" hangingPunct="1">
              <a:buFont typeface="Wingdings" panose="05000000000000000000" pitchFamily="2" charset="2"/>
              <a:buNone/>
            </a:pPr>
            <a:r>
              <a:rPr lang="ko-KR" altLang="en-US" sz="3600" b="1">
                <a:solidFill>
                  <a:schemeClr val="hlink"/>
                </a:solidFill>
                <a:latin typeface="Courier New" panose="02070309020205020404" pitchFamily="49" charset="0"/>
                <a:ea typeface="굴림" panose="020B0503020000020004" pitchFamily="34" charset="-127"/>
              </a:rPr>
              <a:t>  </a:t>
            </a:r>
            <a:r>
              <a:rPr lang="en-US" altLang="ko-KR" sz="3600" b="1">
                <a:solidFill>
                  <a:schemeClr val="hlink"/>
                </a:solidFill>
                <a:latin typeface="Courier New" panose="02070309020205020404" pitchFamily="49" charset="0"/>
                <a:ea typeface="굴림" panose="020B0503020000020004" pitchFamily="34" charset="-127"/>
              </a:rPr>
              <a:t>def</a:t>
            </a:r>
            <a:r>
              <a:rPr lang="en-US" altLang="ko-KR" sz="3600" b="1">
                <a:solidFill>
                  <a:schemeClr val="folHlink"/>
                </a:solidFill>
                <a:latin typeface="Courier New" panose="02070309020205020404" pitchFamily="49" charset="0"/>
                <a:ea typeface="굴림" panose="020B0503020000020004" pitchFamily="34" charset="-127"/>
              </a:rPr>
              <a:t> foo(x):</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y = 10 * x + 2</a:t>
            </a: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hlink"/>
                </a:solidFill>
                <a:latin typeface="Courier New" panose="02070309020205020404" pitchFamily="49" charset="0"/>
                <a:ea typeface="굴림" panose="020B0503020000020004" pitchFamily="34" charset="-127"/>
              </a:rPr>
              <a:t>return</a:t>
            </a: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y</a:t>
            </a:r>
          </a:p>
          <a:p>
            <a:pPr eaLnBrk="1" hangingPunct="1"/>
            <a:r>
              <a:rPr lang="en-US" altLang="ko-KR" sz="3600">
                <a:ea typeface="굴림" panose="020B0503020000020004" pitchFamily="34" charset="-127"/>
              </a:rPr>
              <a:t>All variables are local unless specified as </a:t>
            </a:r>
            <a:r>
              <a:rPr lang="en-US" altLang="ko-KR" sz="3600" b="1">
                <a:solidFill>
                  <a:schemeClr val="folHlink"/>
                </a:solidFill>
                <a:latin typeface="Courier New" panose="02070309020205020404" pitchFamily="49" charset="0"/>
                <a:ea typeface="굴림" panose="020B0503020000020004" pitchFamily="34" charset="-127"/>
              </a:rPr>
              <a:t>global</a:t>
            </a:r>
          </a:p>
          <a:p>
            <a:pPr eaLnBrk="1" hangingPunct="1"/>
            <a:r>
              <a:rPr lang="en-US" altLang="ko-KR" sz="3600">
                <a:ea typeface="굴림" panose="020B0503020000020004" pitchFamily="34" charset="-127"/>
              </a:rPr>
              <a:t>Arguments passed by </a:t>
            </a:r>
            <a:r>
              <a:rPr lang="en-US" altLang="ko-KR" sz="3600">
                <a:solidFill>
                  <a:srgbClr val="FF0000"/>
                </a:solidFill>
                <a:ea typeface="굴림" panose="020B0503020000020004" pitchFamily="34" charset="-127"/>
              </a:rPr>
              <a:t>value</a:t>
            </a:r>
          </a:p>
        </p:txBody>
      </p:sp>
    </p:spTree>
  </p:cSld>
  <p:clrMapOvr>
    <a:masterClrMapping/>
  </p:clrMapOvr>
  <p:transition advClick="0"/>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68D18FF2-A377-40CF-B4F8-F6747209985E}"/>
              </a:ext>
            </a:extLst>
          </p:cNvPr>
          <p:cNvSpPr>
            <a:spLocks noGrp="1" noChangeArrowheads="1"/>
          </p:cNvSpPr>
          <p:nvPr>
            <p:ph type="title"/>
          </p:nvPr>
        </p:nvSpPr>
        <p:spPr/>
        <p:txBody>
          <a:bodyPr/>
          <a:lstStyle/>
          <a:p>
            <a:pPr eaLnBrk="1" hangingPunct="1"/>
            <a:r>
              <a:rPr lang="en-US" altLang="ko-KR">
                <a:ea typeface="굴림" panose="020B0503020000020004" pitchFamily="34" charset="-127"/>
              </a:rPr>
              <a:t>Executing functions</a:t>
            </a:r>
          </a:p>
        </p:txBody>
      </p:sp>
      <p:sp>
        <p:nvSpPr>
          <p:cNvPr id="90115" name="Rectangle 3">
            <a:extLst>
              <a:ext uri="{FF2B5EF4-FFF2-40B4-BE49-F238E27FC236}">
                <a16:creationId xmlns:a16="http://schemas.microsoft.com/office/drawing/2014/main" id="{CD1B178C-39D2-4394-83E8-EFD47D992515}"/>
              </a:ext>
            </a:extLst>
          </p:cNvPr>
          <p:cNvSpPr>
            <a:spLocks noGrp="1" noChangeArrowheads="1"/>
          </p:cNvSpPr>
          <p:nvPr>
            <p:ph type="body" idx="1"/>
          </p:nvPr>
        </p:nvSpPr>
        <p:spPr>
          <a:xfrm>
            <a:off x="1076325" y="2220913"/>
            <a:ext cx="6964363" cy="4114800"/>
          </a:xfrm>
          <a:noFill/>
        </p:spPr>
        <p:txBody>
          <a:bodyPr/>
          <a:lstStyle/>
          <a:p>
            <a:pPr eaLnBrk="1" hangingPunct="1">
              <a:buFont typeface="Wingdings" panose="05000000000000000000" pitchFamily="2" charset="2"/>
              <a:buNone/>
            </a:pPr>
            <a:r>
              <a:rPr lang="en-US" altLang="ko-KR" sz="3600" b="1">
                <a:solidFill>
                  <a:schemeClr val="hlink"/>
                </a:solidFill>
                <a:latin typeface="Courier New" panose="02070309020205020404" pitchFamily="49" charset="0"/>
                <a:ea typeface="굴림" panose="020B0503020000020004" pitchFamily="34" charset="-127"/>
              </a:rPr>
              <a:t>def</a:t>
            </a:r>
            <a:r>
              <a:rPr lang="en-US" altLang="ko-KR" sz="3600" b="1">
                <a:solidFill>
                  <a:schemeClr val="folHlink"/>
                </a:solidFill>
                <a:latin typeface="Courier New" panose="02070309020205020404" pitchFamily="49" charset="0"/>
                <a:ea typeface="굴림" panose="020B0503020000020004" pitchFamily="34" charset="-127"/>
              </a:rPr>
              <a:t> foo(x):</a:t>
            </a: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    y = 10 * x + 2</a:t>
            </a:r>
          </a:p>
          <a:p>
            <a:pPr eaLnBrk="1" hangingPunct="1">
              <a:buFont typeface="Wingdings" panose="05000000000000000000" pitchFamily="2" charset="2"/>
              <a:buNone/>
            </a:pPr>
            <a:r>
              <a:rPr lang="en-US" altLang="ko-KR" sz="3600" b="1">
                <a:latin typeface="Courier New" panose="02070309020205020404" pitchFamily="49" charset="0"/>
                <a:ea typeface="굴림" panose="020B0503020000020004" pitchFamily="34" charset="-127"/>
              </a:rPr>
              <a:t>    </a:t>
            </a:r>
            <a:r>
              <a:rPr lang="en-US" altLang="ko-KR" sz="3600" b="1">
                <a:solidFill>
                  <a:schemeClr val="hlink"/>
                </a:solidFill>
                <a:latin typeface="Courier New" panose="02070309020205020404" pitchFamily="49" charset="0"/>
                <a:ea typeface="굴림" panose="020B0503020000020004" pitchFamily="34" charset="-127"/>
              </a:rPr>
              <a:t>return</a:t>
            </a:r>
            <a:r>
              <a:rPr lang="en-US" altLang="ko-KR" sz="3600" b="1">
                <a:latin typeface="Courier New" panose="02070309020205020404" pitchFamily="49" charset="0"/>
                <a:ea typeface="굴림" panose="020B0503020000020004" pitchFamily="34" charset="-127"/>
              </a:rPr>
              <a:t> </a:t>
            </a:r>
            <a:r>
              <a:rPr lang="en-US" altLang="ko-KR" sz="3600" b="1">
                <a:solidFill>
                  <a:schemeClr val="folHlink"/>
                </a:solidFill>
                <a:latin typeface="Courier New" panose="02070309020205020404" pitchFamily="49" charset="0"/>
                <a:ea typeface="굴림" panose="020B0503020000020004" pitchFamily="34" charset="-127"/>
              </a:rPr>
              <a:t>y</a:t>
            </a:r>
          </a:p>
          <a:p>
            <a:pPr eaLnBrk="1" hangingPunct="1">
              <a:buFont typeface="Wingdings" panose="05000000000000000000" pitchFamily="2" charset="2"/>
              <a:buNone/>
            </a:pPr>
            <a:endParaRPr lang="en-US" altLang="ko-KR" sz="3600" b="1">
              <a:latin typeface="Courier New" panose="02070309020205020404" pitchFamily="49" charset="0"/>
              <a:ea typeface="굴림" panose="020B0503020000020004" pitchFamily="34" charset="-127"/>
            </a:endParaRPr>
          </a:p>
          <a:p>
            <a:pPr eaLnBrk="1" hangingPunct="1">
              <a:buFont typeface="Wingdings" panose="05000000000000000000" pitchFamily="2" charset="2"/>
              <a:buNone/>
            </a:pPr>
            <a:r>
              <a:rPr lang="en-US" altLang="ko-KR" sz="3600" b="1">
                <a:solidFill>
                  <a:schemeClr val="folHlink"/>
                </a:solidFill>
                <a:latin typeface="Courier New" panose="02070309020205020404" pitchFamily="49" charset="0"/>
                <a:ea typeface="굴림" panose="020B0503020000020004" pitchFamily="34" charset="-127"/>
              </a:rPr>
              <a:t>print </a:t>
            </a:r>
            <a:r>
              <a:rPr lang="en-US" altLang="ko-KR" sz="3600" b="1">
                <a:solidFill>
                  <a:schemeClr val="hlink"/>
                </a:solidFill>
                <a:latin typeface="Courier New" panose="02070309020205020404" pitchFamily="49" charset="0"/>
                <a:ea typeface="굴림" panose="020B0503020000020004" pitchFamily="34" charset="-127"/>
              </a:rPr>
              <a:t>foo(10)</a:t>
            </a:r>
            <a:r>
              <a:rPr lang="en-US" altLang="ko-KR" sz="3600" b="1">
                <a:solidFill>
                  <a:schemeClr val="folHlink"/>
                </a:solidFill>
                <a:latin typeface="Courier New" panose="02070309020205020404" pitchFamily="49" charset="0"/>
                <a:ea typeface="굴림" panose="020B0503020000020004" pitchFamily="34" charset="-127"/>
              </a:rPr>
              <a:t>  # 102</a:t>
            </a:r>
          </a:p>
        </p:txBody>
      </p:sp>
    </p:spTree>
  </p:cSld>
  <p:clrMapOvr>
    <a:masterClrMapping/>
  </p:clrMapOvr>
  <p:transition advClick="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3212D4B-48A7-4DF1-AC52-50D963DD4826}"/>
              </a:ext>
            </a:extLst>
          </p:cNvPr>
          <p:cNvSpPr>
            <a:spLocks noGrp="1" noChangeArrowheads="1"/>
          </p:cNvSpPr>
          <p:nvPr>
            <p:ph type="title"/>
          </p:nvPr>
        </p:nvSpPr>
        <p:spPr/>
        <p:txBody>
          <a:bodyPr/>
          <a:lstStyle/>
          <a:p>
            <a:r>
              <a:rPr lang="en-US" altLang="en-US"/>
              <a:t>Why use modules?</a:t>
            </a:r>
          </a:p>
        </p:txBody>
      </p:sp>
      <p:sp>
        <p:nvSpPr>
          <p:cNvPr id="91139" name="Rectangle 3">
            <a:extLst>
              <a:ext uri="{FF2B5EF4-FFF2-40B4-BE49-F238E27FC236}">
                <a16:creationId xmlns:a16="http://schemas.microsoft.com/office/drawing/2014/main" id="{80BC42D6-D551-403D-B441-3B6AFF505F18}"/>
              </a:ext>
            </a:extLst>
          </p:cNvPr>
          <p:cNvSpPr>
            <a:spLocks noGrp="1" noChangeArrowheads="1"/>
          </p:cNvSpPr>
          <p:nvPr>
            <p:ph type="body" idx="1"/>
          </p:nvPr>
        </p:nvSpPr>
        <p:spPr>
          <a:xfrm>
            <a:off x="447675" y="1490663"/>
            <a:ext cx="8229600" cy="4525962"/>
          </a:xfrm>
        </p:spPr>
        <p:txBody>
          <a:bodyPr/>
          <a:lstStyle/>
          <a:p>
            <a:r>
              <a:rPr lang="en-US" altLang="en-US" sz="2400"/>
              <a:t>Code reuse</a:t>
            </a:r>
          </a:p>
          <a:p>
            <a:pPr lvl="1"/>
            <a:r>
              <a:rPr lang="en-US" altLang="en-US" sz="2400"/>
              <a:t>Routines can be called multiple times within a program</a:t>
            </a:r>
          </a:p>
          <a:p>
            <a:pPr lvl="1"/>
            <a:r>
              <a:rPr lang="en-US" altLang="en-US" sz="2400"/>
              <a:t>Routines can be used from multiple programs</a:t>
            </a:r>
          </a:p>
          <a:p>
            <a:r>
              <a:rPr lang="en-US" altLang="en-US" sz="2400"/>
              <a:t>Namespace partitioning</a:t>
            </a:r>
          </a:p>
          <a:p>
            <a:pPr lvl="1"/>
            <a:r>
              <a:rPr lang="en-US" altLang="en-US" sz="2400"/>
              <a:t>Group data together with functions used for that data</a:t>
            </a:r>
          </a:p>
          <a:p>
            <a:r>
              <a:rPr lang="en-US" altLang="en-US" sz="2400"/>
              <a:t>Implementing shared services or data</a:t>
            </a:r>
          </a:p>
          <a:p>
            <a:pPr lvl="1"/>
            <a:r>
              <a:rPr lang="en-US" altLang="en-US" sz="2400"/>
              <a:t>Can provide global data structure that is accessed by multiple subprograms</a:t>
            </a:r>
          </a:p>
        </p:txBody>
      </p:sp>
    </p:spTree>
  </p:cSld>
  <p:clrMapOvr>
    <a:masterClrMapping/>
  </p:clrMapOvr>
  <p:transition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348F641-C687-4BB5-9A55-A6831FC9F179}"/>
              </a:ext>
            </a:extLst>
          </p:cNvPr>
          <p:cNvSpPr>
            <a:spLocks noGrp="1" noChangeArrowheads="1"/>
          </p:cNvSpPr>
          <p:nvPr>
            <p:ph type="title"/>
          </p:nvPr>
        </p:nvSpPr>
        <p:spPr/>
        <p:txBody>
          <a:bodyPr/>
          <a:lstStyle/>
          <a:p>
            <a:r>
              <a:rPr lang="en-US" altLang="en-US"/>
              <a:t>Modules</a:t>
            </a:r>
          </a:p>
        </p:txBody>
      </p:sp>
      <p:sp>
        <p:nvSpPr>
          <p:cNvPr id="92163" name="Rectangle 3">
            <a:extLst>
              <a:ext uri="{FF2B5EF4-FFF2-40B4-BE49-F238E27FC236}">
                <a16:creationId xmlns:a16="http://schemas.microsoft.com/office/drawing/2014/main" id="{0F9157E7-4386-479E-87C7-A17288623A19}"/>
              </a:ext>
            </a:extLst>
          </p:cNvPr>
          <p:cNvSpPr>
            <a:spLocks noGrp="1" noChangeArrowheads="1"/>
          </p:cNvSpPr>
          <p:nvPr>
            <p:ph type="body" idx="1"/>
          </p:nvPr>
        </p:nvSpPr>
        <p:spPr>
          <a:xfrm>
            <a:off x="457200" y="1490663"/>
            <a:ext cx="8229600" cy="4525962"/>
          </a:xfrm>
        </p:spPr>
        <p:txBody>
          <a:bodyPr/>
          <a:lstStyle/>
          <a:p>
            <a:r>
              <a:rPr lang="en-US" altLang="en-US" sz="2400"/>
              <a:t>Modules are functions and variables defined in separate files</a:t>
            </a:r>
          </a:p>
          <a:p>
            <a:r>
              <a:rPr lang="en-US" altLang="en-US" sz="2400"/>
              <a:t>Items are imported using </a:t>
            </a:r>
            <a:r>
              <a:rPr lang="en-US" altLang="en-US" sz="2400">
                <a:solidFill>
                  <a:schemeClr val="accent2"/>
                </a:solidFill>
              </a:rPr>
              <a:t>from</a:t>
            </a:r>
            <a:r>
              <a:rPr lang="en-US" altLang="en-US" sz="2400"/>
              <a:t> or </a:t>
            </a:r>
            <a:r>
              <a:rPr lang="en-US" altLang="en-US" sz="2400">
                <a:solidFill>
                  <a:schemeClr val="accent2"/>
                </a:solidFill>
              </a:rPr>
              <a:t>import</a:t>
            </a:r>
          </a:p>
          <a:p>
            <a:pPr lvl="2"/>
            <a:r>
              <a:rPr lang="en-US" altLang="en-US">
                <a:solidFill>
                  <a:srgbClr val="3399FF"/>
                </a:solidFill>
              </a:rPr>
              <a:t>from module import function</a:t>
            </a:r>
          </a:p>
          <a:p>
            <a:pPr lvl="2"/>
            <a:r>
              <a:rPr lang="en-US" altLang="en-US">
                <a:solidFill>
                  <a:srgbClr val="3399FF"/>
                </a:solidFill>
              </a:rPr>
              <a:t>function()</a:t>
            </a:r>
          </a:p>
          <a:p>
            <a:pPr lvl="2"/>
            <a:endParaRPr lang="en-US" altLang="en-US">
              <a:solidFill>
                <a:srgbClr val="3399FF"/>
              </a:solidFill>
            </a:endParaRPr>
          </a:p>
          <a:p>
            <a:pPr lvl="2"/>
            <a:r>
              <a:rPr lang="en-US" altLang="en-US">
                <a:solidFill>
                  <a:srgbClr val="3399FF"/>
                </a:solidFill>
              </a:rPr>
              <a:t>import module</a:t>
            </a:r>
          </a:p>
          <a:p>
            <a:pPr lvl="2"/>
            <a:r>
              <a:rPr lang="en-US" altLang="en-US">
                <a:solidFill>
                  <a:srgbClr val="3399FF"/>
                </a:solidFill>
              </a:rPr>
              <a:t>module.function()</a:t>
            </a:r>
          </a:p>
          <a:p>
            <a:r>
              <a:rPr lang="en-US" altLang="en-US" sz="2400"/>
              <a:t>Modules are namespaces</a:t>
            </a:r>
          </a:p>
          <a:p>
            <a:pPr lvl="1"/>
            <a:r>
              <a:rPr lang="en-US" altLang="en-US" sz="2400"/>
              <a:t>Can be used to organize variable names, i.e.</a:t>
            </a:r>
          </a:p>
          <a:p>
            <a:pPr lvl="2"/>
            <a:r>
              <a:rPr lang="en-US" altLang="en-US"/>
              <a:t>atom.position = atom.position - molecule.position</a:t>
            </a:r>
          </a:p>
        </p:txBody>
      </p:sp>
    </p:spTree>
  </p:cSld>
  <p:clrMapOvr>
    <a:masterClrMapping/>
  </p:clrMapOvr>
  <p:transition advClick="0"/>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8196F6BD-9B22-4355-B681-918B27D5257D}"/>
              </a:ext>
            </a:extLst>
          </p:cNvPr>
          <p:cNvSpPr>
            <a:spLocks noGrp="1" noChangeArrowheads="1"/>
          </p:cNvSpPr>
          <p:nvPr>
            <p:ph type="title"/>
          </p:nvPr>
        </p:nvSpPr>
        <p:spPr/>
        <p:txBody>
          <a:bodyPr/>
          <a:lstStyle/>
          <a:p>
            <a:pPr eaLnBrk="1" hangingPunct="1"/>
            <a:r>
              <a:rPr lang="en-US" altLang="ko-KR">
                <a:ea typeface="굴림" panose="020B0503020000020004" pitchFamily="34" charset="-127"/>
              </a:rPr>
              <a:t>Modules</a:t>
            </a:r>
          </a:p>
        </p:txBody>
      </p:sp>
      <p:sp>
        <p:nvSpPr>
          <p:cNvPr id="93187" name="Rectangle 3">
            <a:extLst>
              <a:ext uri="{FF2B5EF4-FFF2-40B4-BE49-F238E27FC236}">
                <a16:creationId xmlns:a16="http://schemas.microsoft.com/office/drawing/2014/main" id="{B8CA5C5C-9FD1-45A9-AAA7-8AF58CCDB486}"/>
              </a:ext>
            </a:extLst>
          </p:cNvPr>
          <p:cNvSpPr>
            <a:spLocks noGrp="1" noChangeArrowheads="1"/>
          </p:cNvSpPr>
          <p:nvPr>
            <p:ph type="body" idx="1"/>
          </p:nvPr>
        </p:nvSpPr>
        <p:spPr>
          <a:xfrm>
            <a:off x="546100" y="1666875"/>
            <a:ext cx="8116888" cy="4114800"/>
          </a:xfrm>
          <a:noFill/>
        </p:spPr>
        <p:txBody>
          <a:bodyPr/>
          <a:lstStyle/>
          <a:p>
            <a:pPr eaLnBrk="1" hangingPunct="1">
              <a:lnSpc>
                <a:spcPct val="130000"/>
              </a:lnSpc>
            </a:pPr>
            <a:r>
              <a:rPr lang="en-US" altLang="ko-KR">
                <a:ea typeface="굴림" panose="020B0503020000020004" pitchFamily="34" charset="-127"/>
              </a:rPr>
              <a:t>Access other code by </a:t>
            </a:r>
            <a:r>
              <a:rPr lang="en-US" altLang="ko-KR" u="sng">
                <a:ea typeface="굴림" panose="020B0503020000020004" pitchFamily="34" charset="-127"/>
              </a:rPr>
              <a:t>importing modules</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import math</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math.sqrt(2.0)</a:t>
            </a:r>
          </a:p>
          <a:p>
            <a:pPr eaLnBrk="1" hangingPunct="1">
              <a:lnSpc>
                <a:spcPct val="130000"/>
              </a:lnSpc>
            </a:pPr>
            <a:r>
              <a:rPr lang="en-US" altLang="ko-KR">
                <a:ea typeface="굴림" panose="020B0503020000020004" pitchFamily="34" charset="-127"/>
              </a:rPr>
              <a:t>or:</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from math import sqrt</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sqrt(2.0)</a:t>
            </a:r>
          </a:p>
        </p:txBody>
      </p:sp>
    </p:spTree>
  </p:cSld>
  <p:clrMapOvr>
    <a:masterClrMapping/>
  </p:clrMapOvr>
  <p:transition advClick="0"/>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6A3FD93-C1E9-4B55-BA56-2A0086500404}"/>
              </a:ext>
            </a:extLst>
          </p:cNvPr>
          <p:cNvSpPr>
            <a:spLocks noGrp="1" noChangeArrowheads="1"/>
          </p:cNvSpPr>
          <p:nvPr>
            <p:ph type="title"/>
          </p:nvPr>
        </p:nvSpPr>
        <p:spPr/>
        <p:txBody>
          <a:bodyPr/>
          <a:lstStyle/>
          <a:p>
            <a:pPr eaLnBrk="1" hangingPunct="1"/>
            <a:r>
              <a:rPr lang="en-US" altLang="ko-KR">
                <a:ea typeface="굴림" panose="020B0503020000020004" pitchFamily="34" charset="-127"/>
              </a:rPr>
              <a:t>Modules</a:t>
            </a:r>
          </a:p>
        </p:txBody>
      </p:sp>
      <p:sp>
        <p:nvSpPr>
          <p:cNvPr id="94211" name="Rectangle 3">
            <a:extLst>
              <a:ext uri="{FF2B5EF4-FFF2-40B4-BE49-F238E27FC236}">
                <a16:creationId xmlns:a16="http://schemas.microsoft.com/office/drawing/2014/main" id="{1C16C7B2-D821-4410-8553-2ECBE54701EB}"/>
              </a:ext>
            </a:extLst>
          </p:cNvPr>
          <p:cNvSpPr>
            <a:spLocks noGrp="1" noChangeArrowheads="1"/>
          </p:cNvSpPr>
          <p:nvPr>
            <p:ph type="body" idx="1"/>
          </p:nvPr>
        </p:nvSpPr>
        <p:spPr>
          <a:xfrm>
            <a:off x="623888" y="1549400"/>
            <a:ext cx="8116887" cy="4114800"/>
          </a:xfrm>
          <a:noFill/>
        </p:spPr>
        <p:txBody>
          <a:bodyPr/>
          <a:lstStyle/>
          <a:p>
            <a:pPr eaLnBrk="1" hangingPunct="1">
              <a:lnSpc>
                <a:spcPct val="130000"/>
              </a:lnSpc>
            </a:pPr>
            <a:r>
              <a:rPr lang="en-US" altLang="ko-KR">
                <a:ea typeface="굴림" panose="020B0503020000020004" pitchFamily="34" charset="-127"/>
              </a:rPr>
              <a:t>or:</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from math import *</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print sqrt(2.0)</a:t>
            </a:r>
          </a:p>
          <a:p>
            <a:pPr eaLnBrk="1" hangingPunct="1">
              <a:lnSpc>
                <a:spcPct val="130000"/>
              </a:lnSpc>
            </a:pPr>
            <a:r>
              <a:rPr lang="en-US" altLang="ko-KR">
                <a:ea typeface="굴림" panose="020B0503020000020004" pitchFamily="34" charset="-127"/>
              </a:rPr>
              <a:t>Can import multiple modules on one line:</a:t>
            </a:r>
          </a:p>
          <a:p>
            <a:pPr lvl="1" eaLnBrk="1" hangingPunct="1">
              <a:lnSpc>
                <a:spcPct val="130000"/>
              </a:lnSpc>
              <a:buFont typeface="Wingdings" panose="05000000000000000000" pitchFamily="2" charset="2"/>
              <a:buNone/>
            </a:pPr>
            <a:r>
              <a:rPr lang="en-US" altLang="ko-KR" b="1">
                <a:solidFill>
                  <a:schemeClr val="folHlink"/>
                </a:solidFill>
                <a:latin typeface="Courier New" panose="02070309020205020404" pitchFamily="49" charset="0"/>
                <a:ea typeface="굴림" panose="020B0503020000020004" pitchFamily="34" charset="-127"/>
              </a:rPr>
              <a:t>import sys, string, math</a:t>
            </a:r>
          </a:p>
          <a:p>
            <a:pPr eaLnBrk="1" hangingPunct="1">
              <a:lnSpc>
                <a:spcPct val="130000"/>
              </a:lnSpc>
            </a:pPr>
            <a:r>
              <a:rPr lang="en-US" altLang="ko-KR">
                <a:ea typeface="굴림" panose="020B0503020000020004" pitchFamily="34" charset="-127"/>
              </a:rPr>
              <a:t>Only one "</a:t>
            </a:r>
            <a:r>
              <a:rPr lang="en-US" altLang="ko-KR" b="1">
                <a:solidFill>
                  <a:schemeClr val="folHlink"/>
                </a:solidFill>
                <a:latin typeface="Courier New" panose="02070309020205020404" pitchFamily="49" charset="0"/>
                <a:ea typeface="굴림" panose="020B0503020000020004" pitchFamily="34" charset="-127"/>
              </a:rPr>
              <a:t>from x import y</a:t>
            </a:r>
            <a:r>
              <a:rPr lang="en-US" altLang="ko-KR">
                <a:ea typeface="굴림" panose="020B0503020000020004" pitchFamily="34" charset="-127"/>
              </a:rPr>
              <a:t>" per line</a:t>
            </a:r>
          </a:p>
        </p:txBody>
      </p:sp>
    </p:spTree>
  </p:cSld>
  <p:clrMapOvr>
    <a:masterClrMapping/>
  </p:clrMapOvr>
  <p:transition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26">
            <a:extLst>
              <a:ext uri="{FF2B5EF4-FFF2-40B4-BE49-F238E27FC236}">
                <a16:creationId xmlns:a16="http://schemas.microsoft.com/office/drawing/2014/main" id="{60258C9D-4035-411C-87A9-54B881D18DF1}"/>
              </a:ext>
            </a:extLst>
          </p:cNvPr>
          <p:cNvSpPr>
            <a:spLocks noGrp="1" noChangeArrowheads="1"/>
          </p:cNvSpPr>
          <p:nvPr>
            <p:ph type="title"/>
          </p:nvPr>
        </p:nvSpPr>
        <p:spPr/>
        <p:txBody>
          <a:bodyPr/>
          <a:lstStyle/>
          <a:p>
            <a:r>
              <a:rPr lang="en-US" altLang="en-US"/>
              <a:t>Example: NumPy Modules</a:t>
            </a:r>
          </a:p>
        </p:txBody>
      </p:sp>
      <p:sp>
        <p:nvSpPr>
          <p:cNvPr id="95235" name="Rectangle 1027">
            <a:extLst>
              <a:ext uri="{FF2B5EF4-FFF2-40B4-BE49-F238E27FC236}">
                <a16:creationId xmlns:a16="http://schemas.microsoft.com/office/drawing/2014/main" id="{E86BFCF8-598D-426F-B8E8-47DA08CD33D6}"/>
              </a:ext>
            </a:extLst>
          </p:cNvPr>
          <p:cNvSpPr>
            <a:spLocks noGrp="1" noChangeArrowheads="1"/>
          </p:cNvSpPr>
          <p:nvPr>
            <p:ph type="body" idx="1"/>
          </p:nvPr>
        </p:nvSpPr>
        <p:spPr>
          <a:xfrm>
            <a:off x="665163" y="1371600"/>
            <a:ext cx="8229600" cy="4525963"/>
          </a:xfrm>
        </p:spPr>
        <p:txBody>
          <a:bodyPr/>
          <a:lstStyle/>
          <a:p>
            <a:r>
              <a:rPr lang="en-US" altLang="en-US" sz="2800"/>
              <a:t>http://numpy.scipy.org/</a:t>
            </a:r>
          </a:p>
          <a:p>
            <a:r>
              <a:rPr lang="en-US" altLang="en-US" sz="2000"/>
              <a:t>NumPy has many of the features of Matlab, in a free, multiplatform program. It also allows you to do intensive computing operations in a simple way</a:t>
            </a:r>
          </a:p>
          <a:p>
            <a:r>
              <a:rPr lang="en-US" altLang="en-US" sz="2000"/>
              <a:t>Numeric Module: Array Constructors</a:t>
            </a:r>
          </a:p>
          <a:p>
            <a:pPr lvl="1"/>
            <a:r>
              <a:rPr lang="en-US" altLang="en-US" sz="2000"/>
              <a:t>ones, zeros, identity</a:t>
            </a:r>
          </a:p>
          <a:p>
            <a:pPr lvl="1"/>
            <a:r>
              <a:rPr lang="en-US" altLang="en-US" sz="2000"/>
              <a:t>arrayrange</a:t>
            </a:r>
          </a:p>
          <a:p>
            <a:r>
              <a:rPr lang="en-US" altLang="en-US" sz="2000"/>
              <a:t>LinearAlgebra Module: Solvers</a:t>
            </a:r>
          </a:p>
          <a:p>
            <a:pPr lvl="1"/>
            <a:r>
              <a:rPr lang="en-US" altLang="en-US" sz="2000"/>
              <a:t>Singular Value Decomposition</a:t>
            </a:r>
          </a:p>
          <a:p>
            <a:pPr lvl="1"/>
            <a:r>
              <a:rPr lang="en-US" altLang="en-US" sz="2000"/>
              <a:t>Eigenvalue, Eigenvector</a:t>
            </a:r>
          </a:p>
          <a:p>
            <a:pPr lvl="1"/>
            <a:r>
              <a:rPr lang="en-US" altLang="en-US" sz="2000"/>
              <a:t>Inverse</a:t>
            </a:r>
          </a:p>
          <a:p>
            <a:pPr lvl="1"/>
            <a:r>
              <a:rPr lang="en-US" altLang="en-US" sz="2000"/>
              <a:t>Determinant</a:t>
            </a:r>
          </a:p>
          <a:p>
            <a:pPr lvl="1"/>
            <a:r>
              <a:rPr lang="en-US" altLang="en-US" sz="2000"/>
              <a:t>Linear System Solver</a:t>
            </a:r>
          </a:p>
        </p:txBody>
      </p:sp>
    </p:spTree>
  </p:cSld>
  <p:clrMapOvr>
    <a:masterClrMapping/>
  </p:clrMapOvr>
  <p:transition advClick="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955A087F-A2D4-4D5A-BBD5-351583A5093D}"/>
              </a:ext>
            </a:extLst>
          </p:cNvPr>
          <p:cNvSpPr>
            <a:spLocks noGrp="1" noChangeArrowheads="1"/>
          </p:cNvSpPr>
          <p:nvPr>
            <p:ph type="title"/>
          </p:nvPr>
        </p:nvSpPr>
        <p:spPr/>
        <p:txBody>
          <a:bodyPr/>
          <a:lstStyle/>
          <a:p>
            <a:r>
              <a:rPr lang="en-US" altLang="en-US"/>
              <a:t>Arrays and Constructors</a:t>
            </a:r>
          </a:p>
        </p:txBody>
      </p:sp>
      <p:sp>
        <p:nvSpPr>
          <p:cNvPr id="96259" name="Rectangle 3">
            <a:extLst>
              <a:ext uri="{FF2B5EF4-FFF2-40B4-BE49-F238E27FC236}">
                <a16:creationId xmlns:a16="http://schemas.microsoft.com/office/drawing/2014/main" id="{81D4A3D4-4C89-4C32-A809-755DD9A69F1A}"/>
              </a:ext>
            </a:extLst>
          </p:cNvPr>
          <p:cNvSpPr>
            <a:spLocks noGrp="1" noChangeArrowheads="1"/>
          </p:cNvSpPr>
          <p:nvPr>
            <p:ph type="body" idx="1"/>
          </p:nvPr>
        </p:nvSpPr>
        <p:spPr>
          <a:xfrm>
            <a:off x="487363" y="1431925"/>
            <a:ext cx="8229600" cy="4525963"/>
          </a:xfrm>
        </p:spPr>
        <p:txBody>
          <a:bodyPr/>
          <a:lstStyle/>
          <a:p>
            <a:pPr lvl="2"/>
            <a:r>
              <a:rPr lang="en-US" altLang="en-US" sz="2000"/>
              <a:t>&gt;&gt;&gt; a = </a:t>
            </a:r>
            <a:r>
              <a:rPr lang="en-US" altLang="en-US" sz="2000">
                <a:solidFill>
                  <a:schemeClr val="accent2"/>
                </a:solidFill>
              </a:rPr>
              <a:t>ones</a:t>
            </a:r>
            <a:r>
              <a:rPr lang="en-US" altLang="en-US" sz="2000"/>
              <a:t>((3,3),float)</a:t>
            </a:r>
          </a:p>
          <a:p>
            <a:pPr lvl="2"/>
            <a:r>
              <a:rPr lang="en-US" altLang="en-US" sz="2000"/>
              <a:t>&gt;&gt;&gt; print a</a:t>
            </a:r>
          </a:p>
          <a:p>
            <a:pPr lvl="2"/>
            <a:r>
              <a:rPr lang="en-US" altLang="en-US" sz="2000"/>
              <a:t>[[1., 1., 1.],</a:t>
            </a:r>
          </a:p>
          <a:p>
            <a:pPr lvl="2"/>
            <a:r>
              <a:rPr lang="en-US" altLang="en-US" sz="2000"/>
              <a:t> [1., 1., 1.],</a:t>
            </a:r>
          </a:p>
          <a:p>
            <a:pPr lvl="2"/>
            <a:r>
              <a:rPr lang="en-US" altLang="en-US" sz="2000"/>
              <a:t> [1., 1., 1.]]</a:t>
            </a:r>
          </a:p>
          <a:p>
            <a:pPr lvl="2"/>
            <a:r>
              <a:rPr lang="en-US" altLang="en-US" sz="2000"/>
              <a:t>&gt;&gt;&gt; b = zeros((3,3),float)</a:t>
            </a:r>
          </a:p>
          <a:p>
            <a:pPr lvl="2"/>
            <a:r>
              <a:rPr lang="en-US" altLang="en-US" sz="2000"/>
              <a:t>&gt;&gt;&gt; b = b + 2.*</a:t>
            </a:r>
            <a:r>
              <a:rPr lang="en-US" altLang="en-US" sz="2000">
                <a:solidFill>
                  <a:schemeClr val="accent2"/>
                </a:solidFill>
              </a:rPr>
              <a:t>identity</a:t>
            </a:r>
            <a:r>
              <a:rPr lang="en-US" altLang="en-US" sz="2000"/>
              <a:t>(3) </a:t>
            </a:r>
            <a:r>
              <a:rPr lang="en-US" altLang="en-US" sz="2000">
                <a:solidFill>
                  <a:schemeClr val="hlink"/>
                </a:solidFill>
              </a:rPr>
              <a:t>#"+" is overloaded</a:t>
            </a:r>
          </a:p>
          <a:p>
            <a:pPr lvl="2"/>
            <a:r>
              <a:rPr lang="en-US" altLang="en-US" sz="2000"/>
              <a:t>&gt;&gt;&gt; c = a + b</a:t>
            </a:r>
          </a:p>
          <a:p>
            <a:pPr lvl="2"/>
            <a:r>
              <a:rPr lang="en-US" altLang="en-US" sz="2000"/>
              <a:t>&gt;&gt;&gt; print c </a:t>
            </a:r>
          </a:p>
          <a:p>
            <a:pPr lvl="2"/>
            <a:r>
              <a:rPr lang="en-US" altLang="en-US" sz="2000"/>
              <a:t>[[3., 1., 1.],</a:t>
            </a:r>
          </a:p>
          <a:p>
            <a:pPr lvl="2"/>
            <a:r>
              <a:rPr lang="en-US" altLang="en-US" sz="2000"/>
              <a:t> [1., 3., 1.],</a:t>
            </a:r>
          </a:p>
          <a:p>
            <a:pPr lvl="2"/>
            <a:r>
              <a:rPr lang="en-US" altLang="en-US" sz="2000"/>
              <a:t> [1., 1., 3.]]</a:t>
            </a:r>
          </a:p>
        </p:txBody>
      </p:sp>
    </p:spTree>
  </p:cSld>
  <p:clrMapOvr>
    <a:masterClrMapping/>
  </p:clrMapOvr>
  <p:transition advClick="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BEB70631-104D-467E-BE94-7BE39E731A6C}"/>
              </a:ext>
            </a:extLst>
          </p:cNvPr>
          <p:cNvSpPr>
            <a:spLocks noGrp="1" noChangeArrowheads="1"/>
          </p:cNvSpPr>
          <p:nvPr>
            <p:ph type="title"/>
          </p:nvPr>
        </p:nvSpPr>
        <p:spPr/>
        <p:txBody>
          <a:bodyPr/>
          <a:lstStyle/>
          <a:p>
            <a:r>
              <a:rPr lang="en-US" altLang="en-US"/>
              <a:t>Overloaded operators</a:t>
            </a:r>
          </a:p>
        </p:txBody>
      </p:sp>
      <p:sp>
        <p:nvSpPr>
          <p:cNvPr id="97283" name="Rectangle 3">
            <a:extLst>
              <a:ext uri="{FF2B5EF4-FFF2-40B4-BE49-F238E27FC236}">
                <a16:creationId xmlns:a16="http://schemas.microsoft.com/office/drawing/2014/main" id="{23E2A1B8-F4B1-4FA6-B9C1-F203F69F7522}"/>
              </a:ext>
            </a:extLst>
          </p:cNvPr>
          <p:cNvSpPr>
            <a:spLocks noGrp="1" noChangeArrowheads="1"/>
          </p:cNvSpPr>
          <p:nvPr>
            <p:ph type="body" idx="1"/>
          </p:nvPr>
        </p:nvSpPr>
        <p:spPr>
          <a:xfrm>
            <a:off x="457200" y="1500188"/>
            <a:ext cx="8378825" cy="4751387"/>
          </a:xfrm>
        </p:spPr>
        <p:txBody>
          <a:bodyPr/>
          <a:lstStyle/>
          <a:p>
            <a:pPr lvl="2"/>
            <a:r>
              <a:rPr lang="en-US" altLang="en-US" sz="2000"/>
              <a:t>&gt;&gt;&gt; b = 2.*ones((2,2),float) </a:t>
            </a:r>
            <a:r>
              <a:rPr lang="en-US" altLang="en-US" sz="2000">
                <a:solidFill>
                  <a:schemeClr val="hlink"/>
                </a:solidFill>
              </a:rPr>
              <a:t>#overloaded</a:t>
            </a:r>
          </a:p>
          <a:p>
            <a:pPr lvl="2"/>
            <a:r>
              <a:rPr lang="en-US" altLang="en-US" sz="2000"/>
              <a:t>&gt;&gt;&gt; print b</a:t>
            </a:r>
          </a:p>
          <a:p>
            <a:pPr lvl="2"/>
            <a:r>
              <a:rPr lang="en-US" altLang="en-US" sz="2000"/>
              <a:t>[[2.,2.],</a:t>
            </a:r>
          </a:p>
          <a:p>
            <a:pPr lvl="2"/>
            <a:r>
              <a:rPr lang="en-US" altLang="en-US" sz="2000"/>
              <a:t> [2.,2.]]</a:t>
            </a:r>
          </a:p>
          <a:p>
            <a:pPr lvl="2"/>
            <a:r>
              <a:rPr lang="en-US" altLang="en-US" sz="2000"/>
              <a:t>&gt;&gt;&gt; b = b+1   </a:t>
            </a:r>
            <a:r>
              <a:rPr lang="en-US" altLang="en-US" sz="2000">
                <a:solidFill>
                  <a:schemeClr val="hlink"/>
                </a:solidFill>
              </a:rPr>
              <a:t># Addition of a scalar is</a:t>
            </a:r>
            <a:r>
              <a:rPr lang="en-US" altLang="en-US" sz="2000"/>
              <a:t> </a:t>
            </a:r>
          </a:p>
          <a:p>
            <a:pPr lvl="2"/>
            <a:r>
              <a:rPr lang="en-US" altLang="en-US" sz="2000"/>
              <a:t>&gt;&gt;&gt; print b   </a:t>
            </a:r>
            <a:r>
              <a:rPr lang="en-US" altLang="en-US" sz="2000">
                <a:solidFill>
                  <a:schemeClr val="hlink"/>
                </a:solidFill>
              </a:rPr>
              <a:t>#   element-by-element</a:t>
            </a:r>
          </a:p>
          <a:p>
            <a:pPr lvl="2"/>
            <a:r>
              <a:rPr lang="en-US" altLang="en-US" sz="2000"/>
              <a:t>[[3.,3.],</a:t>
            </a:r>
          </a:p>
          <a:p>
            <a:pPr lvl="2"/>
            <a:r>
              <a:rPr lang="en-US" altLang="en-US" sz="2000"/>
              <a:t> [3.,3.]]</a:t>
            </a:r>
          </a:p>
          <a:p>
            <a:pPr lvl="2"/>
            <a:r>
              <a:rPr lang="en-US" altLang="en-US" sz="2000"/>
              <a:t>&gt;&gt;&gt; c = 2.*b  </a:t>
            </a:r>
            <a:r>
              <a:rPr lang="en-US" altLang="en-US" sz="2000">
                <a:solidFill>
                  <a:schemeClr val="hlink"/>
                </a:solidFill>
              </a:rPr>
              <a:t># Multiplication by a scalar is</a:t>
            </a:r>
          </a:p>
          <a:p>
            <a:pPr lvl="2"/>
            <a:r>
              <a:rPr lang="en-US" altLang="en-US" sz="2000"/>
              <a:t>&gt;&gt;&gt; print c   </a:t>
            </a:r>
            <a:r>
              <a:rPr lang="en-US" altLang="en-US" sz="2000">
                <a:solidFill>
                  <a:schemeClr val="hlink"/>
                </a:solidFill>
              </a:rPr>
              <a:t>#   element-by-element</a:t>
            </a:r>
          </a:p>
          <a:p>
            <a:pPr lvl="2"/>
            <a:r>
              <a:rPr lang="en-US" altLang="en-US" sz="2000"/>
              <a:t>[[6.,6.],</a:t>
            </a:r>
          </a:p>
          <a:p>
            <a:pPr lvl="2"/>
            <a:r>
              <a:rPr lang="en-US" altLang="en-US" sz="2000"/>
              <a:t> [6.,6.]]</a:t>
            </a:r>
          </a:p>
        </p:txBody>
      </p:sp>
    </p:spTree>
  </p:cSld>
  <p:clrMapOvr>
    <a:masterClrMapping/>
  </p:clrMapOvr>
  <p:transition advClick="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AA1F436D-EFC2-4F39-A3D8-0471CFBCE407}"/>
              </a:ext>
            </a:extLst>
          </p:cNvPr>
          <p:cNvSpPr>
            <a:spLocks noGrp="1" noChangeArrowheads="1"/>
          </p:cNvSpPr>
          <p:nvPr>
            <p:ph type="title"/>
          </p:nvPr>
        </p:nvSpPr>
        <p:spPr/>
        <p:txBody>
          <a:bodyPr/>
          <a:lstStyle/>
          <a:p>
            <a:r>
              <a:rPr lang="en-US" altLang="en-US"/>
              <a:t>Array functions</a:t>
            </a:r>
          </a:p>
        </p:txBody>
      </p:sp>
      <p:sp>
        <p:nvSpPr>
          <p:cNvPr id="98307" name="Rectangle 3">
            <a:extLst>
              <a:ext uri="{FF2B5EF4-FFF2-40B4-BE49-F238E27FC236}">
                <a16:creationId xmlns:a16="http://schemas.microsoft.com/office/drawing/2014/main" id="{343B9956-5327-4E85-8EBF-7AF89A36CFB9}"/>
              </a:ext>
            </a:extLst>
          </p:cNvPr>
          <p:cNvSpPr>
            <a:spLocks noGrp="1" noChangeArrowheads="1"/>
          </p:cNvSpPr>
          <p:nvPr>
            <p:ph type="body" idx="1"/>
          </p:nvPr>
        </p:nvSpPr>
        <p:spPr>
          <a:xfrm>
            <a:off x="407988" y="1381125"/>
            <a:ext cx="8229600" cy="4525963"/>
          </a:xfrm>
        </p:spPr>
        <p:txBody>
          <a:bodyPr/>
          <a:lstStyle/>
          <a:p>
            <a:pPr lvl="2"/>
            <a:r>
              <a:rPr lang="en-US" altLang="en-US" sz="2000"/>
              <a:t>&gt;&gt;&gt; from LinearAlgebra import *</a:t>
            </a:r>
          </a:p>
          <a:p>
            <a:pPr lvl="2"/>
            <a:r>
              <a:rPr lang="en-US" altLang="en-US" sz="2000"/>
              <a:t>&gt;&gt;&gt; a = zeros((3,3),float) + 2.*identity(3)</a:t>
            </a:r>
          </a:p>
          <a:p>
            <a:pPr lvl="2"/>
            <a:r>
              <a:rPr lang="en-US" altLang="en-US" sz="2000"/>
              <a:t>&gt;&gt;&gt; print </a:t>
            </a:r>
            <a:r>
              <a:rPr lang="en-US" altLang="en-US" sz="2000">
                <a:solidFill>
                  <a:schemeClr val="accent2"/>
                </a:solidFill>
              </a:rPr>
              <a:t>inverse</a:t>
            </a:r>
            <a:r>
              <a:rPr lang="en-US" altLang="en-US" sz="2000"/>
              <a:t>(a)</a:t>
            </a:r>
          </a:p>
          <a:p>
            <a:pPr lvl="2"/>
            <a:r>
              <a:rPr lang="en-US" altLang="en-US" sz="2000"/>
              <a:t>[[0.5, 0., 0.],</a:t>
            </a:r>
          </a:p>
          <a:p>
            <a:pPr lvl="2"/>
            <a:r>
              <a:rPr lang="en-US" altLang="en-US" sz="2000"/>
              <a:t> [0., 0.5, 0.],</a:t>
            </a:r>
          </a:p>
          <a:p>
            <a:pPr lvl="2"/>
            <a:r>
              <a:rPr lang="en-US" altLang="en-US" sz="2000"/>
              <a:t> [0., 0., 0.5]]</a:t>
            </a:r>
          </a:p>
          <a:p>
            <a:pPr lvl="2"/>
            <a:r>
              <a:rPr lang="en-US" altLang="en-US" sz="2000"/>
              <a:t>&gt;&gt;&gt; print </a:t>
            </a:r>
            <a:r>
              <a:rPr lang="en-US" altLang="en-US" sz="2000">
                <a:solidFill>
                  <a:schemeClr val="accent2"/>
                </a:solidFill>
              </a:rPr>
              <a:t>determinant</a:t>
            </a:r>
            <a:r>
              <a:rPr lang="en-US" altLang="en-US" sz="2000"/>
              <a:t>(inverse(a))</a:t>
            </a:r>
          </a:p>
          <a:p>
            <a:pPr lvl="2"/>
            <a:r>
              <a:rPr lang="en-US" altLang="en-US" sz="2000"/>
              <a:t>0.125</a:t>
            </a:r>
          </a:p>
          <a:p>
            <a:pPr lvl="2"/>
            <a:r>
              <a:rPr lang="en-US" altLang="en-US" sz="2000"/>
              <a:t>&gt;&gt;&gt; print </a:t>
            </a:r>
            <a:r>
              <a:rPr lang="en-US" altLang="en-US" sz="2000">
                <a:solidFill>
                  <a:schemeClr val="accent2"/>
                </a:solidFill>
              </a:rPr>
              <a:t>diagonal</a:t>
            </a:r>
            <a:r>
              <a:rPr lang="en-US" altLang="en-US" sz="2000"/>
              <a:t>(a)</a:t>
            </a:r>
          </a:p>
          <a:p>
            <a:pPr lvl="2"/>
            <a:r>
              <a:rPr lang="en-US" altLang="en-US" sz="2000"/>
              <a:t>[0.5,0.5,0.5]</a:t>
            </a:r>
          </a:p>
          <a:p>
            <a:pPr lvl="2"/>
            <a:r>
              <a:rPr lang="en-US" altLang="en-US" sz="2000"/>
              <a:t>&gt;&gt;&gt; print diagonal(a,1)</a:t>
            </a:r>
          </a:p>
          <a:p>
            <a:pPr lvl="2"/>
            <a:r>
              <a:rPr lang="en-US" altLang="en-US" sz="2000"/>
              <a:t>[0.,0.]</a:t>
            </a:r>
          </a:p>
          <a:p>
            <a:pPr lvl="1"/>
            <a:r>
              <a:rPr lang="en-US" altLang="en-US" sz="2000"/>
              <a:t>transpose(a), argsort(), dot()</a:t>
            </a:r>
          </a:p>
        </p:txBody>
      </p:sp>
    </p:spTree>
  </p:cSld>
  <p:clrMapOvr>
    <a:masterClrMapping/>
  </p:clrMapOvr>
  <p:transition advClick="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DE89A719-5FBE-4CAE-B44A-3414AC5D5493}"/>
              </a:ext>
            </a:extLst>
          </p:cNvPr>
          <p:cNvSpPr>
            <a:spLocks noGrp="1" noChangeArrowheads="1"/>
          </p:cNvSpPr>
          <p:nvPr>
            <p:ph type="title"/>
          </p:nvPr>
        </p:nvSpPr>
        <p:spPr/>
        <p:txBody>
          <a:bodyPr/>
          <a:lstStyle/>
          <a:p>
            <a:r>
              <a:rPr lang="en-US" altLang="en-US"/>
              <a:t>Eigenvalues</a:t>
            </a:r>
          </a:p>
        </p:txBody>
      </p:sp>
      <p:sp>
        <p:nvSpPr>
          <p:cNvPr id="99331" name="Rectangle 3">
            <a:extLst>
              <a:ext uri="{FF2B5EF4-FFF2-40B4-BE49-F238E27FC236}">
                <a16:creationId xmlns:a16="http://schemas.microsoft.com/office/drawing/2014/main" id="{EBA30DB1-FB42-42F9-A878-CA74D92921CE}"/>
              </a:ext>
            </a:extLst>
          </p:cNvPr>
          <p:cNvSpPr>
            <a:spLocks noGrp="1" noChangeArrowheads="1"/>
          </p:cNvSpPr>
          <p:nvPr>
            <p:ph type="body" idx="1"/>
          </p:nvPr>
        </p:nvSpPr>
        <p:spPr>
          <a:xfrm>
            <a:off x="447675" y="1670050"/>
            <a:ext cx="8229600" cy="4525963"/>
          </a:xfrm>
        </p:spPr>
        <p:txBody>
          <a:bodyPr/>
          <a:lstStyle/>
          <a:p>
            <a:pPr lvl="2"/>
            <a:r>
              <a:rPr lang="en-US" altLang="en-US" sz="2000"/>
              <a:t>&gt;&gt;&gt; from </a:t>
            </a:r>
            <a:r>
              <a:rPr lang="en-US" altLang="en-US" sz="2000">
                <a:solidFill>
                  <a:schemeClr val="accent2"/>
                </a:solidFill>
              </a:rPr>
              <a:t>LinearAlgebra</a:t>
            </a:r>
            <a:r>
              <a:rPr lang="en-US" altLang="en-US" sz="2000"/>
              <a:t> import *</a:t>
            </a:r>
          </a:p>
          <a:p>
            <a:pPr lvl="2"/>
            <a:r>
              <a:rPr lang="en-US" altLang="en-US" sz="2000"/>
              <a:t>&gt;&gt;&gt; val = </a:t>
            </a:r>
            <a:r>
              <a:rPr lang="en-US" altLang="en-US" sz="2000">
                <a:solidFill>
                  <a:schemeClr val="accent2"/>
                </a:solidFill>
              </a:rPr>
              <a:t>eigenvalues</a:t>
            </a:r>
            <a:r>
              <a:rPr lang="en-US" altLang="en-US" sz="2000"/>
              <a:t>(c)</a:t>
            </a:r>
          </a:p>
          <a:p>
            <a:pPr lvl="2"/>
            <a:r>
              <a:rPr lang="en-US" altLang="en-US" sz="2000"/>
              <a:t>&gt;&gt;&gt; val, vec = </a:t>
            </a:r>
            <a:r>
              <a:rPr lang="en-US" altLang="en-US" sz="2000">
                <a:solidFill>
                  <a:schemeClr val="accent2"/>
                </a:solidFill>
              </a:rPr>
              <a:t>eigenvectors</a:t>
            </a:r>
            <a:r>
              <a:rPr lang="en-US" altLang="en-US" sz="2000"/>
              <a:t>(c)</a:t>
            </a:r>
          </a:p>
          <a:p>
            <a:pPr lvl="2"/>
            <a:r>
              <a:rPr lang="en-US" altLang="en-US" sz="2000"/>
              <a:t>&gt;&gt;&gt; print val</a:t>
            </a:r>
          </a:p>
          <a:p>
            <a:pPr lvl="2"/>
            <a:r>
              <a:rPr lang="en-US" altLang="en-US" sz="2000"/>
              <a:t>[1., 4., 1.]</a:t>
            </a:r>
          </a:p>
          <a:p>
            <a:pPr lvl="2"/>
            <a:r>
              <a:rPr lang="en-US" altLang="en-US" sz="2000"/>
              <a:t>&gt;&gt;&gt; print vec</a:t>
            </a:r>
          </a:p>
          <a:p>
            <a:pPr lvl="2"/>
            <a:r>
              <a:rPr lang="en-US" altLang="en-US" sz="2000"/>
              <a:t>[[0.816, -0.408, -0.408],</a:t>
            </a:r>
          </a:p>
          <a:p>
            <a:pPr lvl="2"/>
            <a:r>
              <a:rPr lang="en-US" altLang="en-US" sz="2000"/>
              <a:t> [0.575, 0.577, 0.577],</a:t>
            </a:r>
          </a:p>
          <a:p>
            <a:pPr lvl="2"/>
            <a:r>
              <a:rPr lang="en-US" altLang="en-US" sz="2000"/>
              <a:t> [-0.324, -0.487, 0.811]]</a:t>
            </a:r>
          </a:p>
          <a:p>
            <a:pPr lvl="1"/>
            <a:r>
              <a:rPr lang="en-US" altLang="en-US" sz="2000"/>
              <a:t>also solve_linear_equations, singular_value_decomposition, etc.</a:t>
            </a:r>
          </a:p>
        </p:txBody>
      </p:sp>
    </p:spTree>
  </p:cSld>
  <p:clrMapOvr>
    <a:masterClrMapping/>
  </p:clrMapOvr>
  <p:transition advClick="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D1CF3542-1B1B-4BC1-A7F1-C87B25DA0075}"/>
              </a:ext>
            </a:extLst>
          </p:cNvPr>
          <p:cNvSpPr>
            <a:spLocks noGrp="1" noChangeArrowheads="1"/>
          </p:cNvSpPr>
          <p:nvPr>
            <p:ph type="title"/>
          </p:nvPr>
        </p:nvSpPr>
        <p:spPr/>
        <p:txBody>
          <a:bodyPr/>
          <a:lstStyle/>
          <a:p>
            <a:r>
              <a:rPr lang="en-US" altLang="en-US"/>
              <a:t>Least Squares Fitting</a:t>
            </a:r>
          </a:p>
        </p:txBody>
      </p:sp>
      <p:sp>
        <p:nvSpPr>
          <p:cNvPr id="100355" name="Rectangle 3">
            <a:extLst>
              <a:ext uri="{FF2B5EF4-FFF2-40B4-BE49-F238E27FC236}">
                <a16:creationId xmlns:a16="http://schemas.microsoft.com/office/drawing/2014/main" id="{CC95CC30-C2C0-4384-B01D-C11482C82660}"/>
              </a:ext>
            </a:extLst>
          </p:cNvPr>
          <p:cNvSpPr>
            <a:spLocks noGrp="1" noChangeArrowheads="1"/>
          </p:cNvSpPr>
          <p:nvPr>
            <p:ph type="body" idx="1"/>
          </p:nvPr>
        </p:nvSpPr>
        <p:spPr>
          <a:xfrm>
            <a:off x="387350" y="1322388"/>
            <a:ext cx="8239125" cy="4651375"/>
          </a:xfrm>
        </p:spPr>
        <p:txBody>
          <a:bodyPr/>
          <a:lstStyle/>
          <a:p>
            <a:r>
              <a:rPr lang="en-US" altLang="en-US" sz="2800"/>
              <a:t>Part of Hinsen's Scientific Python module</a:t>
            </a:r>
          </a:p>
          <a:p>
            <a:pPr lvl="2"/>
            <a:r>
              <a:rPr lang="en-US" altLang="en-US" sz="2000"/>
              <a:t>&gt;&gt;&gt; from </a:t>
            </a:r>
            <a:r>
              <a:rPr lang="en-US" altLang="en-US" sz="2000">
                <a:solidFill>
                  <a:schemeClr val="accent2"/>
                </a:solidFill>
              </a:rPr>
              <a:t>LeastSquares</a:t>
            </a:r>
            <a:r>
              <a:rPr lang="en-US" altLang="en-US" sz="2000"/>
              <a:t> import *</a:t>
            </a:r>
          </a:p>
          <a:p>
            <a:pPr lvl="2"/>
            <a:r>
              <a:rPr lang="en-US" altLang="en-US" sz="2000"/>
              <a:t>&gt;&gt;&gt; def func(params,x): # y=ax^2+bx+c</a:t>
            </a:r>
          </a:p>
          <a:p>
            <a:pPr lvl="2"/>
            <a:r>
              <a:rPr lang="en-US" altLang="en-US" sz="2000"/>
              <a:t>		return params[0]*x*x + params[1]*x +</a:t>
            </a:r>
          </a:p>
          <a:p>
            <a:pPr lvl="2"/>
            <a:r>
              <a:rPr lang="en-US" altLang="en-US" sz="2000"/>
              <a:t>               params[2]</a:t>
            </a:r>
          </a:p>
          <a:p>
            <a:pPr lvl="2"/>
            <a:r>
              <a:rPr lang="en-US" altLang="en-US" sz="2000"/>
              <a:t>&gt;&gt;&gt; data = []</a:t>
            </a:r>
          </a:p>
          <a:p>
            <a:pPr lvl="2"/>
            <a:r>
              <a:rPr lang="en-US" altLang="en-US" sz="2000"/>
              <a:t>&gt;&gt;&gt; for i in range(10):</a:t>
            </a:r>
          </a:p>
          <a:p>
            <a:pPr lvl="2"/>
            <a:r>
              <a:rPr lang="en-US" altLang="en-US" sz="2000"/>
              <a:t>		data.append((i,i*i))</a:t>
            </a:r>
          </a:p>
          <a:p>
            <a:pPr lvl="2"/>
            <a:r>
              <a:rPr lang="en-US" altLang="en-US" sz="2000"/>
              <a:t>&gt;&gt;&gt; guess = (3,2,1)</a:t>
            </a:r>
          </a:p>
          <a:p>
            <a:pPr lvl="2"/>
            <a:r>
              <a:rPr lang="en-US" altLang="en-US" sz="2000"/>
              <a:t>&gt;&gt;&gt; fit_params, fit_error = </a:t>
            </a:r>
          </a:p>
          <a:p>
            <a:pPr lvl="2"/>
            <a:r>
              <a:rPr lang="en-US" altLang="en-US" sz="2000"/>
              <a:t>		</a:t>
            </a:r>
            <a:r>
              <a:rPr lang="en-US" altLang="en-US" sz="2000">
                <a:solidFill>
                  <a:schemeClr val="accent2"/>
                </a:solidFill>
              </a:rPr>
              <a:t>leastSquaresFit</a:t>
            </a:r>
            <a:r>
              <a:rPr lang="en-US" altLang="en-US" sz="2000"/>
              <a:t>(func,guess,data)</a:t>
            </a:r>
          </a:p>
          <a:p>
            <a:pPr lvl="2"/>
            <a:r>
              <a:rPr lang="en-US" altLang="en-US" sz="2000"/>
              <a:t>&gt;&gt;&gt; print fit_params</a:t>
            </a:r>
          </a:p>
          <a:p>
            <a:pPr lvl="2"/>
            <a:r>
              <a:rPr lang="en-US" altLang="en-US" sz="2000"/>
              <a:t>[1.00,0.000,0.00]</a:t>
            </a:r>
          </a:p>
        </p:txBody>
      </p:sp>
    </p:spTree>
  </p:cSld>
  <p:clrMapOvr>
    <a:masterClrMapping/>
  </p:clrMapOvr>
  <p:transition advClick="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F7FDF00D-8BC9-49E0-AE97-3E06DD32C222}"/>
              </a:ext>
            </a:extLst>
          </p:cNvPr>
          <p:cNvSpPr>
            <a:spLocks noGrp="1" noChangeArrowheads="1"/>
          </p:cNvSpPr>
          <p:nvPr>
            <p:ph type="title"/>
          </p:nvPr>
        </p:nvSpPr>
        <p:spPr/>
        <p:txBody>
          <a:bodyPr/>
          <a:lstStyle/>
          <a:p>
            <a:r>
              <a:rPr lang="en-US" altLang="en-US"/>
              <a:t>FFT</a:t>
            </a:r>
          </a:p>
        </p:txBody>
      </p:sp>
      <p:sp>
        <p:nvSpPr>
          <p:cNvPr id="101379" name="Rectangle 3">
            <a:extLst>
              <a:ext uri="{FF2B5EF4-FFF2-40B4-BE49-F238E27FC236}">
                <a16:creationId xmlns:a16="http://schemas.microsoft.com/office/drawing/2014/main" id="{78C53D99-F49B-4BF4-8344-B6D11A9B4D88}"/>
              </a:ext>
            </a:extLst>
          </p:cNvPr>
          <p:cNvSpPr>
            <a:spLocks noGrp="1" noChangeArrowheads="1"/>
          </p:cNvSpPr>
          <p:nvPr>
            <p:ph type="body" idx="1"/>
          </p:nvPr>
        </p:nvSpPr>
        <p:spPr>
          <a:xfrm>
            <a:off x="477838" y="1411288"/>
            <a:ext cx="8388350" cy="4849812"/>
          </a:xfrm>
        </p:spPr>
        <p:txBody>
          <a:bodyPr/>
          <a:lstStyle/>
          <a:p>
            <a:pPr lvl="2"/>
            <a:r>
              <a:rPr lang="en-US" altLang="en-US"/>
              <a:t>&gt;&gt;&gt; from </a:t>
            </a:r>
            <a:r>
              <a:rPr lang="en-US" altLang="en-US">
                <a:solidFill>
                  <a:schemeClr val="accent2"/>
                </a:solidFill>
              </a:rPr>
              <a:t>FFT</a:t>
            </a:r>
            <a:r>
              <a:rPr lang="en-US" altLang="en-US"/>
              <a:t> import *	</a:t>
            </a:r>
          </a:p>
          <a:p>
            <a:pPr lvl="2"/>
            <a:r>
              <a:rPr lang="en-US" altLang="en-US"/>
              <a:t>&gt;&gt;&gt; data = array((1,0,1,0,1,0,1,0))</a:t>
            </a:r>
          </a:p>
          <a:p>
            <a:pPr lvl="2"/>
            <a:r>
              <a:rPr lang="en-US" altLang="en-US"/>
              <a:t>&gt;&gt;&gt; print </a:t>
            </a:r>
            <a:r>
              <a:rPr lang="en-US" altLang="en-US">
                <a:solidFill>
                  <a:schemeClr val="accent2"/>
                </a:solidFill>
              </a:rPr>
              <a:t>fft</a:t>
            </a:r>
            <a:r>
              <a:rPr lang="en-US" altLang="en-US"/>
              <a:t>(data).real</a:t>
            </a:r>
          </a:p>
          <a:p>
            <a:pPr lvl="2"/>
            <a:r>
              <a:rPr lang="en-US" altLang="en-US"/>
              <a:t>[4., 0., 0., 0., 4., 0., 0., 0.]]</a:t>
            </a:r>
          </a:p>
          <a:p>
            <a:endParaRPr lang="en-US" altLang="en-US"/>
          </a:p>
          <a:p>
            <a:r>
              <a:rPr lang="en-US" altLang="en-US" sz="2000"/>
              <a:t>Also note that the FFTW package ("fastest Fourier transform in the West") has a python wrapper. See notes at the end</a:t>
            </a:r>
          </a:p>
          <a:p>
            <a:r>
              <a:rPr lang="en-US" altLang="en-US" sz="2000"/>
              <a:t>Python Standard Libraries/Modules:</a:t>
            </a:r>
          </a:p>
          <a:p>
            <a:pPr lvl="1"/>
            <a:r>
              <a:rPr lang="en-US" altLang="en-US" sz="2000">
                <a:solidFill>
                  <a:srgbClr val="FF0000"/>
                </a:solidFill>
                <a:hlinkClick r:id="rId2"/>
              </a:rPr>
              <a:t>http://docs.python.org/library/</a:t>
            </a:r>
            <a:endParaRPr lang="en-US" altLang="en-US" sz="2000">
              <a:solidFill>
                <a:srgbClr val="FF0000"/>
              </a:solidFill>
            </a:endParaRPr>
          </a:p>
          <a:p>
            <a:pPr lvl="1"/>
            <a:r>
              <a:rPr lang="en-US" altLang="en-US" sz="2000" u="sng">
                <a:hlinkClick r:id="rId3"/>
              </a:rPr>
              <a:t>http://its2.unc.edu/dci/dci_components/shared_apps/packages/python_packages.html</a:t>
            </a:r>
            <a:endParaRPr lang="en-US" altLang="en-US" sz="2000" u="sng"/>
          </a:p>
          <a:p>
            <a:pPr lvl="1"/>
            <a:r>
              <a:rPr lang="en-US" altLang="en-US" sz="2000">
                <a:solidFill>
                  <a:srgbClr val="FF0000"/>
                </a:solidFill>
              </a:rPr>
              <a:t>http://pypi.python.org/pypi/</a:t>
            </a:r>
          </a:p>
        </p:txBody>
      </p:sp>
    </p:spTree>
  </p:cSld>
  <p:clrMapOvr>
    <a:masterClrMapping/>
  </p:clrMapOvr>
  <p:transition advClick="0"/>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D915809B-3600-4900-BE57-806C54A2B27B}"/>
              </a:ext>
            </a:extLst>
          </p:cNvPr>
          <p:cNvSpPr>
            <a:spLocks noGrp="1" noChangeArrowheads="1"/>
          </p:cNvSpPr>
          <p:nvPr>
            <p:ph type="title"/>
          </p:nvPr>
        </p:nvSpPr>
        <p:spPr/>
        <p:txBody>
          <a:bodyPr/>
          <a:lstStyle/>
          <a:p>
            <a:pPr eaLnBrk="1" hangingPunct="1"/>
            <a:r>
              <a:rPr lang="en-US" altLang="ko-KR">
                <a:ea typeface="굴림" panose="020B0503020000020004" pitchFamily="34" charset="-127"/>
              </a:rPr>
              <a:t>Command-line arguments</a:t>
            </a:r>
          </a:p>
        </p:txBody>
      </p:sp>
      <p:sp>
        <p:nvSpPr>
          <p:cNvPr id="102403" name="Rectangle 3">
            <a:extLst>
              <a:ext uri="{FF2B5EF4-FFF2-40B4-BE49-F238E27FC236}">
                <a16:creationId xmlns:a16="http://schemas.microsoft.com/office/drawing/2014/main" id="{EF2AD956-CF95-4D1E-8FD1-7439A0DAD5C0}"/>
              </a:ext>
            </a:extLst>
          </p:cNvPr>
          <p:cNvSpPr>
            <a:spLocks noGrp="1" noChangeArrowheads="1"/>
          </p:cNvSpPr>
          <p:nvPr>
            <p:ph type="body" idx="1"/>
          </p:nvPr>
        </p:nvSpPr>
        <p:spPr>
          <a:xfrm>
            <a:off x="565150" y="1473200"/>
            <a:ext cx="8116888" cy="4114800"/>
          </a:xfrm>
          <a:noFill/>
        </p:spPr>
        <p:txBody>
          <a:bodyPr/>
          <a:lstStyle/>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import sys</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print len(sys.argv) # NOT argc</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 Print all arguments:</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print sys.argv</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 Print all arguments but the program</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 or module name:</a:t>
            </a:r>
          </a:p>
          <a:p>
            <a:pPr eaLnBrk="1" hangingPunct="1">
              <a:lnSpc>
                <a:spcPct val="120000"/>
              </a:lnSpc>
              <a:buFont typeface="Wingdings" panose="05000000000000000000" pitchFamily="2" charset="2"/>
              <a:buNone/>
            </a:pPr>
            <a:r>
              <a:rPr lang="en-US" altLang="ko-KR" sz="2800" b="1">
                <a:solidFill>
                  <a:schemeClr val="folHlink"/>
                </a:solidFill>
                <a:latin typeface="Courier New" panose="02070309020205020404" pitchFamily="49" charset="0"/>
                <a:ea typeface="굴림" panose="020B0503020000020004" pitchFamily="34" charset="-127"/>
              </a:rPr>
              <a:t>print sys.argv</a:t>
            </a:r>
            <a:r>
              <a:rPr lang="en-US" altLang="ko-KR" sz="2800" b="1">
                <a:solidFill>
                  <a:schemeClr val="hlink"/>
                </a:solidFill>
                <a:latin typeface="Courier New" panose="02070309020205020404" pitchFamily="49" charset="0"/>
                <a:ea typeface="굴림" panose="020B0503020000020004" pitchFamily="34" charset="-127"/>
              </a:rPr>
              <a:t>[1:]</a:t>
            </a:r>
            <a:r>
              <a:rPr lang="en-US" altLang="ko-KR" sz="2800" b="1">
                <a:solidFill>
                  <a:schemeClr val="folHlink"/>
                </a:solidFill>
                <a:latin typeface="Courier New" panose="02070309020205020404" pitchFamily="49" charset="0"/>
                <a:ea typeface="굴림" panose="020B0503020000020004" pitchFamily="34" charset="-127"/>
              </a:rPr>
              <a:t>  # "array slice"</a:t>
            </a:r>
          </a:p>
        </p:txBody>
      </p:sp>
    </p:spTree>
  </p:cSld>
  <p:clrMapOvr>
    <a:masterClrMapping/>
  </p:clrMapOvr>
  <p:transition advClick="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0032689-5CF7-435C-844C-C8F2CE39BE0E}"/>
              </a:ext>
            </a:extLst>
          </p:cNvPr>
          <p:cNvSpPr>
            <a:spLocks noGrp="1" noChangeArrowheads="1"/>
          </p:cNvSpPr>
          <p:nvPr>
            <p:ph type="title"/>
          </p:nvPr>
        </p:nvSpPr>
        <p:spPr/>
        <p:txBody>
          <a:bodyPr/>
          <a:lstStyle/>
          <a:p>
            <a:r>
              <a:rPr lang="en-US" altLang="en-US"/>
              <a:t>Catching Exceptions</a:t>
            </a:r>
          </a:p>
        </p:txBody>
      </p:sp>
      <p:sp>
        <p:nvSpPr>
          <p:cNvPr id="103427" name="Rectangle 3">
            <a:extLst>
              <a:ext uri="{FF2B5EF4-FFF2-40B4-BE49-F238E27FC236}">
                <a16:creationId xmlns:a16="http://schemas.microsoft.com/office/drawing/2014/main" id="{12EE23E7-931B-48B4-82E7-9D7BFB4927DC}"/>
              </a:ext>
            </a:extLst>
          </p:cNvPr>
          <p:cNvSpPr>
            <a:spLocks noGrp="1" noChangeArrowheads="1"/>
          </p:cNvSpPr>
          <p:nvPr>
            <p:ph type="body" idx="1"/>
          </p:nvPr>
        </p:nvSpPr>
        <p:spPr>
          <a:xfrm>
            <a:off x="457200" y="1431925"/>
            <a:ext cx="8259763" cy="4694238"/>
          </a:xfrm>
        </p:spPr>
        <p:txBody>
          <a:bodyPr/>
          <a:lstStyle/>
          <a:p>
            <a:pPr lvl="1">
              <a:buFontTx/>
              <a:buNone/>
            </a:pPr>
            <a:r>
              <a:rPr lang="en-US" altLang="en-US" sz="2400"/>
              <a:t>#python </a:t>
            </a:r>
            <a:r>
              <a:rPr lang="en-US" altLang="en-US" sz="2400">
                <a:latin typeface="Courier" pitchFamily="49" charset="0"/>
              </a:rPr>
              <a:t>code a.py</a:t>
            </a:r>
          </a:p>
          <a:p>
            <a:pPr lvl="1">
              <a:buFontTx/>
              <a:buNone/>
            </a:pPr>
            <a:r>
              <a:rPr lang="en-US" altLang="en-US" sz="2400">
                <a:latin typeface="Courier" pitchFamily="49" charset="0"/>
              </a:rPr>
              <a:t>x = 0</a:t>
            </a:r>
          </a:p>
          <a:p>
            <a:pPr lvl="1">
              <a:buFontTx/>
              <a:buNone/>
            </a:pPr>
            <a:r>
              <a:rPr lang="en-US" altLang="en-US" sz="2400">
                <a:latin typeface="Courier" pitchFamily="49" charset="0"/>
              </a:rPr>
              <a:t>try:</a:t>
            </a:r>
          </a:p>
          <a:p>
            <a:pPr lvl="1">
              <a:buFontTx/>
              <a:buNone/>
            </a:pPr>
            <a:r>
              <a:rPr lang="en-US" altLang="en-US" sz="2400">
                <a:latin typeface="Courier" pitchFamily="49" charset="0"/>
              </a:rPr>
              <a:t>    print 1/x</a:t>
            </a:r>
          </a:p>
          <a:p>
            <a:pPr lvl="1">
              <a:buFontTx/>
              <a:buNone/>
            </a:pPr>
            <a:r>
              <a:rPr lang="en-US" altLang="en-US" sz="2400">
                <a:latin typeface="Courier" pitchFamily="49" charset="0"/>
              </a:rPr>
              <a:t>except ZeroDivisionError, message:</a:t>
            </a:r>
          </a:p>
          <a:p>
            <a:pPr lvl="1">
              <a:buFontTx/>
              <a:buNone/>
            </a:pPr>
            <a:r>
              <a:rPr lang="en-US" altLang="en-US" sz="2400">
                <a:latin typeface="Courier" pitchFamily="49" charset="0"/>
              </a:rPr>
              <a:t>    print "Can’t divide by zero:"</a:t>
            </a:r>
          </a:p>
          <a:p>
            <a:pPr lvl="1">
              <a:buFontTx/>
              <a:buNone/>
            </a:pPr>
            <a:r>
              <a:rPr lang="en-US" altLang="en-US" sz="2400">
                <a:latin typeface="Courier" pitchFamily="49" charset="0"/>
              </a:rPr>
              <a:t>    print message</a:t>
            </a:r>
          </a:p>
          <a:p>
            <a:pPr lvl="1">
              <a:buFontTx/>
              <a:buNone/>
            </a:pPr>
            <a:r>
              <a:rPr lang="en-US" altLang="en-US" sz="2400"/>
              <a:t>&gt;&gt;&gt;</a:t>
            </a:r>
            <a:r>
              <a:rPr lang="en-US" altLang="en-US" sz="2400">
                <a:latin typeface="Courier" pitchFamily="49" charset="0"/>
              </a:rPr>
              <a:t>python a.py</a:t>
            </a:r>
          </a:p>
          <a:p>
            <a:pPr lvl="1">
              <a:buFontTx/>
              <a:buNone/>
            </a:pPr>
            <a:r>
              <a:rPr lang="en-US" altLang="en-US" sz="2400"/>
              <a:t>Can't divide by zero:</a:t>
            </a:r>
          </a:p>
          <a:p>
            <a:pPr lvl="1">
              <a:buFontTx/>
              <a:buNone/>
            </a:pPr>
            <a:r>
              <a:rPr lang="en-US" altLang="en-US" sz="2400"/>
              <a:t>integer division or modulo by zero</a:t>
            </a:r>
          </a:p>
          <a:p>
            <a:endParaRPr lang="en-US" altLang="en-US" sz="2400"/>
          </a:p>
        </p:txBody>
      </p:sp>
    </p:spTree>
  </p:cSld>
  <p:clrMapOvr>
    <a:masterClrMapping/>
  </p:clrMapOvr>
  <p:transition advClick="0"/>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208C6041-D347-4F30-8666-C67B70E11A3F}"/>
              </a:ext>
            </a:extLst>
          </p:cNvPr>
          <p:cNvSpPr>
            <a:spLocks noGrp="1" noChangeArrowheads="1"/>
          </p:cNvSpPr>
          <p:nvPr>
            <p:ph type="title"/>
          </p:nvPr>
        </p:nvSpPr>
        <p:spPr/>
        <p:txBody>
          <a:bodyPr/>
          <a:lstStyle/>
          <a:p>
            <a:r>
              <a:rPr lang="en-US" altLang="en-US"/>
              <a:t>Try-Finally: Cleanup</a:t>
            </a:r>
          </a:p>
        </p:txBody>
      </p:sp>
      <p:sp>
        <p:nvSpPr>
          <p:cNvPr id="104451" name="Rectangle 3">
            <a:extLst>
              <a:ext uri="{FF2B5EF4-FFF2-40B4-BE49-F238E27FC236}">
                <a16:creationId xmlns:a16="http://schemas.microsoft.com/office/drawing/2014/main" id="{366173B9-5A89-4AD0-9FEB-3FE68D37F5F9}"/>
              </a:ext>
            </a:extLst>
          </p:cNvPr>
          <p:cNvSpPr>
            <a:spLocks noGrp="1" noChangeArrowheads="1"/>
          </p:cNvSpPr>
          <p:nvPr>
            <p:ph type="body" idx="1"/>
          </p:nvPr>
        </p:nvSpPr>
        <p:spPr>
          <a:xfrm>
            <a:off x="685800" y="1981200"/>
            <a:ext cx="8458200" cy="4114800"/>
          </a:xfrm>
        </p:spPr>
        <p:txBody>
          <a:bodyPr/>
          <a:lstStyle/>
          <a:p>
            <a:pPr lvl="1">
              <a:buFontTx/>
              <a:buNone/>
            </a:pPr>
            <a:r>
              <a:rPr lang="en-US" altLang="en-US"/>
              <a:t>f = open(file)</a:t>
            </a:r>
          </a:p>
          <a:p>
            <a:pPr lvl="1">
              <a:buFontTx/>
              <a:buNone/>
            </a:pPr>
            <a:r>
              <a:rPr lang="en-US" altLang="en-US"/>
              <a:t>try:</a:t>
            </a:r>
          </a:p>
          <a:p>
            <a:pPr lvl="1">
              <a:buFontTx/>
              <a:buNone/>
            </a:pPr>
            <a:r>
              <a:rPr lang="en-US" altLang="en-US"/>
              <a:t>    process_file(f)</a:t>
            </a:r>
          </a:p>
          <a:p>
            <a:pPr lvl="1">
              <a:buFontTx/>
              <a:buNone/>
            </a:pPr>
            <a:r>
              <a:rPr lang="en-US" altLang="en-US"/>
              <a:t>finally:</a:t>
            </a:r>
          </a:p>
          <a:p>
            <a:pPr lvl="1">
              <a:buFontTx/>
              <a:buNone/>
            </a:pPr>
            <a:r>
              <a:rPr lang="en-US" altLang="en-US"/>
              <a:t>    f.close()	# always executed</a:t>
            </a:r>
          </a:p>
          <a:p>
            <a:pPr lvl="1">
              <a:buFontTx/>
              <a:buNone/>
            </a:pPr>
            <a:r>
              <a:rPr lang="en-US" altLang="en-US"/>
              <a:t>print "OK"	# executed on success only</a:t>
            </a:r>
          </a:p>
          <a:p>
            <a:pPr>
              <a:buFontTx/>
              <a:buNone/>
            </a:pPr>
            <a:r>
              <a:rPr lang="en-US" altLang="en-US"/>
              <a:t>	</a:t>
            </a:r>
          </a:p>
        </p:txBody>
      </p:sp>
    </p:spTree>
  </p:cSld>
  <p:clrMapOvr>
    <a:masterClrMapping/>
  </p:clrMapOvr>
  <p:transition advClick="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D6BB9FB-FEFF-414E-8C97-AA51FDFB8639}"/>
              </a:ext>
            </a:extLst>
          </p:cNvPr>
          <p:cNvSpPr>
            <a:spLocks noGrp="1" noChangeArrowheads="1"/>
          </p:cNvSpPr>
          <p:nvPr>
            <p:ph type="title"/>
          </p:nvPr>
        </p:nvSpPr>
        <p:spPr/>
        <p:txBody>
          <a:bodyPr/>
          <a:lstStyle/>
          <a:p>
            <a:r>
              <a:rPr lang="en-US" altLang="en-US"/>
              <a:t>Raising Exceptions</a:t>
            </a:r>
          </a:p>
        </p:txBody>
      </p:sp>
      <p:sp>
        <p:nvSpPr>
          <p:cNvPr id="105475" name="Rectangle 3">
            <a:extLst>
              <a:ext uri="{FF2B5EF4-FFF2-40B4-BE49-F238E27FC236}">
                <a16:creationId xmlns:a16="http://schemas.microsoft.com/office/drawing/2014/main" id="{A3E38C27-3907-4F0E-952A-002A150FC3E5}"/>
              </a:ext>
            </a:extLst>
          </p:cNvPr>
          <p:cNvSpPr>
            <a:spLocks noGrp="1" noChangeArrowheads="1"/>
          </p:cNvSpPr>
          <p:nvPr>
            <p:ph type="body" idx="1"/>
          </p:nvPr>
        </p:nvSpPr>
        <p:spPr/>
        <p:txBody>
          <a:bodyPr/>
          <a:lstStyle/>
          <a:p>
            <a:r>
              <a:rPr lang="en-US" altLang="en-US"/>
              <a:t>raise IndexError</a:t>
            </a:r>
          </a:p>
          <a:p>
            <a:r>
              <a:rPr lang="en-US" altLang="en-US"/>
              <a:t>raise IndexError("k out of range")</a:t>
            </a:r>
          </a:p>
          <a:p>
            <a:r>
              <a:rPr lang="en-US" altLang="en-US"/>
              <a:t>raise IndexError, "k out of range”</a:t>
            </a:r>
          </a:p>
          <a:p>
            <a:r>
              <a:rPr lang="en-US" altLang="en-US"/>
              <a:t>try:</a:t>
            </a:r>
            <a:br>
              <a:rPr lang="en-US" altLang="en-US"/>
            </a:br>
            <a:r>
              <a:rPr lang="en-US" altLang="en-US"/>
              <a:t>    </a:t>
            </a:r>
            <a:r>
              <a:rPr lang="en-US" altLang="en-US" i="1"/>
              <a:t>something</a:t>
            </a:r>
            <a:br>
              <a:rPr lang="en-US" altLang="en-US"/>
            </a:br>
            <a:r>
              <a:rPr lang="en-US" altLang="en-US"/>
              <a:t>except:	# catch everything</a:t>
            </a:r>
            <a:br>
              <a:rPr lang="en-US" altLang="en-US"/>
            </a:br>
            <a:r>
              <a:rPr lang="en-US" altLang="en-US"/>
              <a:t>    print "Oops"</a:t>
            </a:r>
            <a:br>
              <a:rPr lang="en-US" altLang="en-US"/>
            </a:br>
            <a:r>
              <a:rPr lang="en-US" altLang="en-US"/>
              <a:t>    raise	# reraise</a:t>
            </a:r>
          </a:p>
        </p:txBody>
      </p:sp>
    </p:spTree>
  </p:cSld>
  <p:clrMapOvr>
    <a:masterClrMapping/>
  </p:clrMapOvr>
  <p:transition advClick="0"/>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C3CAA11E-5879-47E7-A992-763037F26F7F}"/>
              </a:ext>
            </a:extLst>
          </p:cNvPr>
          <p:cNvSpPr>
            <a:spLocks noGrp="1"/>
          </p:cNvSpPr>
          <p:nvPr>
            <p:ph type="title"/>
          </p:nvPr>
        </p:nvSpPr>
        <p:spPr/>
        <p:txBody>
          <a:bodyPr/>
          <a:lstStyle/>
          <a:p>
            <a:r>
              <a:rPr lang="en-US" altLang="en-US"/>
              <a:t>Python: Pros &amp; Cons</a:t>
            </a:r>
          </a:p>
        </p:txBody>
      </p:sp>
      <p:sp>
        <p:nvSpPr>
          <p:cNvPr id="106499" name="Content Placeholder 2">
            <a:extLst>
              <a:ext uri="{FF2B5EF4-FFF2-40B4-BE49-F238E27FC236}">
                <a16:creationId xmlns:a16="http://schemas.microsoft.com/office/drawing/2014/main" id="{F5E56B7D-9177-4D15-87D7-ECA00CDF6C29}"/>
              </a:ext>
            </a:extLst>
          </p:cNvPr>
          <p:cNvSpPr>
            <a:spLocks noGrp="1"/>
          </p:cNvSpPr>
          <p:nvPr>
            <p:ph idx="1"/>
          </p:nvPr>
        </p:nvSpPr>
        <p:spPr>
          <a:xfrm>
            <a:off x="466725" y="1411288"/>
            <a:ext cx="8229600" cy="4525962"/>
          </a:xfrm>
        </p:spPr>
        <p:txBody>
          <a:bodyPr/>
          <a:lstStyle/>
          <a:p>
            <a:r>
              <a:rPr lang="en-US" altLang="en-US" sz="2400"/>
              <a:t>Pros</a:t>
            </a:r>
          </a:p>
          <a:p>
            <a:pPr lvl="1"/>
            <a:r>
              <a:rPr lang="en-US" altLang="en-US" sz="1800">
                <a:solidFill>
                  <a:srgbClr val="FF0000"/>
                </a:solidFill>
              </a:rPr>
              <a:t>Free</a:t>
            </a:r>
            <a:r>
              <a:rPr lang="en-US" altLang="en-US" sz="1800"/>
              <a:t> availability (like Perl, Python is open source).</a:t>
            </a:r>
          </a:p>
          <a:p>
            <a:pPr lvl="1"/>
            <a:r>
              <a:rPr lang="en-US" altLang="en-US" sz="1800">
                <a:solidFill>
                  <a:srgbClr val="FF0000"/>
                </a:solidFill>
              </a:rPr>
              <a:t>Stability</a:t>
            </a:r>
            <a:r>
              <a:rPr lang="en-US" altLang="en-US" sz="1800"/>
              <a:t> (Python is in release 2.6 at this point and, as I noted earlier, is older than Java).</a:t>
            </a:r>
          </a:p>
          <a:p>
            <a:pPr lvl="1"/>
            <a:r>
              <a:rPr lang="en-US" altLang="en-US" sz="1800"/>
              <a:t>Very </a:t>
            </a:r>
            <a:r>
              <a:rPr lang="en-US" altLang="en-US" sz="1800">
                <a:solidFill>
                  <a:srgbClr val="FF0000"/>
                </a:solidFill>
              </a:rPr>
              <a:t>easy</a:t>
            </a:r>
            <a:r>
              <a:rPr lang="en-US" altLang="en-US" sz="1800"/>
              <a:t> to learn and use</a:t>
            </a:r>
          </a:p>
          <a:p>
            <a:pPr lvl="1"/>
            <a:r>
              <a:rPr lang="en-US" altLang="en-US" sz="1800"/>
              <a:t>Good </a:t>
            </a:r>
            <a:r>
              <a:rPr lang="en-US" altLang="en-US" sz="1800">
                <a:solidFill>
                  <a:srgbClr val="FF0000"/>
                </a:solidFill>
              </a:rPr>
              <a:t>support</a:t>
            </a:r>
            <a:r>
              <a:rPr lang="en-US" altLang="en-US" sz="1800"/>
              <a:t> for objects, modules, and other reusability mechanisms.</a:t>
            </a:r>
          </a:p>
          <a:p>
            <a:pPr lvl="1"/>
            <a:r>
              <a:rPr lang="en-US" altLang="en-US" sz="1800"/>
              <a:t>Easy integration with and </a:t>
            </a:r>
            <a:r>
              <a:rPr lang="en-US" altLang="en-US" sz="1800">
                <a:solidFill>
                  <a:srgbClr val="FF0000"/>
                </a:solidFill>
              </a:rPr>
              <a:t>extensibility</a:t>
            </a:r>
            <a:r>
              <a:rPr lang="en-US" altLang="en-US" sz="1800"/>
              <a:t> using C and Java.</a:t>
            </a:r>
          </a:p>
          <a:p>
            <a:r>
              <a:rPr lang="en-US" altLang="en-US" sz="2400"/>
              <a:t>Cons</a:t>
            </a:r>
          </a:p>
          <a:p>
            <a:pPr lvl="1"/>
            <a:r>
              <a:rPr lang="en-US" altLang="en-US" sz="1800"/>
              <a:t>Smaller pool of Python developers compared to other languages, such as Java</a:t>
            </a:r>
          </a:p>
          <a:p>
            <a:pPr lvl="1"/>
            <a:r>
              <a:rPr lang="en-US" altLang="en-US" sz="1800"/>
              <a:t>Lack of true </a:t>
            </a:r>
            <a:r>
              <a:rPr lang="en-US" altLang="en-US" sz="1800">
                <a:solidFill>
                  <a:srgbClr val="FF0000"/>
                </a:solidFill>
              </a:rPr>
              <a:t>multiprocessor</a:t>
            </a:r>
            <a:r>
              <a:rPr lang="en-US" altLang="en-US" sz="1800"/>
              <a:t> support</a:t>
            </a:r>
          </a:p>
          <a:p>
            <a:pPr lvl="1"/>
            <a:r>
              <a:rPr lang="en-US" altLang="en-US" sz="1800"/>
              <a:t>Absence of a commercial support point, even for an Open Source project (though this situation is changing)</a:t>
            </a:r>
          </a:p>
          <a:p>
            <a:pPr lvl="1"/>
            <a:r>
              <a:rPr lang="en-US" altLang="en-US" sz="1800"/>
              <a:t>Software </a:t>
            </a:r>
            <a:r>
              <a:rPr lang="en-US" altLang="en-US" sz="1800">
                <a:solidFill>
                  <a:srgbClr val="FF0000"/>
                </a:solidFill>
              </a:rPr>
              <a:t>performance</a:t>
            </a:r>
            <a:r>
              <a:rPr lang="en-US" altLang="en-US" sz="1800"/>
              <a:t> slow, not suitable for high performance applications</a:t>
            </a:r>
          </a:p>
        </p:txBody>
      </p:sp>
    </p:spTree>
  </p:cSld>
  <p:clrMapOvr>
    <a:masterClrMapping/>
  </p:clrMapOvr>
  <p:transition advClick="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1">
            <a:extLst>
              <a:ext uri="{FF2B5EF4-FFF2-40B4-BE49-F238E27FC236}">
                <a16:creationId xmlns:a16="http://schemas.microsoft.com/office/drawing/2014/main" id="{B0A60A44-3789-45A1-A94C-3680E00D3F71}"/>
              </a:ext>
            </a:extLst>
          </p:cNvPr>
          <p:cNvSpPr txBox="1">
            <a:spLocks noChangeArrowheads="1"/>
          </p:cNvSpPr>
          <p:nvPr/>
        </p:nvSpPr>
        <p:spPr bwMode="auto">
          <a:xfrm>
            <a:off x="609600" y="533400"/>
            <a:ext cx="807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523" name="Rectangle 2">
            <a:extLst>
              <a:ext uri="{FF2B5EF4-FFF2-40B4-BE49-F238E27FC236}">
                <a16:creationId xmlns:a16="http://schemas.microsoft.com/office/drawing/2014/main" id="{F757563A-1A79-4C71-8238-BD47617787B5}"/>
              </a:ext>
            </a:extLst>
          </p:cNvPr>
          <p:cNvSpPr>
            <a:spLocks noGrp="1" noChangeArrowheads="1"/>
          </p:cNvSpPr>
          <p:nvPr>
            <p:ph type="title" idx="4294967295"/>
          </p:nvPr>
        </p:nvSpPr>
        <p:spPr>
          <a:xfrm>
            <a:off x="457200" y="158750"/>
            <a:ext cx="8229600" cy="639763"/>
          </a:xfrm>
        </p:spPr>
        <p:txBody>
          <a:bodyPr lIns="0" tIns="0" rIns="0" bIns="0"/>
          <a:lstStyle/>
          <a:p>
            <a:pPr eaLnBrk="1" hangingPunct="1"/>
            <a:r>
              <a:rPr lang="en-US" altLang="en-US"/>
              <a:t>References</a:t>
            </a:r>
          </a:p>
        </p:txBody>
      </p:sp>
      <p:sp>
        <p:nvSpPr>
          <p:cNvPr id="107524" name="Rectangle 3">
            <a:extLst>
              <a:ext uri="{FF2B5EF4-FFF2-40B4-BE49-F238E27FC236}">
                <a16:creationId xmlns:a16="http://schemas.microsoft.com/office/drawing/2014/main" id="{51E94C80-EEEA-45DC-B21B-1CC950C71FD0}"/>
              </a:ext>
            </a:extLst>
          </p:cNvPr>
          <p:cNvSpPr>
            <a:spLocks noGrp="1" noChangeArrowheads="1"/>
          </p:cNvSpPr>
          <p:nvPr>
            <p:ph type="body" idx="4294967295"/>
          </p:nvPr>
        </p:nvSpPr>
        <p:spPr>
          <a:xfrm>
            <a:off x="298450" y="1217613"/>
            <a:ext cx="8637588" cy="5053012"/>
          </a:xfrm>
        </p:spPr>
        <p:txBody>
          <a:bodyPr/>
          <a:lstStyle/>
          <a:p>
            <a:pPr lvl="1" eaLnBrk="1" hangingPunct="1"/>
            <a:r>
              <a:rPr lang="en-GB" altLang="en-US"/>
              <a:t>Python Homepage</a:t>
            </a:r>
          </a:p>
          <a:p>
            <a:pPr lvl="1" eaLnBrk="1" hangingPunct="1">
              <a:buFont typeface="Wingdings" panose="05000000000000000000" pitchFamily="2" charset="2"/>
              <a:buNone/>
            </a:pPr>
            <a:r>
              <a:rPr lang="en-GB" altLang="en-US"/>
              <a:t>	• </a:t>
            </a:r>
            <a:r>
              <a:rPr lang="en-GB" altLang="en-US">
                <a:hlinkClick r:id="rId3"/>
              </a:rPr>
              <a:t>http://www.python.org</a:t>
            </a:r>
            <a:endParaRPr lang="en-GB" altLang="en-US"/>
          </a:p>
          <a:p>
            <a:pPr lvl="1" eaLnBrk="1" hangingPunct="1"/>
            <a:r>
              <a:rPr lang="en-GB" altLang="en-US"/>
              <a:t>Python Tutorial</a:t>
            </a:r>
          </a:p>
          <a:p>
            <a:pPr lvl="1" eaLnBrk="1" hangingPunct="1">
              <a:buFont typeface="Wingdings" panose="05000000000000000000" pitchFamily="2" charset="2"/>
              <a:buNone/>
            </a:pPr>
            <a:r>
              <a:rPr lang="en-GB" altLang="en-US"/>
              <a:t>	• </a:t>
            </a:r>
            <a:r>
              <a:rPr lang="en-GB" altLang="en-US">
                <a:hlinkClick r:id="rId4"/>
              </a:rPr>
              <a:t>http://docs.python.org/tutorial/</a:t>
            </a:r>
            <a:endParaRPr lang="en-GB" altLang="en-US"/>
          </a:p>
          <a:p>
            <a:pPr lvl="1" eaLnBrk="1" hangingPunct="1"/>
            <a:r>
              <a:rPr lang="en-GB" altLang="en-US"/>
              <a:t>Python Documentation</a:t>
            </a:r>
          </a:p>
          <a:p>
            <a:pPr lvl="1" eaLnBrk="1" hangingPunct="1">
              <a:buFont typeface="Wingdings" panose="05000000000000000000" pitchFamily="2" charset="2"/>
              <a:buNone/>
            </a:pPr>
            <a:r>
              <a:rPr lang="en-GB" altLang="en-US"/>
              <a:t>	• </a:t>
            </a:r>
            <a:r>
              <a:rPr lang="en-GB" altLang="en-US">
                <a:hlinkClick r:id="rId5"/>
              </a:rPr>
              <a:t>http://www.python.org/doc</a:t>
            </a:r>
            <a:endParaRPr lang="en-GB" altLang="en-US"/>
          </a:p>
          <a:p>
            <a:pPr lvl="1" eaLnBrk="1" hangingPunct="1"/>
            <a:r>
              <a:rPr lang="en-GB" altLang="en-US"/>
              <a:t>Python Library References</a:t>
            </a:r>
          </a:p>
          <a:p>
            <a:pPr lvl="2" eaLnBrk="1" hangingPunct="1"/>
            <a:r>
              <a:rPr lang="en-GB" altLang="en-US">
                <a:hlinkClick r:id="rId6"/>
              </a:rPr>
              <a:t>http://docs.python.org/release/2.5.2/lib/lib.html</a:t>
            </a:r>
            <a:endParaRPr lang="en-GB" altLang="en-US"/>
          </a:p>
          <a:p>
            <a:pPr lvl="1" eaLnBrk="1" hangingPunct="1"/>
            <a:r>
              <a:rPr lang="en-GB" altLang="en-US"/>
              <a:t>Python Add-on Packages:</a:t>
            </a:r>
          </a:p>
          <a:p>
            <a:pPr lvl="2" eaLnBrk="1" hangingPunct="1"/>
            <a:r>
              <a:rPr lang="en-US" altLang="en-US">
                <a:solidFill>
                  <a:srgbClr val="FF0000"/>
                </a:solidFill>
              </a:rPr>
              <a:t>http://pypi.python.org/pypi</a:t>
            </a:r>
            <a:r>
              <a:rPr lang="en-GB" altLang="en-US"/>
              <a:t>	</a:t>
            </a:r>
          </a:p>
          <a:p>
            <a:pPr lvl="1" eaLnBrk="1" hangingPunct="1">
              <a:buFont typeface="Wingdings" panose="05000000000000000000" pitchFamily="2" charset="2"/>
              <a:buNone/>
            </a:pPr>
            <a:endParaRPr lang="en-GB" altLang="en-US"/>
          </a:p>
        </p:txBody>
      </p:sp>
    </p:spTree>
  </p:cSld>
  <p:clrMapOvr>
    <a:masterClrMapping/>
  </p:clrMapOvr>
  <p:transition advClick="0"/>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a:extLst>
              <a:ext uri="{FF2B5EF4-FFF2-40B4-BE49-F238E27FC236}">
                <a16:creationId xmlns:a16="http://schemas.microsoft.com/office/drawing/2014/main" id="{16F890AD-B48E-4FCA-A454-B9C28F67023A}"/>
              </a:ext>
            </a:extLst>
          </p:cNvPr>
          <p:cNvSpPr>
            <a:spLocks noGrp="1" noChangeArrowheads="1"/>
          </p:cNvSpPr>
          <p:nvPr>
            <p:ph type="title"/>
          </p:nvPr>
        </p:nvSpPr>
        <p:spPr>
          <a:xfrm>
            <a:off x="446088" y="915988"/>
            <a:ext cx="8229600" cy="1143000"/>
          </a:xfrm>
        </p:spPr>
        <p:txBody>
          <a:bodyPr/>
          <a:lstStyle/>
          <a:p>
            <a:pPr eaLnBrk="1" hangingPunct="1"/>
            <a:r>
              <a:rPr lang="en-US" altLang="en-US"/>
              <a:t>Questions &amp; Comments </a:t>
            </a:r>
          </a:p>
        </p:txBody>
      </p:sp>
      <p:sp>
        <p:nvSpPr>
          <p:cNvPr id="108547" name="Text Box 5">
            <a:extLst>
              <a:ext uri="{FF2B5EF4-FFF2-40B4-BE49-F238E27FC236}">
                <a16:creationId xmlns:a16="http://schemas.microsoft.com/office/drawing/2014/main" id="{637B7E25-9DC6-48D7-8C10-8600DEF595DB}"/>
              </a:ext>
            </a:extLst>
          </p:cNvPr>
          <p:cNvSpPr txBox="1">
            <a:spLocks noChangeArrowheads="1"/>
          </p:cNvSpPr>
          <p:nvPr/>
        </p:nvSpPr>
        <p:spPr bwMode="auto">
          <a:xfrm>
            <a:off x="965200" y="1889125"/>
            <a:ext cx="7053263" cy="1446213"/>
          </a:xfrm>
          <a:prstGeom prst="rect">
            <a:avLst/>
          </a:prstGeom>
          <a:solidFill>
            <a:srgbClr val="99CCFF"/>
          </a:solidFill>
          <a:ln w="9525">
            <a:solidFill>
              <a:schemeClr val="accent2"/>
            </a:solidFill>
            <a:miter lim="800000"/>
            <a:headEnd/>
            <a:tailEnd/>
          </a:ln>
          <a:effectLst>
            <a:outerShdw dist="107763" dir="2700000" algn="ctr" rotWithShape="0">
              <a:schemeClr val="tx2">
                <a:alpha val="50000"/>
              </a:schemeClr>
            </a:outerShdw>
          </a:effec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i="1"/>
              <a:t>Please direct comments/questions about research computing to</a:t>
            </a:r>
          </a:p>
          <a:p>
            <a:pPr algn="ctr" eaLnBrk="1" hangingPunct="1">
              <a:spcBef>
                <a:spcPct val="50000"/>
              </a:spcBef>
            </a:pPr>
            <a:r>
              <a:rPr lang="en-US" altLang="en-US" sz="1600"/>
              <a:t>E-mail:</a:t>
            </a:r>
            <a:r>
              <a:rPr lang="en-US" altLang="en-US" sz="1600">
                <a:solidFill>
                  <a:srgbClr val="FF0000"/>
                </a:solidFill>
              </a:rPr>
              <a:t> research@unc.edu</a:t>
            </a:r>
          </a:p>
          <a:p>
            <a:pPr algn="ctr" eaLnBrk="1" hangingPunct="1">
              <a:spcBef>
                <a:spcPct val="50000"/>
              </a:spcBef>
            </a:pPr>
            <a:r>
              <a:rPr lang="en-US" altLang="en-US" sz="1600" i="1"/>
              <a:t>Please direct comments/questions pertaining to this presentation to</a:t>
            </a:r>
          </a:p>
          <a:p>
            <a:pPr algn="ctr" eaLnBrk="1" hangingPunct="1">
              <a:spcBef>
                <a:spcPct val="50000"/>
              </a:spcBef>
            </a:pPr>
            <a:r>
              <a:rPr lang="en-US" altLang="en-US" sz="1600"/>
              <a:t>E-Mail: </a:t>
            </a:r>
            <a:r>
              <a:rPr lang="en-US" altLang="en-US" sz="1600">
                <a:solidFill>
                  <a:schemeClr val="accent2"/>
                </a:solidFill>
              </a:rPr>
              <a:t>shubin@email.unc.edu</a:t>
            </a:r>
          </a:p>
        </p:txBody>
      </p:sp>
      <p:sp>
        <p:nvSpPr>
          <p:cNvPr id="108548" name="Text Box 6">
            <a:extLst>
              <a:ext uri="{FF2B5EF4-FFF2-40B4-BE49-F238E27FC236}">
                <a16:creationId xmlns:a16="http://schemas.microsoft.com/office/drawing/2014/main" id="{DEB2CA5D-0463-46C4-B737-FF627697156F}"/>
              </a:ext>
            </a:extLst>
          </p:cNvPr>
          <p:cNvSpPr txBox="1">
            <a:spLocks noChangeArrowheads="1"/>
          </p:cNvSpPr>
          <p:nvPr/>
        </p:nvSpPr>
        <p:spPr bwMode="auto">
          <a:xfrm>
            <a:off x="406400" y="4332288"/>
            <a:ext cx="8239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The PPT file of this presentation is available here:</a:t>
            </a:r>
          </a:p>
          <a:p>
            <a:pPr algn="ctr" eaLnBrk="1" hangingPunct="1"/>
            <a:r>
              <a:rPr lang="en-US" altLang="en-US">
                <a:hlinkClick r:id="rId3"/>
              </a:rPr>
              <a:t>http://its2.unc.edu/divisions/rc/training/scientific/short_courses/Python_intro.ppt</a:t>
            </a:r>
            <a:endParaRPr lang="en-US" altLang="en-US"/>
          </a:p>
          <a:p>
            <a:pPr algn="ctr" eaLnBrk="1" hangingPunct="1"/>
            <a:endParaRPr lang="en-US" altLang="en-US"/>
          </a:p>
          <a:p>
            <a:pPr algn="ctr" eaLnBrk="1" hangingPunct="1"/>
            <a:endParaRPr lang="en-US" altLang="en-US"/>
          </a:p>
        </p:txBody>
      </p:sp>
    </p:spTree>
  </p:cSld>
  <p:clrMapOvr>
    <a:masterClrMapping/>
  </p:clrMapOvr>
  <p:transition advClick="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6">
            <a:extLst>
              <a:ext uri="{FF2B5EF4-FFF2-40B4-BE49-F238E27FC236}">
                <a16:creationId xmlns:a16="http://schemas.microsoft.com/office/drawing/2014/main" id="{FB8D6B4A-AB4E-4513-BB23-33E4AB7ABDAF}"/>
              </a:ext>
            </a:extLst>
          </p:cNvPr>
          <p:cNvSpPr txBox="1">
            <a:spLocks noChangeArrowheads="1"/>
          </p:cNvSpPr>
          <p:nvPr/>
        </p:nvSpPr>
        <p:spPr bwMode="auto">
          <a:xfrm>
            <a:off x="2055813" y="6002338"/>
            <a:ext cx="7088187"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The PPT/WORD format of this presentation is available here:</a:t>
            </a:r>
          </a:p>
          <a:p>
            <a:pPr eaLnBrk="1" hangingPunct="1"/>
            <a:r>
              <a:rPr lang="en-US" altLang="en-US"/>
              <a:t>	http://its2.unc.edu/divisions/rc/training/scientific/</a:t>
            </a:r>
            <a:endParaRPr lang="en-US" altLang="en-US" sz="1600"/>
          </a:p>
          <a:p>
            <a:pPr eaLnBrk="1" hangingPunct="1"/>
            <a:r>
              <a:rPr lang="en-US" altLang="en-US" sz="1600"/>
              <a:t>/afs/isis/depts/its/public_html/divisions/rc/training/scientific/short_courses/</a:t>
            </a:r>
          </a:p>
        </p:txBody>
      </p:sp>
      <p:sp>
        <p:nvSpPr>
          <p:cNvPr id="109571" name="Title 4">
            <a:extLst>
              <a:ext uri="{FF2B5EF4-FFF2-40B4-BE49-F238E27FC236}">
                <a16:creationId xmlns:a16="http://schemas.microsoft.com/office/drawing/2014/main" id="{54D3625D-D75B-47DE-8F5B-5B4088429690}"/>
              </a:ext>
            </a:extLst>
          </p:cNvPr>
          <p:cNvSpPr>
            <a:spLocks noGrp="1"/>
          </p:cNvSpPr>
          <p:nvPr>
            <p:ph type="title"/>
          </p:nvPr>
        </p:nvSpPr>
        <p:spPr/>
        <p:txBody>
          <a:bodyPr/>
          <a:lstStyle/>
          <a:p>
            <a:r>
              <a:rPr lang="en-US" altLang="en-US"/>
              <a:t>Hands-On Exercises</a:t>
            </a:r>
          </a:p>
        </p:txBody>
      </p:sp>
      <p:sp>
        <p:nvSpPr>
          <p:cNvPr id="109572" name="Content Placeholder 5">
            <a:extLst>
              <a:ext uri="{FF2B5EF4-FFF2-40B4-BE49-F238E27FC236}">
                <a16:creationId xmlns:a16="http://schemas.microsoft.com/office/drawing/2014/main" id="{7616476A-04EB-465C-AD52-0D099A7EFD4F}"/>
              </a:ext>
            </a:extLst>
          </p:cNvPr>
          <p:cNvSpPr>
            <a:spLocks noGrp="1"/>
          </p:cNvSpPr>
          <p:nvPr>
            <p:ph idx="1"/>
          </p:nvPr>
        </p:nvSpPr>
        <p:spPr>
          <a:xfrm>
            <a:off x="457200" y="1331913"/>
            <a:ext cx="8686800" cy="4371975"/>
          </a:xfrm>
        </p:spPr>
        <p:txBody>
          <a:bodyPr/>
          <a:lstStyle/>
          <a:p>
            <a:r>
              <a:rPr lang="en-US" altLang="en-US" sz="2400"/>
              <a:t>26 codes at /netscr/training/Python</a:t>
            </a:r>
          </a:p>
          <a:p>
            <a:r>
              <a:rPr lang="en-US" altLang="en-US" sz="2400"/>
              <a:t>Copy to your own /netscr/$USER</a:t>
            </a:r>
          </a:p>
          <a:p>
            <a:r>
              <a:rPr lang="en-US" altLang="en-US" sz="2400"/>
              <a:t>Read, understand, and then run them</a:t>
            </a:r>
          </a:p>
          <a:p>
            <a:r>
              <a:rPr lang="en-US" altLang="en-US" sz="2400"/>
              <a:t>Suggested order:</a:t>
            </a:r>
          </a:p>
          <a:p>
            <a:pPr lvl="1"/>
            <a:r>
              <a:rPr lang="en-US" altLang="en-US" sz="2400"/>
              <a:t>hello, input, print, readwrite</a:t>
            </a:r>
          </a:p>
          <a:p>
            <a:pPr lvl="1"/>
            <a:r>
              <a:rPr lang="en-US" altLang="en-US" sz="2400"/>
              <a:t>number, string_test, sort</a:t>
            </a:r>
          </a:p>
          <a:p>
            <a:pPr lvl="1"/>
            <a:r>
              <a:rPr lang="en-US" altLang="en-US" sz="2400"/>
              <a:t>list, dictionary, tuple, function, class </a:t>
            </a:r>
          </a:p>
          <a:p>
            <a:pPr lvl="1"/>
            <a:r>
              <a:rPr lang="en-US" altLang="en-US" sz="2400"/>
              <a:t>loop, fact, …</a:t>
            </a:r>
          </a:p>
          <a:p>
            <a:pPr lvl="1"/>
            <a:r>
              <a:rPr lang="en-US" altLang="en-US" sz="2400"/>
              <a:t>calculator, guess, prime_number</a:t>
            </a:r>
          </a:p>
          <a:p>
            <a:pPr lvl="1"/>
            <a:r>
              <a:rPr lang="en-US" altLang="en-US" sz="2400"/>
              <a:t>matrix, opt, leastsq</a:t>
            </a:r>
          </a:p>
        </p:txBody>
      </p:sp>
    </p:spTree>
  </p:cSld>
  <p:clrMapOvr>
    <a:masterClrMapping/>
  </p:clrMapOvr>
  <p:transition advClick="0"/>
</p:sld>
</file>

<file path=ppt/theme/theme1.xml><?xml version="1.0" encoding="utf-8"?>
<a:theme xmlns:a="http://schemas.openxmlformats.org/drawingml/2006/main" name="ITS">
  <a:themeElements>
    <a:clrScheme name="ITS 13">
      <a:dk1>
        <a:srgbClr val="5F5F5F"/>
      </a:dk1>
      <a:lt1>
        <a:srgbClr val="EFEFE7"/>
      </a:lt1>
      <a:dk2>
        <a:srgbClr val="FFFF66"/>
      </a:dk2>
      <a:lt2>
        <a:srgbClr val="336699"/>
      </a:lt2>
      <a:accent1>
        <a:srgbClr val="99CCFF"/>
      </a:accent1>
      <a:accent2>
        <a:srgbClr val="336699"/>
      </a:accent2>
      <a:accent3>
        <a:srgbClr val="F6F6F1"/>
      </a:accent3>
      <a:accent4>
        <a:srgbClr val="505050"/>
      </a:accent4>
      <a:accent5>
        <a:srgbClr val="CAE2FF"/>
      </a:accent5>
      <a:accent6>
        <a:srgbClr val="2D5C8A"/>
      </a:accent6>
      <a:hlink>
        <a:srgbClr val="6699CC"/>
      </a:hlink>
      <a:folHlink>
        <a:srgbClr val="003366"/>
      </a:folHlink>
    </a:clrScheme>
    <a:fontScheme name="ITS">
      <a:majorFont>
        <a:latin typeface="Trebuchet MS"/>
        <a:ea typeface=""/>
        <a:cs typeface="Arial"/>
      </a:majorFont>
      <a:minorFont>
        <a:latin typeface="Trebuchet MS"/>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ITS 13">
        <a:dk1>
          <a:srgbClr val="5F5F5F"/>
        </a:dk1>
        <a:lt1>
          <a:srgbClr val="EFEFE7"/>
        </a:lt1>
        <a:dk2>
          <a:srgbClr val="FFFF66"/>
        </a:dk2>
        <a:lt2>
          <a:srgbClr val="336699"/>
        </a:lt2>
        <a:accent1>
          <a:srgbClr val="99CCFF"/>
        </a:accent1>
        <a:accent2>
          <a:srgbClr val="336699"/>
        </a:accent2>
        <a:accent3>
          <a:srgbClr val="F6F6F1"/>
        </a:accent3>
        <a:accent4>
          <a:srgbClr val="505050"/>
        </a:accent4>
        <a:accent5>
          <a:srgbClr val="CAE2FF"/>
        </a:accent5>
        <a:accent6>
          <a:srgbClr val="2D5C8A"/>
        </a:accent6>
        <a:hlink>
          <a:srgbClr val="6699CC"/>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rebuchet MS"/>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7888</TotalTime>
  <Words>5143</Words>
  <Application>Microsoft Office PowerPoint</Application>
  <PresentationFormat>On-screen Show (4:3)</PresentationFormat>
  <Paragraphs>815</Paragraphs>
  <Slides>82</Slides>
  <Notes>42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82</vt:i4>
      </vt:variant>
    </vt:vector>
  </HeadingPairs>
  <TitlesOfParts>
    <vt:vector size="94" baseType="lpstr">
      <vt:lpstr>Arial</vt:lpstr>
      <vt:lpstr>Trebuchet MS</vt:lpstr>
      <vt:lpstr>Wingdings</vt:lpstr>
      <vt:lpstr>Verdana</vt:lpstr>
      <vt:lpstr>굴림</vt:lpstr>
      <vt:lpstr>Courier</vt:lpstr>
      <vt:lpstr>Courier New</vt:lpstr>
      <vt:lpstr>Times New Roman</vt:lpstr>
      <vt:lpstr>맑은 고딕</vt:lpstr>
      <vt:lpstr>DejaVu Sans</vt:lpstr>
      <vt:lpstr>ITS</vt:lpstr>
      <vt:lpstr>Custom Design</vt:lpstr>
      <vt:lpstr>Python: An Introduction</vt:lpstr>
      <vt:lpstr>Agenda</vt:lpstr>
      <vt:lpstr>Course Goals</vt:lpstr>
      <vt:lpstr>What is python?</vt:lpstr>
      <vt:lpstr>Timeline</vt:lpstr>
      <vt:lpstr>Language properties</vt:lpstr>
      <vt:lpstr>High-level data types</vt:lpstr>
      <vt:lpstr>Why learn python?</vt:lpstr>
      <vt:lpstr>Why learn python? (cont.)</vt:lpstr>
      <vt:lpstr>Where to use python?</vt:lpstr>
      <vt:lpstr>Python vs. Perl</vt:lpstr>
      <vt:lpstr>Python vs. Java</vt:lpstr>
      <vt:lpstr>Agenda</vt:lpstr>
      <vt:lpstr>Running Python Interactively</vt:lpstr>
      <vt:lpstr>Running Python Programs</vt:lpstr>
      <vt:lpstr>Running Python Programs Interactively</vt:lpstr>
      <vt:lpstr>Running Python Programs Interactively</vt:lpstr>
      <vt:lpstr>Running Python Programs Interactively</vt:lpstr>
      <vt:lpstr>File naming conventions</vt:lpstr>
      <vt:lpstr>Comments</vt:lpstr>
      <vt:lpstr>Agenda</vt:lpstr>
      <vt:lpstr>Python Syntax</vt:lpstr>
      <vt:lpstr>Simple data types</vt:lpstr>
      <vt:lpstr>Numbers</vt:lpstr>
      <vt:lpstr>Strings and formatting</vt:lpstr>
      <vt:lpstr>Variables</vt:lpstr>
      <vt:lpstr>Reference semantics</vt:lpstr>
      <vt:lpstr>Simple data types: operators</vt:lpstr>
      <vt:lpstr>Strings</vt:lpstr>
      <vt:lpstr>Simple Data Types</vt:lpstr>
      <vt:lpstr>Methods in string</vt:lpstr>
      <vt:lpstr>Compound Data Type: List</vt:lpstr>
      <vt:lpstr>List</vt:lpstr>
      <vt:lpstr>More list operations</vt:lpstr>
      <vt:lpstr>Operations in List</vt:lpstr>
      <vt:lpstr>Nested List</vt:lpstr>
      <vt:lpstr>Dictionaries</vt:lpstr>
      <vt:lpstr>Methods in Dictionary</vt:lpstr>
      <vt:lpstr>Dictionary details</vt:lpstr>
      <vt:lpstr>Tuples</vt:lpstr>
      <vt:lpstr>Operations in Tuple</vt:lpstr>
      <vt:lpstr>List vs. Tuple</vt:lpstr>
      <vt:lpstr>Data Type Wrap Up</vt:lpstr>
      <vt:lpstr>Data Type Wrap Up</vt:lpstr>
      <vt:lpstr>Input</vt:lpstr>
      <vt:lpstr>File I/O</vt:lpstr>
      <vt:lpstr>Files: Input</vt:lpstr>
      <vt:lpstr>Files: Output</vt:lpstr>
      <vt:lpstr>open() and file()</vt:lpstr>
      <vt:lpstr>OOP Terminology</vt:lpstr>
      <vt:lpstr>Objects</vt:lpstr>
      <vt:lpstr>Defining a class</vt:lpstr>
      <vt:lpstr>Using a class (1)</vt:lpstr>
      <vt:lpstr>Using a class (2)</vt:lpstr>
      <vt:lpstr>"Special" methods</vt:lpstr>
      <vt:lpstr>Control flow (1)</vt:lpstr>
      <vt:lpstr>Control flow (3)</vt:lpstr>
      <vt:lpstr>Control flow (4)</vt:lpstr>
      <vt:lpstr>Control flow (5)</vt:lpstr>
      <vt:lpstr>Control flow (6)</vt:lpstr>
      <vt:lpstr>Control flow (7): odds &amp; ends</vt:lpstr>
      <vt:lpstr>Defining functions</vt:lpstr>
      <vt:lpstr>Executing functions</vt:lpstr>
      <vt:lpstr>Why use modules?</vt:lpstr>
      <vt:lpstr>Modules</vt:lpstr>
      <vt:lpstr>Modules</vt:lpstr>
      <vt:lpstr>Modules</vt:lpstr>
      <vt:lpstr>Example: NumPy Modules</vt:lpstr>
      <vt:lpstr>Arrays and Constructors</vt:lpstr>
      <vt:lpstr>Overloaded operators</vt:lpstr>
      <vt:lpstr>Array functions</vt:lpstr>
      <vt:lpstr>Eigenvalues</vt:lpstr>
      <vt:lpstr>Least Squares Fitting</vt:lpstr>
      <vt:lpstr>FFT</vt:lpstr>
      <vt:lpstr>Command-line arguments</vt:lpstr>
      <vt:lpstr>Catching Exceptions</vt:lpstr>
      <vt:lpstr>Try-Finally: Cleanup</vt:lpstr>
      <vt:lpstr>Raising Exceptions</vt:lpstr>
      <vt:lpstr>Python: Pros &amp; Cons</vt:lpstr>
      <vt:lpstr>References</vt:lpstr>
      <vt:lpstr>Questions &amp; Comments </vt:lpstr>
      <vt:lpstr>Hands-On Exercises</vt:lpstr>
    </vt:vector>
  </TitlesOfParts>
  <Company>UNC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UNC</dc:creator>
  <cp:lastModifiedBy>kiritdani57@gmail.com</cp:lastModifiedBy>
  <cp:revision>552</cp:revision>
  <dcterms:created xsi:type="dcterms:W3CDTF">2007-09-19T18:03:49Z</dcterms:created>
  <dcterms:modified xsi:type="dcterms:W3CDTF">2021-02-10T05:53:02Z</dcterms:modified>
</cp:coreProperties>
</file>
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46F26E-CD2C-431F-80A1-1D681F00AC01}">
  <a:tblStyle styleId="{5346F26E-CD2C-431F-80A1-1D681F00AC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eefa1ae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eefa1ae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eefa1ae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eefa1ae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 SLIDE TEXT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SUBTITLE OF MAIN SLIDE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 SLIDE FOR IMAGE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Inserting image 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766425"/>
            <a:ext cx="3361252" cy="271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</a:t>
            </a:r>
            <a:r>
              <a:rPr lang="en-GB"/>
              <a:t> slide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{5346F26E-CD2C-431F-80A1-1D681F00AC01}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r1c1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r2c2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dslk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kllk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